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embedTrueTypeFonts="1" saveSubsetFonts="1" autoCompressPictures="0">
  <p:sldMasterIdLst>
    <p:sldMasterId id="2147483686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embeddedFontLst>
    <p:embeddedFont>
      <p:font typeface="Readex Pro SemiBold" panose="020B0604020202020204" charset="-78"/>
      <p:regular r:id="rId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2" roundtripDataSignature="AMtx7mhJMSrjtMc6BoJULGRms7/1QOlCi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5C4D77-AE24-5B0D-AE71-AAD6119B8E5F}" name="Ahmed Raafat" initials="AR" userId="4cf6ae1ccbcbfd0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BDF3"/>
    <a:srgbClr val="2E9FB1"/>
    <a:srgbClr val="4BC0B0"/>
    <a:srgbClr val="49BBB8"/>
    <a:srgbClr val="007B8B"/>
    <a:srgbClr val="0068B1"/>
    <a:srgbClr val="002158"/>
    <a:srgbClr val="0C74B1"/>
    <a:srgbClr val="1A85B1"/>
    <a:srgbClr val="004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A6F165-E70A-49CD-B3ED-E4F3C08A40AF}" v="841" dt="2025-09-02T08:10:54.230"/>
  </p1510:revLst>
</p1510:revInfo>
</file>

<file path=ppt/tableStyles.xml><?xml version="1.0" encoding="utf-8"?>
<a:tblStyleLst xmlns:a="http://schemas.openxmlformats.org/drawingml/2006/main" def="{FECD5251-BA5B-4BF8-A22E-98A58C94D9E6}">
  <a:tblStyle styleId="{FECD5251-BA5B-4BF8-A22E-98A58C94D9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0045202-0D51-4953-9DCC-C40AEE7A7E1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909" autoAdjust="0"/>
    <p:restoredTop sz="96247" autoAdjust="0"/>
  </p:normalViewPr>
  <p:slideViewPr>
    <p:cSldViewPr snapToGrid="0">
      <p:cViewPr varScale="1">
        <p:scale>
          <a:sx n="80" d="100"/>
          <a:sy n="80" d="100"/>
        </p:scale>
        <p:origin x="69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512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04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206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205" Type="http://schemas.openxmlformats.org/officeDocument/2006/relationships/theme" Target="theme/theme1.xml"/><Relationship Id="rId2" Type="http://schemas.openxmlformats.org/officeDocument/2006/relationships/customXml" Target="../customXml/item2.xml"/><Relationship Id="rId20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204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203" Type="http://schemas.openxmlformats.org/officeDocument/2006/relationships/presProps" Target="presProps.xml"/><Relationship Id="rId208" Type="http://schemas.microsoft.com/office/2015/10/relationships/revisionInfo" Target="revisionInfo.xml"/><Relationship Id="rId4" Type="http://schemas.openxmlformats.org/officeDocument/2006/relationships/slideMaster" Target="slideMasters/slideMaster1.xml"/><Relationship Id="rId202" Type="http://customschemas.google.com/relationships/presentationmetadata" Target="metadata"/><Relationship Id="rId20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Ali" userId="c0c10aba-c922-46fb-868a-1a879be00c0a" providerId="ADAL" clId="{DDBD1064-CDC2-4472-9EF9-077D90B3AADC}"/>
    <pc:docChg chg="undo custSel addSld delSld modSld sldOrd modMainMaster">
      <pc:chgData name="Mohamed Ali" userId="c0c10aba-c922-46fb-868a-1a879be00c0a" providerId="ADAL" clId="{DDBD1064-CDC2-4472-9EF9-077D90B3AADC}" dt="2025-09-03T07:46:55.301" v="5388" actId="47"/>
      <pc:docMkLst>
        <pc:docMk/>
      </pc:docMkLst>
      <pc:sldChg chg="addSp modSp del">
        <pc:chgData name="Mohamed Ali" userId="c0c10aba-c922-46fb-868a-1a879be00c0a" providerId="ADAL" clId="{DDBD1064-CDC2-4472-9EF9-077D90B3AADC}" dt="2025-09-03T07:46:31.659" v="5386" actId="47"/>
        <pc:sldMkLst>
          <pc:docMk/>
          <pc:sldMk cId="3429281744" sldId="256"/>
        </pc:sldMkLst>
        <pc:spChg chg="add mod">
          <ac:chgData name="Mohamed Ali" userId="c0c10aba-c922-46fb-868a-1a879be00c0a" providerId="ADAL" clId="{DDBD1064-CDC2-4472-9EF9-077D90B3AADC}" dt="2025-09-01T11:09:32.386" v="2555"/>
          <ac:spMkLst>
            <pc:docMk/>
            <pc:sldMk cId="3429281744" sldId="256"/>
            <ac:spMk id="4" creationId="{FB356443-31EC-A6B4-75E8-D25E71AB4F8D}"/>
          </ac:spMkLst>
        </pc:spChg>
        <pc:spChg chg="add mod">
          <ac:chgData name="Mohamed Ali" userId="c0c10aba-c922-46fb-868a-1a879be00c0a" providerId="ADAL" clId="{DDBD1064-CDC2-4472-9EF9-077D90B3AADC}" dt="2025-09-01T12:47:39.702" v="3336"/>
          <ac:spMkLst>
            <pc:docMk/>
            <pc:sldMk cId="3429281744" sldId="256"/>
            <ac:spMk id="5" creationId="{09324566-77AB-4988-2CFB-8BCA9E93836E}"/>
          </ac:spMkLst>
        </pc:spChg>
        <pc:spChg chg="add mod">
          <ac:chgData name="Mohamed Ali" userId="c0c10aba-c922-46fb-868a-1a879be00c0a" providerId="ADAL" clId="{DDBD1064-CDC2-4472-9EF9-077D90B3AADC}" dt="2025-09-01T12:47:39.702" v="3336"/>
          <ac:spMkLst>
            <pc:docMk/>
            <pc:sldMk cId="3429281744" sldId="256"/>
            <ac:spMk id="6" creationId="{BAE1AA4F-F589-F403-4FB5-0490948CE33B}"/>
          </ac:spMkLst>
        </pc:spChg>
        <pc:spChg chg="add mod">
          <ac:chgData name="Mohamed Ali" userId="c0c10aba-c922-46fb-868a-1a879be00c0a" providerId="ADAL" clId="{DDBD1064-CDC2-4472-9EF9-077D90B3AADC}" dt="2025-09-01T12:47:39.702" v="3336"/>
          <ac:spMkLst>
            <pc:docMk/>
            <pc:sldMk cId="3429281744" sldId="256"/>
            <ac:spMk id="8" creationId="{9AAD8A3D-B824-7B96-4850-4557BB1ABE61}"/>
          </ac:spMkLst>
        </pc:spChg>
        <pc:spChg chg="add mod">
          <ac:chgData name="Mohamed Ali" userId="c0c10aba-c922-46fb-868a-1a879be00c0a" providerId="ADAL" clId="{DDBD1064-CDC2-4472-9EF9-077D90B3AADC}" dt="2025-09-02T06:51:23.025" v="4770"/>
          <ac:spMkLst>
            <pc:docMk/>
            <pc:sldMk cId="3429281744" sldId="256"/>
            <ac:spMk id="11" creationId="{3C682290-DA87-A3B1-B173-057AC9217BD9}"/>
          </ac:spMkLst>
        </pc:spChg>
        <pc:picChg chg="add mod">
          <ac:chgData name="Mohamed Ali" userId="c0c10aba-c922-46fb-868a-1a879be00c0a" providerId="ADAL" clId="{DDBD1064-CDC2-4472-9EF9-077D90B3AADC}" dt="2025-09-01T11:09:32.386" v="2555"/>
          <ac:picMkLst>
            <pc:docMk/>
            <pc:sldMk cId="3429281744" sldId="256"/>
            <ac:picMk id="2" creationId="{0D51DFC5-C272-CC0F-068E-C4A004A724E8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247085197" sldId="257"/>
        </pc:sldMkLst>
        <pc:spChg chg="mod">
          <ac:chgData name="Mohamed Ali" userId="c0c10aba-c922-46fb-868a-1a879be00c0a" providerId="ADAL" clId="{DDBD1064-CDC2-4472-9EF9-077D90B3AADC}" dt="2025-09-01T08:41:50.481" v="1377" actId="207"/>
          <ac:spMkLst>
            <pc:docMk/>
            <pc:sldMk cId="3247085197" sldId="257"/>
            <ac:spMk id="2" creationId="{03970FF2-7FBF-E8DD-3811-E75141DB60D1}"/>
          </ac:spMkLst>
        </pc:spChg>
        <pc:spChg chg="add mod">
          <ac:chgData name="Mohamed Ali" userId="c0c10aba-c922-46fb-868a-1a879be00c0a" providerId="ADAL" clId="{DDBD1064-CDC2-4472-9EF9-077D90B3AADC}" dt="2025-09-01T12:55:38.815" v="3405"/>
          <ac:spMkLst>
            <pc:docMk/>
            <pc:sldMk cId="3247085197" sldId="257"/>
            <ac:spMk id="3" creationId="{2F77CADD-4CDA-8C14-7361-67C6071A19FF}"/>
          </ac:spMkLst>
        </pc:spChg>
        <pc:spChg chg="add mod">
          <ac:chgData name="Mohamed Ali" userId="c0c10aba-c922-46fb-868a-1a879be00c0a" providerId="ADAL" clId="{DDBD1064-CDC2-4472-9EF9-077D90B3AADC}" dt="2025-09-01T12:55:38.815" v="3405"/>
          <ac:spMkLst>
            <pc:docMk/>
            <pc:sldMk cId="3247085197" sldId="257"/>
            <ac:spMk id="5" creationId="{11E05ADB-ADDE-6870-FF70-8CB1E94FF40A}"/>
          </ac:spMkLst>
        </pc:spChg>
        <pc:spChg chg="mod">
          <ac:chgData name="Mohamed Ali" userId="c0c10aba-c922-46fb-868a-1a879be00c0a" providerId="ADAL" clId="{DDBD1064-CDC2-4472-9EF9-077D90B3AADC}" dt="2025-09-01T11:37:40.888" v="2865" actId="1076"/>
          <ac:spMkLst>
            <pc:docMk/>
            <pc:sldMk cId="3247085197" sldId="257"/>
            <ac:spMk id="6" creationId="{554516A5-6483-2652-C258-ABF89575AA32}"/>
          </ac:spMkLst>
        </pc:spChg>
        <pc:spChg chg="add del mod">
          <ac:chgData name="Mohamed Ali" userId="c0c10aba-c922-46fb-868a-1a879be00c0a" providerId="ADAL" clId="{DDBD1064-CDC2-4472-9EF9-077D90B3AADC}" dt="2025-09-02T06:50:38.029" v="4715" actId="478"/>
          <ac:spMkLst>
            <pc:docMk/>
            <pc:sldMk cId="3247085197" sldId="257"/>
            <ac:spMk id="7" creationId="{1CE91420-5EEC-9DE9-E253-B35654C56C75}"/>
          </ac:spMkLst>
        </pc:spChg>
        <pc:spChg chg="add mod">
          <ac:chgData name="Mohamed Ali" userId="c0c10aba-c922-46fb-868a-1a879be00c0a" providerId="ADAL" clId="{DDBD1064-CDC2-4472-9EF9-077D90B3AADC}" dt="2025-09-02T06:50:35.844" v="4714" actId="207"/>
          <ac:spMkLst>
            <pc:docMk/>
            <pc:sldMk cId="3247085197" sldId="257"/>
            <ac:spMk id="8" creationId="{B666C098-DBEB-083E-0D02-344913C1B271}"/>
          </ac:spMkLst>
        </pc:spChg>
        <pc:picChg chg="add mod">
          <ac:chgData name="Mohamed Ali" userId="c0c10aba-c922-46fb-868a-1a879be00c0a" providerId="ADAL" clId="{DDBD1064-CDC2-4472-9EF9-077D90B3AADC}" dt="2025-09-01T09:13:40.297" v="1605"/>
          <ac:picMkLst>
            <pc:docMk/>
            <pc:sldMk cId="3247085197" sldId="257"/>
            <ac:picMk id="4" creationId="{C8C40D9C-62E9-F0BA-AB8A-36510E3EAF12}"/>
          </ac:picMkLst>
        </pc:picChg>
        <pc:picChg chg="add mod">
          <ac:chgData name="Mohamed Ali" userId="c0c10aba-c922-46fb-868a-1a879be00c0a" providerId="ADAL" clId="{DDBD1064-CDC2-4472-9EF9-077D90B3AADC}" dt="2025-09-01T11:37:48.037" v="2866" actId="1076"/>
          <ac:picMkLst>
            <pc:docMk/>
            <pc:sldMk cId="3247085197" sldId="257"/>
            <ac:picMk id="1026" creationId="{D3A3119B-A84A-773A-0517-0695A3D93791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2417442365" sldId="258"/>
        </pc:sldMkLst>
        <pc:spChg chg="mod">
          <ac:chgData name="Mohamed Ali" userId="c0c10aba-c922-46fb-868a-1a879be00c0a" providerId="ADAL" clId="{DDBD1064-CDC2-4472-9EF9-077D90B3AADC}" dt="2025-09-01T08:32:15.070" v="1356" actId="207"/>
          <ac:spMkLst>
            <pc:docMk/>
            <pc:sldMk cId="2417442365" sldId="258"/>
            <ac:spMk id="3" creationId="{E7A3D871-67EE-1D9E-86E0-E9E04F0F8DB6}"/>
          </ac:spMkLst>
        </pc:spChg>
        <pc:spChg chg="mod">
          <ac:chgData name="Mohamed Ali" userId="c0c10aba-c922-46fb-868a-1a879be00c0a" providerId="ADAL" clId="{DDBD1064-CDC2-4472-9EF9-077D90B3AADC}" dt="2025-09-01T08:38:10.187" v="1359" actId="207"/>
          <ac:spMkLst>
            <pc:docMk/>
            <pc:sldMk cId="2417442365" sldId="258"/>
            <ac:spMk id="4" creationId="{D9284637-B20B-891B-066C-F03E2293431D}"/>
          </ac:spMkLst>
        </pc:spChg>
        <pc:spChg chg="mod">
          <ac:chgData name="Mohamed Ali" userId="c0c10aba-c922-46fb-868a-1a879be00c0a" providerId="ADAL" clId="{DDBD1064-CDC2-4472-9EF9-077D90B3AADC}" dt="2025-09-01T11:38:09.878" v="2867" actId="207"/>
          <ac:spMkLst>
            <pc:docMk/>
            <pc:sldMk cId="2417442365" sldId="258"/>
            <ac:spMk id="5" creationId="{AEDFC747-D285-5D9C-3DFB-75F17192948D}"/>
          </ac:spMkLst>
        </pc:spChg>
        <pc:spChg chg="mod">
          <ac:chgData name="Mohamed Ali" userId="c0c10aba-c922-46fb-868a-1a879be00c0a" providerId="ADAL" clId="{DDBD1064-CDC2-4472-9EF9-077D90B3AADC}" dt="2025-09-01T08:38:07.961" v="1358" actId="207"/>
          <ac:spMkLst>
            <pc:docMk/>
            <pc:sldMk cId="2417442365" sldId="258"/>
            <ac:spMk id="7" creationId="{5F602B38-C9F5-4E90-CBD0-3D92E3A3A785}"/>
          </ac:spMkLst>
        </pc:spChg>
        <pc:spChg chg="add mod">
          <ac:chgData name="Mohamed Ali" userId="c0c10aba-c922-46fb-868a-1a879be00c0a" providerId="ADAL" clId="{DDBD1064-CDC2-4472-9EF9-077D90B3AADC}" dt="2025-09-01T12:55:48.587" v="3407"/>
          <ac:spMkLst>
            <pc:docMk/>
            <pc:sldMk cId="2417442365" sldId="258"/>
            <ac:spMk id="8" creationId="{08F31934-3304-9D95-8A40-CF52550B76E1}"/>
          </ac:spMkLst>
        </pc:spChg>
        <pc:spChg chg="add mod">
          <ac:chgData name="Mohamed Ali" userId="c0c10aba-c922-46fb-868a-1a879be00c0a" providerId="ADAL" clId="{DDBD1064-CDC2-4472-9EF9-077D90B3AADC}" dt="2025-09-01T11:04:41.979" v="2368" actId="207"/>
          <ac:spMkLst>
            <pc:docMk/>
            <pc:sldMk cId="2417442365" sldId="258"/>
            <ac:spMk id="9" creationId="{51534E68-43FB-8011-BD6D-FB3C165EFEAB}"/>
          </ac:spMkLst>
        </pc:spChg>
        <pc:spChg chg="mod">
          <ac:chgData name="Mohamed Ali" userId="c0c10aba-c922-46fb-868a-1a879be00c0a" providerId="ADAL" clId="{DDBD1064-CDC2-4472-9EF9-077D90B3AADC}" dt="2025-09-01T08:32:15.070" v="1356" actId="207"/>
          <ac:spMkLst>
            <pc:docMk/>
            <pc:sldMk cId="2417442365" sldId="258"/>
            <ac:spMk id="10" creationId="{003C7FC1-CB78-90AC-B686-FC530BE4F296}"/>
          </ac:spMkLst>
        </pc:spChg>
        <pc:spChg chg="mod">
          <ac:chgData name="Mohamed Ali" userId="c0c10aba-c922-46fb-868a-1a879be00c0a" providerId="ADAL" clId="{DDBD1064-CDC2-4472-9EF9-077D90B3AADC}" dt="2025-09-01T08:38:12.437" v="1360" actId="207"/>
          <ac:spMkLst>
            <pc:docMk/>
            <pc:sldMk cId="2417442365" sldId="258"/>
            <ac:spMk id="11" creationId="{13AF16BB-ECE4-D200-7D86-4EFC09555622}"/>
          </ac:spMkLst>
        </pc:spChg>
        <pc:spChg chg="add mod">
          <ac:chgData name="Mohamed Ali" userId="c0c10aba-c922-46fb-868a-1a879be00c0a" providerId="ADAL" clId="{DDBD1064-CDC2-4472-9EF9-077D90B3AADC}" dt="2025-09-01T12:55:48.587" v="3407"/>
          <ac:spMkLst>
            <pc:docMk/>
            <pc:sldMk cId="2417442365" sldId="258"/>
            <ac:spMk id="12" creationId="{21232A2E-8540-048D-82C2-F3A528CDDA69}"/>
          </ac:spMkLst>
        </pc:spChg>
        <pc:spChg chg="mod">
          <ac:chgData name="Mohamed Ali" userId="c0c10aba-c922-46fb-868a-1a879be00c0a" providerId="ADAL" clId="{DDBD1064-CDC2-4472-9EF9-077D90B3AADC}" dt="2025-09-01T08:37:40.288" v="1357" actId="207"/>
          <ac:spMkLst>
            <pc:docMk/>
            <pc:sldMk cId="2417442365" sldId="258"/>
            <ac:spMk id="13" creationId="{6A2B3A8E-12F7-A9FC-A2E5-AAE85D4EC77F}"/>
          </ac:spMkLst>
        </pc:spChg>
        <pc:spChg chg="mod">
          <ac:chgData name="Mohamed Ali" userId="c0c10aba-c922-46fb-868a-1a879be00c0a" providerId="ADAL" clId="{DDBD1064-CDC2-4472-9EF9-077D90B3AADC}" dt="2025-09-01T08:32:15.070" v="1356" actId="207"/>
          <ac:spMkLst>
            <pc:docMk/>
            <pc:sldMk cId="2417442365" sldId="258"/>
            <ac:spMk id="14" creationId="{BFF4A43C-BD90-98B7-C21C-A74644FFFE4D}"/>
          </ac:spMkLst>
        </pc:spChg>
        <pc:spChg chg="mod">
          <ac:chgData name="Mohamed Ali" userId="c0c10aba-c922-46fb-868a-1a879be00c0a" providerId="ADAL" clId="{DDBD1064-CDC2-4472-9EF9-077D90B3AADC}" dt="2025-09-01T08:38:14.887" v="1361" actId="207"/>
          <ac:spMkLst>
            <pc:docMk/>
            <pc:sldMk cId="2417442365" sldId="258"/>
            <ac:spMk id="15" creationId="{578D4FEA-0268-01F3-CCB3-F3F00FDE7DAF}"/>
          </ac:spMkLst>
        </pc:spChg>
        <pc:spChg chg="mod">
          <ac:chgData name="Mohamed Ali" userId="c0c10aba-c922-46fb-868a-1a879be00c0a" providerId="ADAL" clId="{DDBD1064-CDC2-4472-9EF9-077D90B3AADC}" dt="2025-09-01T08:32:15.070" v="1356" actId="207"/>
          <ac:spMkLst>
            <pc:docMk/>
            <pc:sldMk cId="2417442365" sldId="258"/>
            <ac:spMk id="16" creationId="{B5569577-8E24-4378-A546-37B36C431222}"/>
          </ac:spMkLst>
        </pc:spChg>
        <pc:spChg chg="add mod">
          <ac:chgData name="Mohamed Ali" userId="c0c10aba-c922-46fb-868a-1a879be00c0a" providerId="ADAL" clId="{DDBD1064-CDC2-4472-9EF9-077D90B3AADC}" dt="2025-09-02T06:50:39.633" v="4716"/>
          <ac:spMkLst>
            <pc:docMk/>
            <pc:sldMk cId="2417442365" sldId="258"/>
            <ac:spMk id="17" creationId="{ADE52937-C2BF-9366-430F-6AA6241845BC}"/>
          </ac:spMkLst>
        </pc:spChg>
        <pc:spChg chg="mod">
          <ac:chgData name="Mohamed Ali" userId="c0c10aba-c922-46fb-868a-1a879be00c0a" providerId="ADAL" clId="{DDBD1064-CDC2-4472-9EF9-077D90B3AADC}" dt="2025-09-01T08:32:15.070" v="1356" actId="207"/>
          <ac:spMkLst>
            <pc:docMk/>
            <pc:sldMk cId="2417442365" sldId="258"/>
            <ac:spMk id="19" creationId="{DAC05C6C-5886-B6D8-ED56-282EF1243C5E}"/>
          </ac:spMkLst>
        </pc:spChg>
        <pc:spChg chg="mod">
          <ac:chgData name="Mohamed Ali" userId="c0c10aba-c922-46fb-868a-1a879be00c0a" providerId="ADAL" clId="{DDBD1064-CDC2-4472-9EF9-077D90B3AADC}" dt="2025-09-01T08:38:17.196" v="1362" actId="207"/>
          <ac:spMkLst>
            <pc:docMk/>
            <pc:sldMk cId="2417442365" sldId="258"/>
            <ac:spMk id="20" creationId="{C5970353-2AC9-CA1E-5F80-AAC13B474F57}"/>
          </ac:spMkLst>
        </pc:spChg>
        <pc:spChg chg="mod">
          <ac:chgData name="Mohamed Ali" userId="c0c10aba-c922-46fb-868a-1a879be00c0a" providerId="ADAL" clId="{DDBD1064-CDC2-4472-9EF9-077D90B3AADC}" dt="2025-09-01T08:32:15.070" v="1356" actId="207"/>
          <ac:spMkLst>
            <pc:docMk/>
            <pc:sldMk cId="2417442365" sldId="258"/>
            <ac:spMk id="21" creationId="{B4131308-F704-7146-E05C-94FB084059C7}"/>
          </ac:spMkLst>
        </pc:spChg>
        <pc:picChg chg="add mod">
          <ac:chgData name="Mohamed Ali" userId="c0c10aba-c922-46fb-868a-1a879be00c0a" providerId="ADAL" clId="{DDBD1064-CDC2-4472-9EF9-077D90B3AADC}" dt="2025-09-01T09:13:42.751" v="1607"/>
          <ac:picMkLst>
            <pc:docMk/>
            <pc:sldMk cId="2417442365" sldId="258"/>
            <ac:picMk id="2" creationId="{1C9D0D2B-4B29-E803-CAAB-D7EF6491A4D3}"/>
          </ac:picMkLst>
        </pc:picChg>
        <pc:picChg chg="mod">
          <ac:chgData name="Mohamed Ali" userId="c0c10aba-c922-46fb-868a-1a879be00c0a" providerId="ADAL" clId="{DDBD1064-CDC2-4472-9EF9-077D90B3AADC}" dt="2025-09-01T08:38:20.342" v="1364" actId="1076"/>
          <ac:picMkLst>
            <pc:docMk/>
            <pc:sldMk cId="2417442365" sldId="258"/>
            <ac:picMk id="6" creationId="{C44BD025-5D17-D253-7AFC-FAD9469EAAC7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2843745232" sldId="259"/>
        </pc:sldMkLst>
        <pc:spChg chg="mod">
          <ac:chgData name="Mohamed Ali" userId="c0c10aba-c922-46fb-868a-1a879be00c0a" providerId="ADAL" clId="{DDBD1064-CDC2-4472-9EF9-077D90B3AADC}" dt="2025-09-01T08:38:53.463" v="1366" actId="208"/>
          <ac:spMkLst>
            <pc:docMk/>
            <pc:sldMk cId="2843745232" sldId="259"/>
            <ac:spMk id="2" creationId="{C81BB578-8EAB-660B-D39F-6993378F4F11}"/>
          </ac:spMkLst>
        </pc:spChg>
        <pc:spChg chg="add mod">
          <ac:chgData name="Mohamed Ali" userId="c0c10aba-c922-46fb-868a-1a879be00c0a" providerId="ADAL" clId="{DDBD1064-CDC2-4472-9EF9-077D90B3AADC}" dt="2025-09-01T11:04:48.558" v="2372" actId="782"/>
          <ac:spMkLst>
            <pc:docMk/>
            <pc:sldMk cId="2843745232" sldId="259"/>
            <ac:spMk id="3" creationId="{3FCBC664-EBA2-2058-D23D-2D06958B8F36}"/>
          </ac:spMkLst>
        </pc:spChg>
        <pc:spChg chg="add mod">
          <ac:chgData name="Mohamed Ali" userId="c0c10aba-c922-46fb-868a-1a879be00c0a" providerId="ADAL" clId="{DDBD1064-CDC2-4472-9EF9-077D90B3AADC}" dt="2025-09-01T12:46:52.813" v="3276"/>
          <ac:spMkLst>
            <pc:docMk/>
            <pc:sldMk cId="2843745232" sldId="259"/>
            <ac:spMk id="5" creationId="{88EF884E-8B96-0356-10BE-B36BA8B7B141}"/>
          </ac:spMkLst>
        </pc:spChg>
        <pc:spChg chg="add mod">
          <ac:chgData name="Mohamed Ali" userId="c0c10aba-c922-46fb-868a-1a879be00c0a" providerId="ADAL" clId="{DDBD1064-CDC2-4472-9EF9-077D90B3AADC}" dt="2025-09-01T12:46:52.813" v="3276"/>
          <ac:spMkLst>
            <pc:docMk/>
            <pc:sldMk cId="2843745232" sldId="259"/>
            <ac:spMk id="6" creationId="{00C60BA2-49DC-49B7-095C-6CFBF76CA5EE}"/>
          </ac:spMkLst>
        </pc:spChg>
        <pc:spChg chg="add mod">
          <ac:chgData name="Mohamed Ali" userId="c0c10aba-c922-46fb-868a-1a879be00c0a" providerId="ADAL" clId="{DDBD1064-CDC2-4472-9EF9-077D90B3AADC}" dt="2025-09-01T12:46:52.813" v="3276"/>
          <ac:spMkLst>
            <pc:docMk/>
            <pc:sldMk cId="2843745232" sldId="259"/>
            <ac:spMk id="7" creationId="{1A3C58F4-6F34-B89C-47F0-30F38B237A52}"/>
          </ac:spMkLst>
        </pc:spChg>
        <pc:spChg chg="add mod">
          <ac:chgData name="Mohamed Ali" userId="c0c10aba-c922-46fb-868a-1a879be00c0a" providerId="ADAL" clId="{DDBD1064-CDC2-4472-9EF9-077D90B3AADC}" dt="2025-09-02T06:50:40.881" v="4717"/>
          <ac:spMkLst>
            <pc:docMk/>
            <pc:sldMk cId="2843745232" sldId="259"/>
            <ac:spMk id="8" creationId="{E4C4515B-AADF-8BAA-F2D0-44CBD5DA849F}"/>
          </ac:spMkLst>
        </pc:spChg>
        <pc:spChg chg="mod">
          <ac:chgData name="Mohamed Ali" userId="c0c10aba-c922-46fb-868a-1a879be00c0a" providerId="ADAL" clId="{DDBD1064-CDC2-4472-9EF9-077D90B3AADC}" dt="2025-09-01T08:38:56.130" v="1367" actId="207"/>
          <ac:spMkLst>
            <pc:docMk/>
            <pc:sldMk cId="2843745232" sldId="259"/>
            <ac:spMk id="12" creationId="{9710BBFC-4110-BCE9-683D-7CCA25F25D0B}"/>
          </ac:spMkLst>
        </pc:spChg>
        <pc:picChg chg="add mod">
          <ac:chgData name="Mohamed Ali" userId="c0c10aba-c922-46fb-868a-1a879be00c0a" providerId="ADAL" clId="{DDBD1064-CDC2-4472-9EF9-077D90B3AADC}" dt="2025-09-01T09:13:45.626" v="1609"/>
          <ac:picMkLst>
            <pc:docMk/>
            <pc:sldMk cId="2843745232" sldId="259"/>
            <ac:picMk id="4" creationId="{AD6A5527-B483-A6CB-7A2E-BFEE1F750E34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633287886" sldId="260"/>
        </pc:sldMkLst>
        <pc:spChg chg="add mod">
          <ac:chgData name="Mohamed Ali" userId="c0c10aba-c922-46fb-868a-1a879be00c0a" providerId="ADAL" clId="{DDBD1064-CDC2-4472-9EF9-077D90B3AADC}" dt="2025-09-01T11:05:03.013" v="2383" actId="207"/>
          <ac:spMkLst>
            <pc:docMk/>
            <pc:sldMk cId="3633287886" sldId="260"/>
            <ac:spMk id="2" creationId="{8ED98091-BA4E-8959-F606-E0CF231D9C98}"/>
          </ac:spMkLst>
        </pc:spChg>
        <pc:spChg chg="mod">
          <ac:chgData name="Mohamed Ali" userId="c0c10aba-c922-46fb-868a-1a879be00c0a" providerId="ADAL" clId="{DDBD1064-CDC2-4472-9EF9-077D90B3AADC}" dt="2025-09-01T09:12:52.947" v="1598" actId="20577"/>
          <ac:spMkLst>
            <pc:docMk/>
            <pc:sldMk cId="3633287886" sldId="260"/>
            <ac:spMk id="5" creationId="{9710BBFC-4110-BCE9-683D-7CCA25F25D0B}"/>
          </ac:spMkLst>
        </pc:spChg>
        <pc:spChg chg="add mod">
          <ac:chgData name="Mohamed Ali" userId="c0c10aba-c922-46fb-868a-1a879be00c0a" providerId="ADAL" clId="{DDBD1064-CDC2-4472-9EF9-077D90B3AADC}" dt="2025-09-01T12:46:57.245" v="3281"/>
          <ac:spMkLst>
            <pc:docMk/>
            <pc:sldMk cId="3633287886" sldId="260"/>
            <ac:spMk id="6" creationId="{9D445387-DB7E-C40C-5E48-C3BD210C618A}"/>
          </ac:spMkLst>
        </pc:spChg>
        <pc:spChg chg="add mod">
          <ac:chgData name="Mohamed Ali" userId="c0c10aba-c922-46fb-868a-1a879be00c0a" providerId="ADAL" clId="{DDBD1064-CDC2-4472-9EF9-077D90B3AADC}" dt="2025-09-01T12:46:57.245" v="3281"/>
          <ac:spMkLst>
            <pc:docMk/>
            <pc:sldMk cId="3633287886" sldId="260"/>
            <ac:spMk id="7" creationId="{7C0C8594-1B5D-DC50-6536-1D0C795333BC}"/>
          </ac:spMkLst>
        </pc:spChg>
        <pc:spChg chg="add mod">
          <ac:chgData name="Mohamed Ali" userId="c0c10aba-c922-46fb-868a-1a879be00c0a" providerId="ADAL" clId="{DDBD1064-CDC2-4472-9EF9-077D90B3AADC}" dt="2025-09-01T12:46:57.245" v="3281"/>
          <ac:spMkLst>
            <pc:docMk/>
            <pc:sldMk cId="3633287886" sldId="260"/>
            <ac:spMk id="8" creationId="{0CEE79EC-C246-6263-3BE0-A420A2D02582}"/>
          </ac:spMkLst>
        </pc:spChg>
        <pc:spChg chg="add mod">
          <ac:chgData name="Mohamed Ali" userId="c0c10aba-c922-46fb-868a-1a879be00c0a" providerId="ADAL" clId="{DDBD1064-CDC2-4472-9EF9-077D90B3AADC}" dt="2025-09-02T06:50:43.498" v="4722"/>
          <ac:spMkLst>
            <pc:docMk/>
            <pc:sldMk cId="3633287886" sldId="260"/>
            <ac:spMk id="9" creationId="{51608635-CFEC-3704-662B-84454773B03B}"/>
          </ac:spMkLst>
        </pc:spChg>
        <pc:picChg chg="add mod">
          <ac:chgData name="Mohamed Ali" userId="c0c10aba-c922-46fb-868a-1a879be00c0a" providerId="ADAL" clId="{DDBD1064-CDC2-4472-9EF9-077D90B3AADC}" dt="2025-09-01T09:13:53.933" v="1615"/>
          <ac:picMkLst>
            <pc:docMk/>
            <pc:sldMk cId="3633287886" sldId="260"/>
            <ac:picMk id="3" creationId="{04A6E6B1-4152-2F10-2EED-DB9468B2339A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49866189" sldId="261"/>
        </pc:sldMkLst>
        <pc:spChg chg="add mod">
          <ac:chgData name="Mohamed Ali" userId="c0c10aba-c922-46fb-868a-1a879be00c0a" providerId="ADAL" clId="{DDBD1064-CDC2-4472-9EF9-077D90B3AADC}" dt="2025-09-01T11:05:08.177" v="2389" actId="207"/>
          <ac:spMkLst>
            <pc:docMk/>
            <pc:sldMk cId="149866189" sldId="261"/>
            <ac:spMk id="3" creationId="{EB1EAC53-C042-1F36-FCA7-662BCD00146D}"/>
          </ac:spMkLst>
        </pc:spChg>
        <pc:spChg chg="add mod">
          <ac:chgData name="Mohamed Ali" userId="c0c10aba-c922-46fb-868a-1a879be00c0a" providerId="ADAL" clId="{DDBD1064-CDC2-4472-9EF9-077D90B3AADC}" dt="2025-09-01T12:46:57.995" v="3282"/>
          <ac:spMkLst>
            <pc:docMk/>
            <pc:sldMk cId="149866189" sldId="261"/>
            <ac:spMk id="5" creationId="{4862F121-FA7A-4757-0B91-EB2ED62BBF9D}"/>
          </ac:spMkLst>
        </pc:spChg>
        <pc:spChg chg="add mod">
          <ac:chgData name="Mohamed Ali" userId="c0c10aba-c922-46fb-868a-1a879be00c0a" providerId="ADAL" clId="{DDBD1064-CDC2-4472-9EF9-077D90B3AADC}" dt="2025-09-01T12:46:57.995" v="3282"/>
          <ac:spMkLst>
            <pc:docMk/>
            <pc:sldMk cId="149866189" sldId="261"/>
            <ac:spMk id="15" creationId="{B7329DF7-058F-3209-DC7A-CC614C6353FE}"/>
          </ac:spMkLst>
        </pc:spChg>
        <pc:spChg chg="add mod">
          <ac:chgData name="Mohamed Ali" userId="c0c10aba-c922-46fb-868a-1a879be00c0a" providerId="ADAL" clId="{DDBD1064-CDC2-4472-9EF9-077D90B3AADC}" dt="2025-09-01T12:46:57.995" v="3282"/>
          <ac:spMkLst>
            <pc:docMk/>
            <pc:sldMk cId="149866189" sldId="261"/>
            <ac:spMk id="28" creationId="{9DD9DC62-CFE2-4CBC-531F-BCEAA2A55B0F}"/>
          </ac:spMkLst>
        </pc:spChg>
        <pc:spChg chg="add mod">
          <ac:chgData name="Mohamed Ali" userId="c0c10aba-c922-46fb-868a-1a879be00c0a" providerId="ADAL" clId="{DDBD1064-CDC2-4472-9EF9-077D90B3AADC}" dt="2025-09-02T06:50:44.027" v="4723"/>
          <ac:spMkLst>
            <pc:docMk/>
            <pc:sldMk cId="149866189" sldId="261"/>
            <ac:spMk id="32" creationId="{87F7D562-1CF7-231D-48D2-B222BB6DF30F}"/>
          </ac:spMkLst>
        </pc:spChg>
        <pc:picChg chg="add mod">
          <ac:chgData name="Mohamed Ali" userId="c0c10aba-c922-46fb-868a-1a879be00c0a" providerId="ADAL" clId="{DDBD1064-CDC2-4472-9EF9-077D90B3AADC}" dt="2025-09-01T09:13:56.124" v="1617"/>
          <ac:picMkLst>
            <pc:docMk/>
            <pc:sldMk cId="149866189" sldId="261"/>
            <ac:picMk id="4" creationId="{BB7119E7-BF55-811C-4798-F2E9A2C79AB2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2598534949" sldId="263"/>
        </pc:sldMkLst>
        <pc:spChg chg="add mod">
          <ac:chgData name="Mohamed Ali" userId="c0c10aba-c922-46fb-868a-1a879be00c0a" providerId="ADAL" clId="{DDBD1064-CDC2-4472-9EF9-077D90B3AADC}" dt="2025-09-01T11:05:14.435" v="2395" actId="207"/>
          <ac:spMkLst>
            <pc:docMk/>
            <pc:sldMk cId="2598534949" sldId="263"/>
            <ac:spMk id="3" creationId="{59042116-5BC5-B1FF-5BB3-0514C27CB3F0}"/>
          </ac:spMkLst>
        </pc:spChg>
        <pc:spChg chg="add mod">
          <ac:chgData name="Mohamed Ali" userId="c0c10aba-c922-46fb-868a-1a879be00c0a" providerId="ADAL" clId="{DDBD1064-CDC2-4472-9EF9-077D90B3AADC}" dt="2025-09-01T12:46:58.819" v="3283"/>
          <ac:spMkLst>
            <pc:docMk/>
            <pc:sldMk cId="2598534949" sldId="263"/>
            <ac:spMk id="5" creationId="{CCA45E4C-57FF-CA7F-F60C-DEC3379A49BA}"/>
          </ac:spMkLst>
        </pc:spChg>
        <pc:spChg chg="add mod">
          <ac:chgData name="Mohamed Ali" userId="c0c10aba-c922-46fb-868a-1a879be00c0a" providerId="ADAL" clId="{DDBD1064-CDC2-4472-9EF9-077D90B3AADC}" dt="2025-09-01T12:46:58.819" v="3283"/>
          <ac:spMkLst>
            <pc:docMk/>
            <pc:sldMk cId="2598534949" sldId="263"/>
            <ac:spMk id="7" creationId="{4467D2A3-3778-862E-E8CE-F0978023BC08}"/>
          </ac:spMkLst>
        </pc:spChg>
        <pc:spChg chg="add mod">
          <ac:chgData name="Mohamed Ali" userId="c0c10aba-c922-46fb-868a-1a879be00c0a" providerId="ADAL" clId="{DDBD1064-CDC2-4472-9EF9-077D90B3AADC}" dt="2025-09-01T12:46:58.819" v="3283"/>
          <ac:spMkLst>
            <pc:docMk/>
            <pc:sldMk cId="2598534949" sldId="263"/>
            <ac:spMk id="8" creationId="{0F2495C7-2A4E-7B70-7C20-11FB6967BC81}"/>
          </ac:spMkLst>
        </pc:spChg>
        <pc:spChg chg="add mod">
          <ac:chgData name="Mohamed Ali" userId="c0c10aba-c922-46fb-868a-1a879be00c0a" providerId="ADAL" clId="{DDBD1064-CDC2-4472-9EF9-077D90B3AADC}" dt="2025-09-02T06:50:44.648" v="4724"/>
          <ac:spMkLst>
            <pc:docMk/>
            <pc:sldMk cId="2598534949" sldId="263"/>
            <ac:spMk id="10" creationId="{7571759B-2E1A-16AA-7194-90A0F7EA5110}"/>
          </ac:spMkLst>
        </pc:spChg>
        <pc:picChg chg="add mod">
          <ac:chgData name="Mohamed Ali" userId="c0c10aba-c922-46fb-868a-1a879be00c0a" providerId="ADAL" clId="{DDBD1064-CDC2-4472-9EF9-077D90B3AADC}" dt="2025-09-01T09:13:58.744" v="1619"/>
          <ac:picMkLst>
            <pc:docMk/>
            <pc:sldMk cId="2598534949" sldId="263"/>
            <ac:picMk id="4" creationId="{BAE6BE94-3B3F-5E6A-BC15-8AAB290DCFA5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2780298616" sldId="264"/>
        </pc:sldMkLst>
        <pc:spChg chg="add mod">
          <ac:chgData name="Mohamed Ali" userId="c0c10aba-c922-46fb-868a-1a879be00c0a" providerId="ADAL" clId="{DDBD1064-CDC2-4472-9EF9-077D90B3AADC}" dt="2025-09-01T11:05:35.780" v="2401" actId="404"/>
          <ac:spMkLst>
            <pc:docMk/>
            <pc:sldMk cId="2780298616" sldId="264"/>
            <ac:spMk id="5" creationId="{5D3F124D-F92B-6F06-1615-6C6D81F5669A}"/>
          </ac:spMkLst>
        </pc:spChg>
        <pc:spChg chg="add mod">
          <ac:chgData name="Mohamed Ali" userId="c0c10aba-c922-46fb-868a-1a879be00c0a" providerId="ADAL" clId="{DDBD1064-CDC2-4472-9EF9-077D90B3AADC}" dt="2025-09-01T12:46:59.468" v="3284"/>
          <ac:spMkLst>
            <pc:docMk/>
            <pc:sldMk cId="2780298616" sldId="264"/>
            <ac:spMk id="8" creationId="{960CDE2F-A4B1-E37D-B8E1-D4A8CCDF3DAC}"/>
          </ac:spMkLst>
        </pc:spChg>
        <pc:spChg chg="add mod">
          <ac:chgData name="Mohamed Ali" userId="c0c10aba-c922-46fb-868a-1a879be00c0a" providerId="ADAL" clId="{DDBD1064-CDC2-4472-9EF9-077D90B3AADC}" dt="2025-09-01T12:46:59.468" v="3284"/>
          <ac:spMkLst>
            <pc:docMk/>
            <pc:sldMk cId="2780298616" sldId="264"/>
            <ac:spMk id="10" creationId="{2DCF864B-E3A2-92E9-C634-D2DC76F8BD1C}"/>
          </ac:spMkLst>
        </pc:spChg>
        <pc:spChg chg="add mod">
          <ac:chgData name="Mohamed Ali" userId="c0c10aba-c922-46fb-868a-1a879be00c0a" providerId="ADAL" clId="{DDBD1064-CDC2-4472-9EF9-077D90B3AADC}" dt="2025-09-01T12:46:59.468" v="3284"/>
          <ac:spMkLst>
            <pc:docMk/>
            <pc:sldMk cId="2780298616" sldId="264"/>
            <ac:spMk id="11" creationId="{2F5A37F7-8580-8707-77D8-308F81D12726}"/>
          </ac:spMkLst>
        </pc:spChg>
        <pc:spChg chg="add mod">
          <ac:chgData name="Mohamed Ali" userId="c0c10aba-c922-46fb-868a-1a879be00c0a" providerId="ADAL" clId="{DDBD1064-CDC2-4472-9EF9-077D90B3AADC}" dt="2025-09-02T06:50:45.159" v="4725"/>
          <ac:spMkLst>
            <pc:docMk/>
            <pc:sldMk cId="2780298616" sldId="264"/>
            <ac:spMk id="12" creationId="{AE5484BD-5FC1-F5A5-59F5-2B4FBC56A0A3}"/>
          </ac:spMkLst>
        </pc:spChg>
        <pc:picChg chg="add mod">
          <ac:chgData name="Mohamed Ali" userId="c0c10aba-c922-46fb-868a-1a879be00c0a" providerId="ADAL" clId="{DDBD1064-CDC2-4472-9EF9-077D90B3AADC}" dt="2025-09-01T09:14:01.191" v="1621"/>
          <ac:picMkLst>
            <pc:docMk/>
            <pc:sldMk cId="2780298616" sldId="264"/>
            <ac:picMk id="7" creationId="{6F3C6E41-042F-3CDD-5661-DDB650DB1969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4199147919" sldId="281"/>
        </pc:sldMkLst>
        <pc:spChg chg="add mod">
          <ac:chgData name="Mohamed Ali" userId="c0c10aba-c922-46fb-868a-1a879be00c0a" providerId="ADAL" clId="{DDBD1064-CDC2-4472-9EF9-077D90B3AADC}" dt="2025-09-01T12:47:38.331" v="3334"/>
          <ac:spMkLst>
            <pc:docMk/>
            <pc:sldMk cId="4199147919" sldId="281"/>
            <ac:spMk id="3" creationId="{B68F05AE-FF25-A11B-8A57-BAFEF990947C}"/>
          </ac:spMkLst>
        </pc:spChg>
        <pc:spChg chg="add mod">
          <ac:chgData name="Mohamed Ali" userId="c0c10aba-c922-46fb-868a-1a879be00c0a" providerId="ADAL" clId="{DDBD1064-CDC2-4472-9EF9-077D90B3AADC}" dt="2025-09-01T11:09:27.655" v="2552"/>
          <ac:spMkLst>
            <pc:docMk/>
            <pc:sldMk cId="4199147919" sldId="281"/>
            <ac:spMk id="5" creationId="{D6314AFF-26B7-0B6B-88BB-FA33A799C106}"/>
          </ac:spMkLst>
        </pc:spChg>
        <pc:spChg chg="add mod">
          <ac:chgData name="Mohamed Ali" userId="c0c10aba-c922-46fb-868a-1a879be00c0a" providerId="ADAL" clId="{DDBD1064-CDC2-4472-9EF9-077D90B3AADC}" dt="2025-09-01T12:47:38.331" v="3334"/>
          <ac:spMkLst>
            <pc:docMk/>
            <pc:sldMk cId="4199147919" sldId="281"/>
            <ac:spMk id="6" creationId="{75B88CAB-829B-A463-E49B-29A41CEA690C}"/>
          </ac:spMkLst>
        </pc:spChg>
        <pc:spChg chg="add mod">
          <ac:chgData name="Mohamed Ali" userId="c0c10aba-c922-46fb-868a-1a879be00c0a" providerId="ADAL" clId="{DDBD1064-CDC2-4472-9EF9-077D90B3AADC}" dt="2025-09-01T12:47:38.331" v="3334"/>
          <ac:spMkLst>
            <pc:docMk/>
            <pc:sldMk cId="4199147919" sldId="281"/>
            <ac:spMk id="7" creationId="{7D6E583B-FF87-1224-447F-7826D5E777C7}"/>
          </ac:spMkLst>
        </pc:spChg>
        <pc:spChg chg="add mod">
          <ac:chgData name="Mohamed Ali" userId="c0c10aba-c922-46fb-868a-1a879be00c0a" providerId="ADAL" clId="{DDBD1064-CDC2-4472-9EF9-077D90B3AADC}" dt="2025-09-02T06:51:21.727" v="4768"/>
          <ac:spMkLst>
            <pc:docMk/>
            <pc:sldMk cId="4199147919" sldId="281"/>
            <ac:spMk id="8" creationId="{BBDA9B1A-4218-3244-2AC5-F59476A80668}"/>
          </ac:spMkLst>
        </pc:spChg>
        <pc:picChg chg="add mod">
          <ac:chgData name="Mohamed Ali" userId="c0c10aba-c922-46fb-868a-1a879be00c0a" providerId="ADAL" clId="{DDBD1064-CDC2-4472-9EF9-077D90B3AADC}" dt="2025-09-01T11:09:27.655" v="2552"/>
          <ac:picMkLst>
            <pc:docMk/>
            <pc:sldMk cId="4199147919" sldId="281"/>
            <ac:picMk id="4" creationId="{580BA2B4-E7E2-18AB-7962-030C599AAC6E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2850911632" sldId="282"/>
        </pc:sldMkLst>
        <pc:spChg chg="add mod">
          <ac:chgData name="Mohamed Ali" userId="c0c10aba-c922-46fb-868a-1a879be00c0a" providerId="ADAL" clId="{DDBD1064-CDC2-4472-9EF9-077D90B3AADC}" dt="2025-09-01T12:47:40.950" v="3337"/>
          <ac:spMkLst>
            <pc:docMk/>
            <pc:sldMk cId="2850911632" sldId="282"/>
            <ac:spMk id="2" creationId="{20EE0117-D8C8-6980-33CE-9896D10AB763}"/>
          </ac:spMkLst>
        </pc:spChg>
        <pc:spChg chg="add mod">
          <ac:chgData name="Mohamed Ali" userId="c0c10aba-c922-46fb-868a-1a879be00c0a" providerId="ADAL" clId="{DDBD1064-CDC2-4472-9EF9-077D90B3AADC}" dt="2025-09-01T11:09:36.809" v="2557"/>
          <ac:spMkLst>
            <pc:docMk/>
            <pc:sldMk cId="2850911632" sldId="282"/>
            <ac:spMk id="5" creationId="{55D9DEEF-DA79-F60A-0004-83AB4B3C9E3E}"/>
          </ac:spMkLst>
        </pc:spChg>
        <pc:spChg chg="add mod">
          <ac:chgData name="Mohamed Ali" userId="c0c10aba-c922-46fb-868a-1a879be00c0a" providerId="ADAL" clId="{DDBD1064-CDC2-4472-9EF9-077D90B3AADC}" dt="2025-09-01T12:47:40.950" v="3337"/>
          <ac:spMkLst>
            <pc:docMk/>
            <pc:sldMk cId="2850911632" sldId="282"/>
            <ac:spMk id="6" creationId="{DE3676D9-F15B-6D5F-7035-B9700316DFB1}"/>
          </ac:spMkLst>
        </pc:spChg>
        <pc:spChg chg="add mod">
          <ac:chgData name="Mohamed Ali" userId="c0c10aba-c922-46fb-868a-1a879be00c0a" providerId="ADAL" clId="{DDBD1064-CDC2-4472-9EF9-077D90B3AADC}" dt="2025-09-01T12:47:40.950" v="3337"/>
          <ac:spMkLst>
            <pc:docMk/>
            <pc:sldMk cId="2850911632" sldId="282"/>
            <ac:spMk id="7" creationId="{A13C82AE-1050-6A61-D0F3-BA88FCE40C47}"/>
          </ac:spMkLst>
        </pc:spChg>
        <pc:spChg chg="add mod">
          <ac:chgData name="Mohamed Ali" userId="c0c10aba-c922-46fb-868a-1a879be00c0a" providerId="ADAL" clId="{DDBD1064-CDC2-4472-9EF9-077D90B3AADC}" dt="2025-09-02T06:51:23.690" v="4771"/>
          <ac:spMkLst>
            <pc:docMk/>
            <pc:sldMk cId="2850911632" sldId="282"/>
            <ac:spMk id="8" creationId="{FB8B2798-0AD3-82EB-AA2D-8E1D3C57F8EE}"/>
          </ac:spMkLst>
        </pc:spChg>
        <pc:picChg chg="add mod">
          <ac:chgData name="Mohamed Ali" userId="c0c10aba-c922-46fb-868a-1a879be00c0a" providerId="ADAL" clId="{DDBD1064-CDC2-4472-9EF9-077D90B3AADC}" dt="2025-09-01T11:09:36.809" v="2557"/>
          <ac:picMkLst>
            <pc:docMk/>
            <pc:sldMk cId="2850911632" sldId="282"/>
            <ac:picMk id="4" creationId="{4201D1B1-E7BF-949E-2E1C-5241E6563B33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545573463" sldId="472"/>
        </pc:sldMkLst>
        <pc:spChg chg="add mod">
          <ac:chgData name="Mohamed Ali" userId="c0c10aba-c922-46fb-868a-1a879be00c0a" providerId="ADAL" clId="{DDBD1064-CDC2-4472-9EF9-077D90B3AADC}" dt="2025-09-01T11:06:24.023" v="2431"/>
          <ac:spMkLst>
            <pc:docMk/>
            <pc:sldMk cId="1545573463" sldId="472"/>
            <ac:spMk id="10" creationId="{7D930845-F22C-E466-DBE5-57EC3950BA50}"/>
          </ac:spMkLst>
        </pc:spChg>
        <pc:spChg chg="add mod">
          <ac:chgData name="Mohamed Ali" userId="c0c10aba-c922-46fb-868a-1a879be00c0a" providerId="ADAL" clId="{DDBD1064-CDC2-4472-9EF9-077D90B3AADC}" dt="2025-09-01T12:47:10.268" v="3297"/>
          <ac:spMkLst>
            <pc:docMk/>
            <pc:sldMk cId="1545573463" sldId="472"/>
            <ac:spMk id="11" creationId="{88C47202-20E5-F9D2-6B10-6B3B421F17E7}"/>
          </ac:spMkLst>
        </pc:spChg>
        <pc:spChg chg="add mod">
          <ac:chgData name="Mohamed Ali" userId="c0c10aba-c922-46fb-868a-1a879be00c0a" providerId="ADAL" clId="{DDBD1064-CDC2-4472-9EF9-077D90B3AADC}" dt="2025-09-01T12:47:10.268" v="3297"/>
          <ac:spMkLst>
            <pc:docMk/>
            <pc:sldMk cId="1545573463" sldId="472"/>
            <ac:spMk id="12" creationId="{21AE0220-BAD9-B705-8A11-8D672B479775}"/>
          </ac:spMkLst>
        </pc:spChg>
        <pc:spChg chg="add mod">
          <ac:chgData name="Mohamed Ali" userId="c0c10aba-c922-46fb-868a-1a879be00c0a" providerId="ADAL" clId="{DDBD1064-CDC2-4472-9EF9-077D90B3AADC}" dt="2025-09-01T12:47:10.268" v="3297"/>
          <ac:spMkLst>
            <pc:docMk/>
            <pc:sldMk cId="1545573463" sldId="472"/>
            <ac:spMk id="13" creationId="{FD10761C-944B-EB8C-66E1-11A4F46FD7CD}"/>
          </ac:spMkLst>
        </pc:spChg>
        <pc:spChg chg="mod">
          <ac:chgData name="Mohamed Ali" userId="c0c10aba-c922-46fb-868a-1a879be00c0a" providerId="ADAL" clId="{DDBD1064-CDC2-4472-9EF9-077D90B3AADC}" dt="2025-09-01T13:15:23.412" v="3605" actId="208"/>
          <ac:spMkLst>
            <pc:docMk/>
            <pc:sldMk cId="1545573463" sldId="472"/>
            <ac:spMk id="16" creationId="{A29A782F-DDC1-386B-AACA-B5C20CC24B8E}"/>
          </ac:spMkLst>
        </pc:spChg>
        <pc:spChg chg="mod">
          <ac:chgData name="Mohamed Ali" userId="c0c10aba-c922-46fb-868a-1a879be00c0a" providerId="ADAL" clId="{DDBD1064-CDC2-4472-9EF9-077D90B3AADC}" dt="2025-09-01T13:14:21.466" v="3597" actId="207"/>
          <ac:spMkLst>
            <pc:docMk/>
            <pc:sldMk cId="1545573463" sldId="472"/>
            <ac:spMk id="18" creationId="{7EE1A115-A607-9DD9-316C-80E1E9A08531}"/>
          </ac:spMkLst>
        </pc:spChg>
        <pc:spChg chg="mod">
          <ac:chgData name="Mohamed Ali" userId="c0c10aba-c922-46fb-868a-1a879be00c0a" providerId="ADAL" clId="{DDBD1064-CDC2-4472-9EF9-077D90B3AADC}" dt="2025-09-01T13:19:13.597" v="3759" actId="20577"/>
          <ac:spMkLst>
            <pc:docMk/>
            <pc:sldMk cId="1545573463" sldId="472"/>
            <ac:spMk id="20" creationId="{3E509208-7E91-CA4D-6804-FCAB7179A9DB}"/>
          </ac:spMkLst>
        </pc:spChg>
        <pc:spChg chg="add mod">
          <ac:chgData name="Mohamed Ali" userId="c0c10aba-c922-46fb-868a-1a879be00c0a" providerId="ADAL" clId="{DDBD1064-CDC2-4472-9EF9-077D90B3AADC}" dt="2025-09-02T06:50:51.687" v="4733"/>
          <ac:spMkLst>
            <pc:docMk/>
            <pc:sldMk cId="1545573463" sldId="472"/>
            <ac:spMk id="22" creationId="{09AB1D83-2F94-4727-ED49-339D47F5648F}"/>
          </ac:spMkLst>
        </pc:spChg>
        <pc:spChg chg="mod">
          <ac:chgData name="Mohamed Ali" userId="c0c10aba-c922-46fb-868a-1a879be00c0a" providerId="ADAL" clId="{DDBD1064-CDC2-4472-9EF9-077D90B3AADC}" dt="2025-09-01T13:41:22.205" v="4170" actId="20577"/>
          <ac:spMkLst>
            <pc:docMk/>
            <pc:sldMk cId="1545573463" sldId="472"/>
            <ac:spMk id="9303" creationId="{90B75595-00F3-81C5-C93F-E9C46D305D9A}"/>
          </ac:spMkLst>
        </pc:spChg>
        <pc:spChg chg="mod">
          <ac:chgData name="Mohamed Ali" userId="c0c10aba-c922-46fb-868a-1a879be00c0a" providerId="ADAL" clId="{DDBD1064-CDC2-4472-9EF9-077D90B3AADC}" dt="2025-09-01T13:15:14.647" v="3601" actId="207"/>
          <ac:spMkLst>
            <pc:docMk/>
            <pc:sldMk cId="1545573463" sldId="472"/>
            <ac:spMk id="9305" creationId="{A7E06EC7-6A53-FD8B-65B4-4F3A0D68C6FA}"/>
          </ac:spMkLst>
        </pc:spChg>
        <pc:spChg chg="mod">
          <ac:chgData name="Mohamed Ali" userId="c0c10aba-c922-46fb-868a-1a879be00c0a" providerId="ADAL" clId="{DDBD1064-CDC2-4472-9EF9-077D90B3AADC}" dt="2025-09-01T13:41:06.106" v="4165" actId="6549"/>
          <ac:spMkLst>
            <pc:docMk/>
            <pc:sldMk cId="1545573463" sldId="472"/>
            <ac:spMk id="9311" creationId="{4C94F693-0FD4-0723-C336-8911C9AA2D39}"/>
          </ac:spMkLst>
        </pc:spChg>
        <pc:spChg chg="mod">
          <ac:chgData name="Mohamed Ali" userId="c0c10aba-c922-46fb-868a-1a879be00c0a" providerId="ADAL" clId="{DDBD1064-CDC2-4472-9EF9-077D90B3AADC}" dt="2025-09-01T13:15:12.610" v="3600" actId="207"/>
          <ac:spMkLst>
            <pc:docMk/>
            <pc:sldMk cId="1545573463" sldId="472"/>
            <ac:spMk id="9312" creationId="{12181809-6AE7-FC11-E2BD-514FF7370D9D}"/>
          </ac:spMkLst>
        </pc:spChg>
        <pc:spChg chg="mod">
          <ac:chgData name="Mohamed Ali" userId="c0c10aba-c922-46fb-868a-1a879be00c0a" providerId="ADAL" clId="{DDBD1064-CDC2-4472-9EF9-077D90B3AADC}" dt="2025-09-01T13:41:45.154" v="4176" actId="20577"/>
          <ac:spMkLst>
            <pc:docMk/>
            <pc:sldMk cId="1545573463" sldId="472"/>
            <ac:spMk id="9320" creationId="{05F54A1C-7693-F7E3-7A1D-5588025C4034}"/>
          </ac:spMkLst>
        </pc:spChg>
        <pc:spChg chg="mod">
          <ac:chgData name="Mohamed Ali" userId="c0c10aba-c922-46fb-868a-1a879be00c0a" providerId="ADAL" clId="{DDBD1064-CDC2-4472-9EF9-077D90B3AADC}" dt="2025-09-01T13:15:17.126" v="3602" actId="207"/>
          <ac:spMkLst>
            <pc:docMk/>
            <pc:sldMk cId="1545573463" sldId="472"/>
            <ac:spMk id="9321" creationId="{A4D29757-1010-E6D2-85C7-06D6CC2A60E6}"/>
          </ac:spMkLst>
        </pc:spChg>
        <pc:spChg chg="mod">
          <ac:chgData name="Mohamed Ali" userId="c0c10aba-c922-46fb-868a-1a879be00c0a" providerId="ADAL" clId="{DDBD1064-CDC2-4472-9EF9-077D90B3AADC}" dt="2025-09-01T13:40:13.343" v="4137" actId="20577"/>
          <ac:spMkLst>
            <pc:docMk/>
            <pc:sldMk cId="1545573463" sldId="472"/>
            <ac:spMk id="9327" creationId="{11271F65-A923-875B-322C-CD9A38D2D00D}"/>
          </ac:spMkLst>
        </pc:spChg>
        <pc:spChg chg="mod">
          <ac:chgData name="Mohamed Ali" userId="c0c10aba-c922-46fb-868a-1a879be00c0a" providerId="ADAL" clId="{DDBD1064-CDC2-4472-9EF9-077D90B3AADC}" dt="2025-09-01T13:15:09.970" v="3599" actId="207"/>
          <ac:spMkLst>
            <pc:docMk/>
            <pc:sldMk cId="1545573463" sldId="472"/>
            <ac:spMk id="9328" creationId="{9FC3E0BA-A865-56A1-CE57-C375664B3A81}"/>
          </ac:spMkLst>
        </pc:spChg>
        <pc:picChg chg="add mod">
          <ac:chgData name="Mohamed Ali" userId="c0c10aba-c922-46fb-868a-1a879be00c0a" providerId="ADAL" clId="{DDBD1064-CDC2-4472-9EF9-077D90B3AADC}" dt="2025-09-01T09:14:56.381" v="1646"/>
          <ac:picMkLst>
            <pc:docMk/>
            <pc:sldMk cId="1545573463" sldId="472"/>
            <ac:picMk id="2" creationId="{6294A4DD-08AF-302D-AC08-E0162B51016F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0" sldId="2147482683"/>
        </pc:sldMkLst>
        <pc:spChg chg="mod">
          <ac:chgData name="Mohamed Ali" userId="c0c10aba-c922-46fb-868a-1a879be00c0a" providerId="ADAL" clId="{DDBD1064-CDC2-4472-9EF9-077D90B3AADC}" dt="2025-09-01T07:05:10.353" v="91" actId="20577"/>
          <ac:spMkLst>
            <pc:docMk/>
            <pc:sldMk cId="0" sldId="2147482683"/>
            <ac:spMk id="3" creationId="{7E4B4D14-671C-AFD8-0881-40BE505206A5}"/>
          </ac:spMkLst>
        </pc:spChg>
        <pc:spChg chg="add del mod">
          <ac:chgData name="Mohamed Ali" userId="c0c10aba-c922-46fb-868a-1a879be00c0a" providerId="ADAL" clId="{DDBD1064-CDC2-4472-9EF9-077D90B3AADC}" dt="2025-09-02T06:50:29.279" v="4711" actId="478"/>
          <ac:spMkLst>
            <pc:docMk/>
            <pc:sldMk cId="0" sldId="2147482683"/>
            <ac:spMk id="4" creationId="{DE10420B-65DF-B9EE-5D05-CC005988DC40}"/>
          </ac:spMkLst>
        </pc:spChg>
        <pc:spChg chg="add mod">
          <ac:chgData name="Mohamed Ali" userId="c0c10aba-c922-46fb-868a-1a879be00c0a" providerId="ADAL" clId="{DDBD1064-CDC2-4472-9EF9-077D90B3AADC}" dt="2025-09-01T12:55:30.290" v="3403"/>
          <ac:spMkLst>
            <pc:docMk/>
            <pc:sldMk cId="0" sldId="2147482683"/>
            <ac:spMk id="8" creationId="{696DFC2E-85C8-C418-458F-3C99F0DFB02C}"/>
          </ac:spMkLst>
        </pc:spChg>
        <pc:spChg chg="add mod">
          <ac:chgData name="Mohamed Ali" userId="c0c10aba-c922-46fb-868a-1a879be00c0a" providerId="ADAL" clId="{DDBD1064-CDC2-4472-9EF9-077D90B3AADC}" dt="2025-09-01T12:55:30.290" v="3403"/>
          <ac:spMkLst>
            <pc:docMk/>
            <pc:sldMk cId="0" sldId="2147482683"/>
            <ac:spMk id="10" creationId="{12AC1F8D-86B9-D9F2-D343-C4755D89A778}"/>
          </ac:spMkLst>
        </pc:spChg>
        <pc:spChg chg="add mod">
          <ac:chgData name="Mohamed Ali" userId="c0c10aba-c922-46fb-868a-1a879be00c0a" providerId="ADAL" clId="{DDBD1064-CDC2-4472-9EF9-077D90B3AADC}" dt="2025-09-02T06:50:30.705" v="4712"/>
          <ac:spMkLst>
            <pc:docMk/>
            <pc:sldMk cId="0" sldId="2147482683"/>
            <ac:spMk id="11" creationId="{2294978D-BCCC-2B0E-A5DC-4ADF4BEE5817}"/>
          </ac:spMkLst>
        </pc:spChg>
        <pc:picChg chg="add mod">
          <ac:chgData name="Mohamed Ali" userId="c0c10aba-c922-46fb-868a-1a879be00c0a" providerId="ADAL" clId="{DDBD1064-CDC2-4472-9EF9-077D90B3AADC}" dt="2025-09-01T07:02:56.439" v="7" actId="1076"/>
          <ac:picMkLst>
            <pc:docMk/>
            <pc:sldMk cId="0" sldId="2147482683"/>
            <ac:picMk id="9" creationId="{399476CB-32E4-81A0-1216-EC2C72A5DF5B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585254453" sldId="2147482716"/>
        </pc:sldMkLst>
        <pc:spChg chg="mod">
          <ac:chgData name="Mohamed Ali" userId="c0c10aba-c922-46fb-868a-1a879be00c0a" providerId="ADAL" clId="{DDBD1064-CDC2-4472-9EF9-077D90B3AADC}" dt="2025-09-01T12:07:44.101" v="3081" actId="403"/>
          <ac:spMkLst>
            <pc:docMk/>
            <pc:sldMk cId="3585254453" sldId="2147482716"/>
            <ac:spMk id="2" creationId="{844B2CD2-D80F-012A-2FE3-C80A9D173CA9}"/>
          </ac:spMkLst>
        </pc:spChg>
        <pc:spChg chg="mod">
          <ac:chgData name="Mohamed Ali" userId="c0c10aba-c922-46fb-868a-1a879be00c0a" providerId="ADAL" clId="{DDBD1064-CDC2-4472-9EF9-077D90B3AADC}" dt="2025-09-01T08:40:31.014" v="1370" actId="207"/>
          <ac:spMkLst>
            <pc:docMk/>
            <pc:sldMk cId="3585254453" sldId="2147482716"/>
            <ac:spMk id="3" creationId="{0377E630-F842-E8B9-EF33-133CCC863F7F}"/>
          </ac:spMkLst>
        </pc:spChg>
        <pc:spChg chg="add mod">
          <ac:chgData name="Mohamed Ali" userId="c0c10aba-c922-46fb-868a-1a879be00c0a" providerId="ADAL" clId="{DDBD1064-CDC2-4472-9EF9-077D90B3AADC}" dt="2025-09-01T11:04:50.548" v="2373"/>
          <ac:spMkLst>
            <pc:docMk/>
            <pc:sldMk cId="3585254453" sldId="2147482716"/>
            <ac:spMk id="4" creationId="{5722F7F5-B2E9-AC5E-09B6-DADDE51182C0}"/>
          </ac:spMkLst>
        </pc:spChg>
        <pc:spChg chg="mod">
          <ac:chgData name="Mohamed Ali" userId="c0c10aba-c922-46fb-868a-1a879be00c0a" providerId="ADAL" clId="{DDBD1064-CDC2-4472-9EF9-077D90B3AADC}" dt="2025-09-01T08:40:46.331" v="1372" actId="207"/>
          <ac:spMkLst>
            <pc:docMk/>
            <pc:sldMk cId="3585254453" sldId="2147482716"/>
            <ac:spMk id="5" creationId="{575EC868-683E-2DE8-47BB-62A581F0DFA2}"/>
          </ac:spMkLst>
        </pc:spChg>
        <pc:spChg chg="mod">
          <ac:chgData name="Mohamed Ali" userId="c0c10aba-c922-46fb-868a-1a879be00c0a" providerId="ADAL" clId="{DDBD1064-CDC2-4472-9EF9-077D90B3AADC}" dt="2025-09-01T07:20:38.578" v="317"/>
          <ac:spMkLst>
            <pc:docMk/>
            <pc:sldMk cId="3585254453" sldId="2147482716"/>
            <ac:spMk id="7" creationId="{830D53F6-EF78-8C79-A631-1F701132B556}"/>
          </ac:spMkLst>
        </pc:spChg>
        <pc:spChg chg="add mod">
          <ac:chgData name="Mohamed Ali" userId="c0c10aba-c922-46fb-868a-1a879be00c0a" providerId="ADAL" clId="{DDBD1064-CDC2-4472-9EF9-077D90B3AADC}" dt="2025-09-01T12:46:53.813" v="3277"/>
          <ac:spMkLst>
            <pc:docMk/>
            <pc:sldMk cId="3585254453" sldId="2147482716"/>
            <ac:spMk id="8" creationId="{5A417698-D12E-27BF-B129-0CA46E03EA12}"/>
          </ac:spMkLst>
        </pc:spChg>
        <pc:spChg chg="add mod">
          <ac:chgData name="Mohamed Ali" userId="c0c10aba-c922-46fb-868a-1a879be00c0a" providerId="ADAL" clId="{DDBD1064-CDC2-4472-9EF9-077D90B3AADC}" dt="2025-09-01T12:46:53.813" v="3277"/>
          <ac:spMkLst>
            <pc:docMk/>
            <pc:sldMk cId="3585254453" sldId="2147482716"/>
            <ac:spMk id="10" creationId="{93B65AA6-126A-1AA6-416F-3C51066BD7C4}"/>
          </ac:spMkLst>
        </pc:spChg>
        <pc:spChg chg="add mod">
          <ac:chgData name="Mohamed Ali" userId="c0c10aba-c922-46fb-868a-1a879be00c0a" providerId="ADAL" clId="{DDBD1064-CDC2-4472-9EF9-077D90B3AADC}" dt="2025-09-01T12:46:53.813" v="3277"/>
          <ac:spMkLst>
            <pc:docMk/>
            <pc:sldMk cId="3585254453" sldId="2147482716"/>
            <ac:spMk id="11" creationId="{BF661998-42F1-110D-D533-7D1D877F9A00}"/>
          </ac:spMkLst>
        </pc:spChg>
        <pc:spChg chg="mod">
          <ac:chgData name="Mohamed Ali" userId="c0c10aba-c922-46fb-868a-1a879be00c0a" providerId="ADAL" clId="{DDBD1064-CDC2-4472-9EF9-077D90B3AADC}" dt="2025-09-01T08:40:23.515" v="1369" actId="207"/>
          <ac:spMkLst>
            <pc:docMk/>
            <pc:sldMk cId="3585254453" sldId="2147482716"/>
            <ac:spMk id="12" creationId="{9D739BB6-A707-CC73-8435-5E088F698987}"/>
          </ac:spMkLst>
        </pc:spChg>
        <pc:spChg chg="add mod">
          <ac:chgData name="Mohamed Ali" userId="c0c10aba-c922-46fb-868a-1a879be00c0a" providerId="ADAL" clId="{DDBD1064-CDC2-4472-9EF9-077D90B3AADC}" dt="2025-09-02T06:50:41.404" v="4718"/>
          <ac:spMkLst>
            <pc:docMk/>
            <pc:sldMk cId="3585254453" sldId="2147482716"/>
            <ac:spMk id="13" creationId="{7F9EB2BE-3BCD-0C0F-5128-318AEC04E2E0}"/>
          </ac:spMkLst>
        </pc:spChg>
        <pc:spChg chg="mod">
          <ac:chgData name="Mohamed Ali" userId="c0c10aba-c922-46fb-868a-1a879be00c0a" providerId="ADAL" clId="{DDBD1064-CDC2-4472-9EF9-077D90B3AADC}" dt="2025-09-01T07:23:26.606" v="383" actId="1076"/>
          <ac:spMkLst>
            <pc:docMk/>
            <pc:sldMk cId="3585254453" sldId="2147482716"/>
            <ac:spMk id="32" creationId="{27DE9567-36CC-E5DC-3B9B-10B4DEE5C951}"/>
          </ac:spMkLst>
        </pc:spChg>
        <pc:spChg chg="mod">
          <ac:chgData name="Mohamed Ali" userId="c0c10aba-c922-46fb-868a-1a879be00c0a" providerId="ADAL" clId="{DDBD1064-CDC2-4472-9EF9-077D90B3AADC}" dt="2025-09-01T07:24:51.675" v="397" actId="1076"/>
          <ac:spMkLst>
            <pc:docMk/>
            <pc:sldMk cId="3585254453" sldId="2147482716"/>
            <ac:spMk id="33" creationId="{4863B502-EB56-0E6A-D4AC-2470A5F81CD7}"/>
          </ac:spMkLst>
        </pc:spChg>
        <pc:spChg chg="mod">
          <ac:chgData name="Mohamed Ali" userId="c0c10aba-c922-46fb-868a-1a879be00c0a" providerId="ADAL" clId="{DDBD1064-CDC2-4472-9EF9-077D90B3AADC}" dt="2025-09-01T07:22:47.973" v="374" actId="113"/>
          <ac:spMkLst>
            <pc:docMk/>
            <pc:sldMk cId="3585254453" sldId="2147482716"/>
            <ac:spMk id="35" creationId="{C41D8990-4385-2D56-3361-E4B31B02AE5F}"/>
          </ac:spMkLst>
        </pc:spChg>
        <pc:spChg chg="mod">
          <ac:chgData name="Mohamed Ali" userId="c0c10aba-c922-46fb-868a-1a879be00c0a" providerId="ADAL" clId="{DDBD1064-CDC2-4472-9EF9-077D90B3AADC}" dt="2025-09-01T08:40:59.612" v="1375" actId="207"/>
          <ac:spMkLst>
            <pc:docMk/>
            <pc:sldMk cId="3585254453" sldId="2147482716"/>
            <ac:spMk id="38" creationId="{FFF96803-F789-D1D5-06A6-4FCE14AE8C1A}"/>
          </ac:spMkLst>
        </pc:spChg>
        <pc:spChg chg="mod">
          <ac:chgData name="Mohamed Ali" userId="c0c10aba-c922-46fb-868a-1a879be00c0a" providerId="ADAL" clId="{DDBD1064-CDC2-4472-9EF9-077D90B3AADC}" dt="2025-09-01T07:21:04.377" v="365" actId="20577"/>
          <ac:spMkLst>
            <pc:docMk/>
            <pc:sldMk cId="3585254453" sldId="2147482716"/>
            <ac:spMk id="39" creationId="{E97A382F-FCC5-27C0-8DD2-8E0F9C1A79FD}"/>
          </ac:spMkLst>
        </pc:spChg>
        <pc:spChg chg="mod">
          <ac:chgData name="Mohamed Ali" userId="c0c10aba-c922-46fb-868a-1a879be00c0a" providerId="ADAL" clId="{DDBD1064-CDC2-4472-9EF9-077D90B3AADC}" dt="2025-09-01T08:40:55.112" v="1374" actId="207"/>
          <ac:spMkLst>
            <pc:docMk/>
            <pc:sldMk cId="3585254453" sldId="2147482716"/>
            <ac:spMk id="40" creationId="{B86B68D0-4175-7CE2-C584-1D4DC6CB1534}"/>
          </ac:spMkLst>
        </pc:spChg>
        <pc:spChg chg="mod">
          <ac:chgData name="Mohamed Ali" userId="c0c10aba-c922-46fb-868a-1a879be00c0a" providerId="ADAL" clId="{DDBD1064-CDC2-4472-9EF9-077D90B3AADC}" dt="2025-09-01T08:40:59.612" v="1375" actId="207"/>
          <ac:spMkLst>
            <pc:docMk/>
            <pc:sldMk cId="3585254453" sldId="2147482716"/>
            <ac:spMk id="41" creationId="{3912550C-DD9E-8CF5-D989-0CDBA81D5FDD}"/>
          </ac:spMkLst>
        </pc:spChg>
        <pc:spChg chg="mod">
          <ac:chgData name="Mohamed Ali" userId="c0c10aba-c922-46fb-868a-1a879be00c0a" providerId="ADAL" clId="{DDBD1064-CDC2-4472-9EF9-077D90B3AADC}" dt="2025-09-01T08:40:37.848" v="1371" actId="207"/>
          <ac:spMkLst>
            <pc:docMk/>
            <pc:sldMk cId="3585254453" sldId="2147482716"/>
            <ac:spMk id="42" creationId="{2000CF53-F527-474D-08D7-A2DFDFBCCEBA}"/>
          </ac:spMkLst>
        </pc:spChg>
        <pc:spChg chg="mod">
          <ac:chgData name="Mohamed Ali" userId="c0c10aba-c922-46fb-868a-1a879be00c0a" providerId="ADAL" clId="{DDBD1064-CDC2-4472-9EF9-077D90B3AADC}" dt="2025-09-01T08:40:52.606" v="1373" actId="207"/>
          <ac:spMkLst>
            <pc:docMk/>
            <pc:sldMk cId="3585254453" sldId="2147482716"/>
            <ac:spMk id="51" creationId="{9C8BE77C-6B3D-C4C5-AEDC-9FB3EC30FC85}"/>
          </ac:spMkLst>
        </pc:spChg>
        <pc:spChg chg="mod">
          <ac:chgData name="Mohamed Ali" userId="c0c10aba-c922-46fb-868a-1a879be00c0a" providerId="ADAL" clId="{DDBD1064-CDC2-4472-9EF9-077D90B3AADC}" dt="2025-09-01T07:24:21.396" v="391" actId="113"/>
          <ac:spMkLst>
            <pc:docMk/>
            <pc:sldMk cId="3585254453" sldId="2147482716"/>
            <ac:spMk id="52" creationId="{EE3763D8-9D8C-F2F5-6BF7-CCBE1CB14805}"/>
          </ac:spMkLst>
        </pc:spChg>
        <pc:grpChg chg="mod">
          <ac:chgData name="Mohamed Ali" userId="c0c10aba-c922-46fb-868a-1a879be00c0a" providerId="ADAL" clId="{DDBD1064-CDC2-4472-9EF9-077D90B3AADC}" dt="2025-09-01T12:48:25.111" v="3357" actId="1076"/>
          <ac:grpSpMkLst>
            <pc:docMk/>
            <pc:sldMk cId="3585254453" sldId="2147482716"/>
            <ac:grpSpMk id="53" creationId="{EE3A64DB-BB27-6F22-4F2E-3D53D37630E9}"/>
          </ac:grpSpMkLst>
        </pc:grpChg>
        <pc:picChg chg="add mod">
          <ac:chgData name="Mohamed Ali" userId="c0c10aba-c922-46fb-868a-1a879be00c0a" providerId="ADAL" clId="{DDBD1064-CDC2-4472-9EF9-077D90B3AADC}" dt="2025-09-01T09:13:49.021" v="1611"/>
          <ac:picMkLst>
            <pc:docMk/>
            <pc:sldMk cId="3585254453" sldId="2147482716"/>
            <ac:picMk id="6" creationId="{CA359976-AF61-F0F9-5181-EA4334DE3216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2683448384" sldId="2147482957"/>
        </pc:sldMkLst>
        <pc:spChg chg="add mod">
          <ac:chgData name="Mohamed Ali" userId="c0c10aba-c922-46fb-868a-1a879be00c0a" providerId="ADAL" clId="{DDBD1064-CDC2-4472-9EF9-077D90B3AADC}" dt="2025-09-01T12:47:31.476" v="3327"/>
          <ac:spMkLst>
            <pc:docMk/>
            <pc:sldMk cId="2683448384" sldId="2147482957"/>
            <ac:spMk id="4" creationId="{C0AEB13A-2E10-1E3B-E2A8-8B1CB4F078BD}"/>
          </ac:spMkLst>
        </pc:spChg>
        <pc:spChg chg="add mod">
          <ac:chgData name="Mohamed Ali" userId="c0c10aba-c922-46fb-868a-1a879be00c0a" providerId="ADAL" clId="{DDBD1064-CDC2-4472-9EF9-077D90B3AADC}" dt="2025-09-01T12:50:23.503" v="3373" actId="242"/>
          <ac:spMkLst>
            <pc:docMk/>
            <pc:sldMk cId="2683448384" sldId="2147482957"/>
            <ac:spMk id="6" creationId="{C51EA107-5E62-A404-5C3D-6F7EDACA3EB1}"/>
          </ac:spMkLst>
        </pc:spChg>
        <pc:spChg chg="add mod">
          <ac:chgData name="Mohamed Ali" userId="c0c10aba-c922-46fb-868a-1a879be00c0a" providerId="ADAL" clId="{DDBD1064-CDC2-4472-9EF9-077D90B3AADC}" dt="2025-09-01T12:47:31.476" v="3327"/>
          <ac:spMkLst>
            <pc:docMk/>
            <pc:sldMk cId="2683448384" sldId="2147482957"/>
            <ac:spMk id="7" creationId="{EB7F024A-A5C9-5E88-902D-8F391876749C}"/>
          </ac:spMkLst>
        </pc:spChg>
        <pc:spChg chg="add mod">
          <ac:chgData name="Mohamed Ali" userId="c0c10aba-c922-46fb-868a-1a879be00c0a" providerId="ADAL" clId="{DDBD1064-CDC2-4472-9EF9-077D90B3AADC}" dt="2025-09-01T12:47:31.476" v="3327"/>
          <ac:spMkLst>
            <pc:docMk/>
            <pc:sldMk cId="2683448384" sldId="2147482957"/>
            <ac:spMk id="8" creationId="{ACA92ADF-8F4D-D047-740D-4924BD369266}"/>
          </ac:spMkLst>
        </pc:spChg>
        <pc:spChg chg="add mod">
          <ac:chgData name="Mohamed Ali" userId="c0c10aba-c922-46fb-868a-1a879be00c0a" providerId="ADAL" clId="{DDBD1064-CDC2-4472-9EF9-077D90B3AADC}" dt="2025-09-02T06:51:17.087" v="4761"/>
          <ac:spMkLst>
            <pc:docMk/>
            <pc:sldMk cId="2683448384" sldId="2147482957"/>
            <ac:spMk id="9" creationId="{F86E3B61-8C35-C26C-16E7-04A37A4CDD56}"/>
          </ac:spMkLst>
        </pc:spChg>
        <pc:picChg chg="add mod">
          <ac:chgData name="Mohamed Ali" userId="c0c10aba-c922-46fb-868a-1a879be00c0a" providerId="ADAL" clId="{DDBD1064-CDC2-4472-9EF9-077D90B3AADC}" dt="2025-09-01T11:09:00.393" v="2533"/>
          <ac:picMkLst>
            <pc:docMk/>
            <pc:sldMk cId="2683448384" sldId="2147482957"/>
            <ac:picMk id="5" creationId="{FA5AE63F-0B6D-46D7-810B-0C9054DA1006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0" sldId="2147482961"/>
        </pc:sldMkLst>
        <pc:spChg chg="add mod">
          <ac:chgData name="Mohamed Ali" userId="c0c10aba-c922-46fb-868a-1a879be00c0a" providerId="ADAL" clId="{DDBD1064-CDC2-4472-9EF9-077D90B3AADC}" dt="2025-09-01T12:47:36.030" v="3331"/>
          <ac:spMkLst>
            <pc:docMk/>
            <pc:sldMk cId="0" sldId="2147482961"/>
            <ac:spMk id="2" creationId="{51212DA6-B6F6-33A7-8EFB-5FF68F7785B9}"/>
          </ac:spMkLst>
        </pc:spChg>
        <pc:spChg chg="mod">
          <ac:chgData name="Mohamed Ali" userId="c0c10aba-c922-46fb-868a-1a879be00c0a" providerId="ADAL" clId="{DDBD1064-CDC2-4472-9EF9-077D90B3AADC}" dt="2025-09-01T07:31:21.671" v="637" actId="20577"/>
          <ac:spMkLst>
            <pc:docMk/>
            <pc:sldMk cId="0" sldId="2147482961"/>
            <ac:spMk id="5" creationId="{AF169935-0D1B-20DE-0ABC-832942B1E617}"/>
          </ac:spMkLst>
        </pc:spChg>
        <pc:spChg chg="add mod">
          <ac:chgData name="Mohamed Ali" userId="c0c10aba-c922-46fb-868a-1a879be00c0a" providerId="ADAL" clId="{DDBD1064-CDC2-4472-9EF9-077D90B3AADC}" dt="2025-09-01T11:09:20.432" v="2546"/>
          <ac:spMkLst>
            <pc:docMk/>
            <pc:sldMk cId="0" sldId="2147482961"/>
            <ac:spMk id="6" creationId="{91954044-DB02-B666-DD53-80C5E3CDEF27}"/>
          </ac:spMkLst>
        </pc:spChg>
        <pc:spChg chg="add mod">
          <ac:chgData name="Mohamed Ali" userId="c0c10aba-c922-46fb-868a-1a879be00c0a" providerId="ADAL" clId="{DDBD1064-CDC2-4472-9EF9-077D90B3AADC}" dt="2025-09-01T12:47:36.030" v="3331"/>
          <ac:spMkLst>
            <pc:docMk/>
            <pc:sldMk cId="0" sldId="2147482961"/>
            <ac:spMk id="8" creationId="{3061F408-5A16-8E0E-5BB6-ACD54AD97F5C}"/>
          </ac:spMkLst>
        </pc:spChg>
        <pc:spChg chg="add mod">
          <ac:chgData name="Mohamed Ali" userId="c0c10aba-c922-46fb-868a-1a879be00c0a" providerId="ADAL" clId="{DDBD1064-CDC2-4472-9EF9-077D90B3AADC}" dt="2025-09-01T12:47:36.030" v="3331"/>
          <ac:spMkLst>
            <pc:docMk/>
            <pc:sldMk cId="0" sldId="2147482961"/>
            <ac:spMk id="9" creationId="{FA9728F8-5C86-F5FF-E0FC-FF44D8A53DB1}"/>
          </ac:spMkLst>
        </pc:spChg>
        <pc:spChg chg="add mod">
          <ac:chgData name="Mohamed Ali" userId="c0c10aba-c922-46fb-868a-1a879be00c0a" providerId="ADAL" clId="{DDBD1064-CDC2-4472-9EF9-077D90B3AADC}" dt="2025-09-02T06:51:19.824" v="4765"/>
          <ac:spMkLst>
            <pc:docMk/>
            <pc:sldMk cId="0" sldId="2147482961"/>
            <ac:spMk id="10" creationId="{1551632B-DF1F-FA47-C8A5-6C29ED8CD5F0}"/>
          </ac:spMkLst>
        </pc:spChg>
        <pc:spChg chg="mod">
          <ac:chgData name="Mohamed Ali" userId="c0c10aba-c922-46fb-868a-1a879be00c0a" providerId="ADAL" clId="{DDBD1064-CDC2-4472-9EF9-077D90B3AADC}" dt="2025-09-01T07:31:41.066" v="645" actId="20577"/>
          <ac:spMkLst>
            <pc:docMk/>
            <pc:sldMk cId="0" sldId="2147482961"/>
            <ac:spMk id="594" creationId="{5550C8FB-8DCD-988E-0948-B2F5DE2543CB}"/>
          </ac:spMkLst>
        </pc:spChg>
        <pc:picChg chg="add mod">
          <ac:chgData name="Mohamed Ali" userId="c0c10aba-c922-46fb-868a-1a879be00c0a" providerId="ADAL" clId="{DDBD1064-CDC2-4472-9EF9-077D90B3AADC}" dt="2025-09-01T11:09:20.432" v="2546"/>
          <ac:picMkLst>
            <pc:docMk/>
            <pc:sldMk cId="0" sldId="2147482961"/>
            <ac:picMk id="4" creationId="{F4727459-46E6-0BC4-0AD7-DBA7B13FF294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2632616063" sldId="2147482962"/>
        </pc:sldMkLst>
        <pc:spChg chg="add mod">
          <ac:chgData name="Mohamed Ali" userId="c0c10aba-c922-46fb-868a-1a879be00c0a" providerId="ADAL" clId="{DDBD1064-CDC2-4472-9EF9-077D90B3AADC}" dt="2025-09-01T12:47:36.685" v="3332"/>
          <ac:spMkLst>
            <pc:docMk/>
            <pc:sldMk cId="2632616063" sldId="2147482962"/>
            <ac:spMk id="3" creationId="{22B463F7-2A5B-663B-4E74-D04B18FE5AE9}"/>
          </ac:spMkLst>
        </pc:spChg>
        <pc:spChg chg="add mod">
          <ac:chgData name="Mohamed Ali" userId="c0c10aba-c922-46fb-868a-1a879be00c0a" providerId="ADAL" clId="{DDBD1064-CDC2-4472-9EF9-077D90B3AADC}" dt="2025-09-01T11:09:23.117" v="2548"/>
          <ac:spMkLst>
            <pc:docMk/>
            <pc:sldMk cId="2632616063" sldId="2147482962"/>
            <ac:spMk id="5" creationId="{B74E24B8-CF54-DE41-9BA2-5F06C6CDAAE8}"/>
          </ac:spMkLst>
        </pc:spChg>
        <pc:spChg chg="add mod">
          <ac:chgData name="Mohamed Ali" userId="c0c10aba-c922-46fb-868a-1a879be00c0a" providerId="ADAL" clId="{DDBD1064-CDC2-4472-9EF9-077D90B3AADC}" dt="2025-09-01T12:47:36.685" v="3332"/>
          <ac:spMkLst>
            <pc:docMk/>
            <pc:sldMk cId="2632616063" sldId="2147482962"/>
            <ac:spMk id="6" creationId="{DAFBFA11-2689-6F84-7256-2B5CAA53ED85}"/>
          </ac:spMkLst>
        </pc:spChg>
        <pc:spChg chg="add mod">
          <ac:chgData name="Mohamed Ali" userId="c0c10aba-c922-46fb-868a-1a879be00c0a" providerId="ADAL" clId="{DDBD1064-CDC2-4472-9EF9-077D90B3AADC}" dt="2025-09-01T12:47:36.685" v="3332"/>
          <ac:spMkLst>
            <pc:docMk/>
            <pc:sldMk cId="2632616063" sldId="2147482962"/>
            <ac:spMk id="7" creationId="{53557EBA-3558-338E-541A-C062E3C66E76}"/>
          </ac:spMkLst>
        </pc:spChg>
        <pc:spChg chg="add mod">
          <ac:chgData name="Mohamed Ali" userId="c0c10aba-c922-46fb-868a-1a879be00c0a" providerId="ADAL" clId="{DDBD1064-CDC2-4472-9EF9-077D90B3AADC}" dt="2025-09-02T06:51:20.515" v="4766"/>
          <ac:spMkLst>
            <pc:docMk/>
            <pc:sldMk cId="2632616063" sldId="2147482962"/>
            <ac:spMk id="8" creationId="{278F20C2-DF11-D6EB-CB74-25FAD41E0CCB}"/>
          </ac:spMkLst>
        </pc:spChg>
        <pc:picChg chg="add mod">
          <ac:chgData name="Mohamed Ali" userId="c0c10aba-c922-46fb-868a-1a879be00c0a" providerId="ADAL" clId="{DDBD1064-CDC2-4472-9EF9-077D90B3AADC}" dt="2025-09-01T11:09:23.117" v="2548"/>
          <ac:picMkLst>
            <pc:docMk/>
            <pc:sldMk cId="2632616063" sldId="2147482962"/>
            <ac:picMk id="4" creationId="{B55DE318-156B-BADA-7DE5-476C5327EC28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1705217814" sldId="2147482963"/>
        </pc:sldMkLst>
        <pc:spChg chg="add mod">
          <ac:chgData name="Mohamed Ali" userId="c0c10aba-c922-46fb-868a-1a879be00c0a" providerId="ADAL" clId="{DDBD1064-CDC2-4472-9EF9-077D90B3AADC}" dt="2025-09-01T12:47:41.664" v="3338"/>
          <ac:spMkLst>
            <pc:docMk/>
            <pc:sldMk cId="1705217814" sldId="2147482963"/>
            <ac:spMk id="4" creationId="{10A35603-13B1-6C08-DF42-9B6430E1B709}"/>
          </ac:spMkLst>
        </pc:spChg>
        <pc:spChg chg="add mod">
          <ac:chgData name="Mohamed Ali" userId="c0c10aba-c922-46fb-868a-1a879be00c0a" providerId="ADAL" clId="{DDBD1064-CDC2-4472-9EF9-077D90B3AADC}" dt="2025-09-01T11:09:38.772" v="2559"/>
          <ac:spMkLst>
            <pc:docMk/>
            <pc:sldMk cId="1705217814" sldId="2147482963"/>
            <ac:spMk id="6" creationId="{02E3BB32-CCFD-4C3B-B5E8-82B13FF6163B}"/>
          </ac:spMkLst>
        </pc:spChg>
        <pc:spChg chg="add mod">
          <ac:chgData name="Mohamed Ali" userId="c0c10aba-c922-46fb-868a-1a879be00c0a" providerId="ADAL" clId="{DDBD1064-CDC2-4472-9EF9-077D90B3AADC}" dt="2025-09-01T12:47:41.664" v="3338"/>
          <ac:spMkLst>
            <pc:docMk/>
            <pc:sldMk cId="1705217814" sldId="2147482963"/>
            <ac:spMk id="7" creationId="{7A0054DF-D8D1-B04A-5CFA-1724A8EC6719}"/>
          </ac:spMkLst>
        </pc:spChg>
        <pc:spChg chg="add mod">
          <ac:chgData name="Mohamed Ali" userId="c0c10aba-c922-46fb-868a-1a879be00c0a" providerId="ADAL" clId="{DDBD1064-CDC2-4472-9EF9-077D90B3AADC}" dt="2025-09-01T12:47:41.664" v="3338"/>
          <ac:spMkLst>
            <pc:docMk/>
            <pc:sldMk cId="1705217814" sldId="2147482963"/>
            <ac:spMk id="8" creationId="{42B82DF7-B649-8213-78A8-1123233E0E7E}"/>
          </ac:spMkLst>
        </pc:spChg>
        <pc:spChg chg="add mod">
          <ac:chgData name="Mohamed Ali" userId="c0c10aba-c922-46fb-868a-1a879be00c0a" providerId="ADAL" clId="{DDBD1064-CDC2-4472-9EF9-077D90B3AADC}" dt="2025-09-02T06:51:24.237" v="4772"/>
          <ac:spMkLst>
            <pc:docMk/>
            <pc:sldMk cId="1705217814" sldId="2147482963"/>
            <ac:spMk id="9" creationId="{A2E96C7E-64F7-978D-1F23-AB1827F10CBC}"/>
          </ac:spMkLst>
        </pc:spChg>
        <pc:picChg chg="add mod">
          <ac:chgData name="Mohamed Ali" userId="c0c10aba-c922-46fb-868a-1a879be00c0a" providerId="ADAL" clId="{DDBD1064-CDC2-4472-9EF9-077D90B3AADC}" dt="2025-09-01T11:09:38.772" v="2559"/>
          <ac:picMkLst>
            <pc:docMk/>
            <pc:sldMk cId="1705217814" sldId="2147482963"/>
            <ac:picMk id="5" creationId="{C3E1BB8C-14A3-D9AA-E723-D237460284A5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3229102181" sldId="2147482964"/>
        </pc:sldMkLst>
        <pc:spChg chg="add mod">
          <ac:chgData name="Mohamed Ali" userId="c0c10aba-c922-46fb-868a-1a879be00c0a" providerId="ADAL" clId="{DDBD1064-CDC2-4472-9EF9-077D90B3AADC}" dt="2025-09-01T12:47:42.270" v="3339"/>
          <ac:spMkLst>
            <pc:docMk/>
            <pc:sldMk cId="3229102181" sldId="2147482964"/>
            <ac:spMk id="2" creationId="{FD9B5E99-0A71-5482-226F-DECCF6EEE70D}"/>
          </ac:spMkLst>
        </pc:spChg>
        <pc:spChg chg="add mod">
          <ac:chgData name="Mohamed Ali" userId="c0c10aba-c922-46fb-868a-1a879be00c0a" providerId="ADAL" clId="{DDBD1064-CDC2-4472-9EF9-077D90B3AADC}" dt="2025-09-01T11:09:40.961" v="2561"/>
          <ac:spMkLst>
            <pc:docMk/>
            <pc:sldMk cId="3229102181" sldId="2147482964"/>
            <ac:spMk id="6" creationId="{8C78F8F7-7455-F128-45DD-FAA652FF3700}"/>
          </ac:spMkLst>
        </pc:spChg>
        <pc:spChg chg="add mod">
          <ac:chgData name="Mohamed Ali" userId="c0c10aba-c922-46fb-868a-1a879be00c0a" providerId="ADAL" clId="{DDBD1064-CDC2-4472-9EF9-077D90B3AADC}" dt="2025-09-01T12:47:42.270" v="3339"/>
          <ac:spMkLst>
            <pc:docMk/>
            <pc:sldMk cId="3229102181" sldId="2147482964"/>
            <ac:spMk id="7" creationId="{5314FDF4-A41B-F461-7526-B4470B3B2485}"/>
          </ac:spMkLst>
        </pc:spChg>
        <pc:spChg chg="add mod">
          <ac:chgData name="Mohamed Ali" userId="c0c10aba-c922-46fb-868a-1a879be00c0a" providerId="ADAL" clId="{DDBD1064-CDC2-4472-9EF9-077D90B3AADC}" dt="2025-09-01T12:47:42.270" v="3339"/>
          <ac:spMkLst>
            <pc:docMk/>
            <pc:sldMk cId="3229102181" sldId="2147482964"/>
            <ac:spMk id="8" creationId="{DF59250D-EC7A-0367-919C-E1C95930148A}"/>
          </ac:spMkLst>
        </pc:spChg>
        <pc:spChg chg="add mod">
          <ac:chgData name="Mohamed Ali" userId="c0c10aba-c922-46fb-868a-1a879be00c0a" providerId="ADAL" clId="{DDBD1064-CDC2-4472-9EF9-077D90B3AADC}" dt="2025-09-02T06:51:25.073" v="4773"/>
          <ac:spMkLst>
            <pc:docMk/>
            <pc:sldMk cId="3229102181" sldId="2147482964"/>
            <ac:spMk id="9" creationId="{DCC96EC7-1352-2287-8C0D-843EC0161919}"/>
          </ac:spMkLst>
        </pc:spChg>
        <pc:picChg chg="add mod">
          <ac:chgData name="Mohamed Ali" userId="c0c10aba-c922-46fb-868a-1a879be00c0a" providerId="ADAL" clId="{DDBD1064-CDC2-4472-9EF9-077D90B3AADC}" dt="2025-09-01T11:09:40.961" v="2561"/>
          <ac:picMkLst>
            <pc:docMk/>
            <pc:sldMk cId="3229102181" sldId="2147482964"/>
            <ac:picMk id="4" creationId="{08E4C4B5-6766-8123-9B93-78D0DBCD1672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4171735759" sldId="2147482970"/>
        </pc:sldMkLst>
        <pc:spChg chg="add mod">
          <ac:chgData name="Mohamed Ali" userId="c0c10aba-c922-46fb-868a-1a879be00c0a" providerId="ADAL" clId="{DDBD1064-CDC2-4472-9EF9-077D90B3AADC}" dt="2025-09-02T06:51:36.750" v="4790"/>
          <ac:spMkLst>
            <pc:docMk/>
            <pc:sldMk cId="4171735759" sldId="2147482970"/>
            <ac:spMk id="10" creationId="{9C9BBAC6-A14C-797E-7E1A-DA4A594A7219}"/>
          </ac:spMkLst>
        </pc:spChg>
        <pc:spChg chg="add mod">
          <ac:chgData name="Mohamed Ali" userId="c0c10aba-c922-46fb-868a-1a879be00c0a" providerId="ADAL" clId="{DDBD1064-CDC2-4472-9EF9-077D90B3AADC}" dt="2025-09-02T06:51:38.908" v="4792"/>
          <ac:spMkLst>
            <pc:docMk/>
            <pc:sldMk cId="4171735759" sldId="2147482970"/>
            <ac:spMk id="11" creationId="{07503D06-876F-3C31-5DC3-65048F597B3E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708469442" sldId="2147483058"/>
        </pc:sldMkLst>
        <pc:spChg chg="add mod">
          <ac:chgData name="Mohamed Ali" userId="c0c10aba-c922-46fb-868a-1a879be00c0a" providerId="ADAL" clId="{DDBD1064-CDC2-4472-9EF9-077D90B3AADC}" dt="2025-09-01T11:05:41.568" v="2405" actId="207"/>
          <ac:spMkLst>
            <pc:docMk/>
            <pc:sldMk cId="3708469442" sldId="2147483058"/>
            <ac:spMk id="7" creationId="{7B0D360E-911E-02AF-1A88-C08ECB596F53}"/>
          </ac:spMkLst>
        </pc:spChg>
        <pc:spChg chg="add mod">
          <ac:chgData name="Mohamed Ali" userId="c0c10aba-c922-46fb-868a-1a879be00c0a" providerId="ADAL" clId="{DDBD1064-CDC2-4472-9EF9-077D90B3AADC}" dt="2025-09-01T12:47:00.247" v="3285"/>
          <ac:spMkLst>
            <pc:docMk/>
            <pc:sldMk cId="3708469442" sldId="2147483058"/>
            <ac:spMk id="10" creationId="{B8574ACB-DAB6-CED3-1691-A3D48700FF58}"/>
          </ac:spMkLst>
        </pc:spChg>
        <pc:spChg chg="add mod">
          <ac:chgData name="Mohamed Ali" userId="c0c10aba-c922-46fb-868a-1a879be00c0a" providerId="ADAL" clId="{DDBD1064-CDC2-4472-9EF9-077D90B3AADC}" dt="2025-09-01T12:47:00.247" v="3285"/>
          <ac:spMkLst>
            <pc:docMk/>
            <pc:sldMk cId="3708469442" sldId="2147483058"/>
            <ac:spMk id="11" creationId="{B107B4FE-0600-9663-AB90-BF5352E8CF74}"/>
          </ac:spMkLst>
        </pc:spChg>
        <pc:spChg chg="add mod">
          <ac:chgData name="Mohamed Ali" userId="c0c10aba-c922-46fb-868a-1a879be00c0a" providerId="ADAL" clId="{DDBD1064-CDC2-4472-9EF9-077D90B3AADC}" dt="2025-09-01T12:47:00.247" v="3285"/>
          <ac:spMkLst>
            <pc:docMk/>
            <pc:sldMk cId="3708469442" sldId="2147483058"/>
            <ac:spMk id="12" creationId="{71C7799F-F4BF-318E-6296-A2295B09D9C6}"/>
          </ac:spMkLst>
        </pc:spChg>
        <pc:spChg chg="add mod">
          <ac:chgData name="Mohamed Ali" userId="c0c10aba-c922-46fb-868a-1a879be00c0a" providerId="ADAL" clId="{DDBD1064-CDC2-4472-9EF9-077D90B3AADC}" dt="2025-09-02T06:50:45.798" v="4726"/>
          <ac:spMkLst>
            <pc:docMk/>
            <pc:sldMk cId="3708469442" sldId="2147483058"/>
            <ac:spMk id="13" creationId="{FF87EA25-4A38-FAEC-A02F-02FA472C26D3}"/>
          </ac:spMkLst>
        </pc:spChg>
        <pc:spChg chg="mod">
          <ac:chgData name="Mohamed Ali" userId="c0c10aba-c922-46fb-868a-1a879be00c0a" providerId="ADAL" clId="{DDBD1064-CDC2-4472-9EF9-077D90B3AADC}" dt="2025-09-01T08:23:59.455" v="1323" actId="313"/>
          <ac:spMkLst>
            <pc:docMk/>
            <pc:sldMk cId="3708469442" sldId="2147483058"/>
            <ac:spMk id="57" creationId="{17537547-B877-373C-282A-97C1A5BA8116}"/>
          </ac:spMkLst>
        </pc:spChg>
        <pc:picChg chg="add mod">
          <ac:chgData name="Mohamed Ali" userId="c0c10aba-c922-46fb-868a-1a879be00c0a" providerId="ADAL" clId="{DDBD1064-CDC2-4472-9EF9-077D90B3AADC}" dt="2025-09-01T09:14:03.638" v="1623"/>
          <ac:picMkLst>
            <pc:docMk/>
            <pc:sldMk cId="3708469442" sldId="2147483058"/>
            <ac:picMk id="8" creationId="{8E6066DF-C81F-2B03-82C6-1D0B8ABD3949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691439862" sldId="2147483060"/>
        </pc:sldMkLst>
        <pc:spChg chg="add mod">
          <ac:chgData name="Mohamed Ali" userId="c0c10aba-c922-46fb-868a-1a879be00c0a" providerId="ADAL" clId="{DDBD1064-CDC2-4472-9EF9-077D90B3AADC}" dt="2025-09-01T12:47:05.888" v="3291"/>
          <ac:spMkLst>
            <pc:docMk/>
            <pc:sldMk cId="3691439862" sldId="2147483060"/>
            <ac:spMk id="5" creationId="{6AC4F250-DED9-A11E-3B70-4CBBCB4E9108}"/>
          </ac:spMkLst>
        </pc:spChg>
        <pc:spChg chg="mod topLvl">
          <ac:chgData name="Mohamed Ali" userId="c0c10aba-c922-46fb-868a-1a879be00c0a" providerId="ADAL" clId="{DDBD1064-CDC2-4472-9EF9-077D90B3AADC}" dt="2025-09-01T11:01:44.389" v="2245" actId="207"/>
          <ac:spMkLst>
            <pc:docMk/>
            <pc:sldMk cId="3691439862" sldId="2147483060"/>
            <ac:spMk id="6" creationId="{53193805-A1FF-D382-8093-9E932F55D9C5}"/>
          </ac:spMkLst>
        </pc:spChg>
        <pc:spChg chg="mod">
          <ac:chgData name="Mohamed Ali" userId="c0c10aba-c922-46fb-868a-1a879be00c0a" providerId="ADAL" clId="{DDBD1064-CDC2-4472-9EF9-077D90B3AADC}" dt="2025-09-01T13:16:23.177" v="3642" actId="20577"/>
          <ac:spMkLst>
            <pc:docMk/>
            <pc:sldMk cId="3691439862" sldId="2147483060"/>
            <ac:spMk id="8" creationId="{36E3B09F-7F9B-6D83-C052-AAF29EAB0882}"/>
          </ac:spMkLst>
        </pc:spChg>
        <pc:spChg chg="mod topLvl">
          <ac:chgData name="Mohamed Ali" userId="c0c10aba-c922-46fb-868a-1a879be00c0a" providerId="ADAL" clId="{DDBD1064-CDC2-4472-9EF9-077D90B3AADC}" dt="2025-09-01T11:01:44.389" v="2245" actId="207"/>
          <ac:spMkLst>
            <pc:docMk/>
            <pc:sldMk cId="3691439862" sldId="2147483060"/>
            <ac:spMk id="9" creationId="{CDF15112-FA91-6334-061D-C892FF1FCFB5}"/>
          </ac:spMkLst>
        </pc:spChg>
        <pc:spChg chg="add mod">
          <ac:chgData name="Mohamed Ali" userId="c0c10aba-c922-46fb-868a-1a879be00c0a" providerId="ADAL" clId="{DDBD1064-CDC2-4472-9EF9-077D90B3AADC}" dt="2025-09-02T06:49:59.870" v="4706" actId="1036"/>
          <ac:spMkLst>
            <pc:docMk/>
            <pc:sldMk cId="3691439862" sldId="2147483060"/>
            <ac:spMk id="10" creationId="{19758425-34CD-4532-98B8-DD7260294FFA}"/>
          </ac:spMkLst>
        </pc:spChg>
        <pc:spChg chg="add mod">
          <ac:chgData name="Mohamed Ali" userId="c0c10aba-c922-46fb-868a-1a879be00c0a" providerId="ADAL" clId="{DDBD1064-CDC2-4472-9EF9-077D90B3AADC}" dt="2025-09-01T12:47:05.888" v="3291"/>
          <ac:spMkLst>
            <pc:docMk/>
            <pc:sldMk cId="3691439862" sldId="2147483060"/>
            <ac:spMk id="11" creationId="{64FEAD54-1892-DD37-FF94-5FB513B0535D}"/>
          </ac:spMkLst>
        </pc:spChg>
        <pc:spChg chg="add mod">
          <ac:chgData name="Mohamed Ali" userId="c0c10aba-c922-46fb-868a-1a879be00c0a" providerId="ADAL" clId="{DDBD1064-CDC2-4472-9EF9-077D90B3AADC}" dt="2025-09-01T12:47:05.888" v="3291"/>
          <ac:spMkLst>
            <pc:docMk/>
            <pc:sldMk cId="3691439862" sldId="2147483060"/>
            <ac:spMk id="12" creationId="{1A6306D8-FA7D-8FEC-8491-1C61487744A9}"/>
          </ac:spMkLst>
        </pc:spChg>
        <pc:spChg chg="mod topLvl">
          <ac:chgData name="Mohamed Ali" userId="c0c10aba-c922-46fb-868a-1a879be00c0a" providerId="ADAL" clId="{DDBD1064-CDC2-4472-9EF9-077D90B3AADC}" dt="2025-09-01T11:01:44.389" v="2245" actId="207"/>
          <ac:spMkLst>
            <pc:docMk/>
            <pc:sldMk cId="3691439862" sldId="2147483060"/>
            <ac:spMk id="15" creationId="{732F03D3-09DD-EA10-3069-4CA52BAFA145}"/>
          </ac:spMkLst>
        </pc:spChg>
        <pc:spChg chg="mod topLvl">
          <ac:chgData name="Mohamed Ali" userId="c0c10aba-c922-46fb-868a-1a879be00c0a" providerId="ADAL" clId="{DDBD1064-CDC2-4472-9EF9-077D90B3AADC}" dt="2025-09-01T11:01:44.389" v="2245" actId="207"/>
          <ac:spMkLst>
            <pc:docMk/>
            <pc:sldMk cId="3691439862" sldId="2147483060"/>
            <ac:spMk id="17" creationId="{0A18B3B8-BBB9-1211-F616-57AFBA31BAFF}"/>
          </ac:spMkLst>
        </pc:spChg>
        <pc:spChg chg="mod">
          <ac:chgData name="Mohamed Ali" userId="c0c10aba-c922-46fb-868a-1a879be00c0a" providerId="ADAL" clId="{DDBD1064-CDC2-4472-9EF9-077D90B3AADC}" dt="2025-09-01T11:01:11.682" v="2239" actId="207"/>
          <ac:spMkLst>
            <pc:docMk/>
            <pc:sldMk cId="3691439862" sldId="2147483060"/>
            <ac:spMk id="18" creationId="{1173E327-1031-4047-7B53-8B2E3920D9BA}"/>
          </ac:spMkLst>
        </pc:spChg>
        <pc:spChg chg="mod topLvl">
          <ac:chgData name="Mohamed Ali" userId="c0c10aba-c922-46fb-868a-1a879be00c0a" providerId="ADAL" clId="{DDBD1064-CDC2-4472-9EF9-077D90B3AADC}" dt="2025-09-01T11:00:17.747" v="2172" actId="165"/>
          <ac:spMkLst>
            <pc:docMk/>
            <pc:sldMk cId="3691439862" sldId="2147483060"/>
            <ac:spMk id="24" creationId="{8C2402C9-14E5-1752-25E5-E53C40226CAF}"/>
          </ac:spMkLst>
        </pc:spChg>
        <pc:spChg chg="mod">
          <ac:chgData name="Mohamed Ali" userId="c0c10aba-c922-46fb-868a-1a879be00c0a" providerId="ADAL" clId="{DDBD1064-CDC2-4472-9EF9-077D90B3AADC}" dt="2025-09-01T11:00:24.301" v="2174" actId="164"/>
          <ac:spMkLst>
            <pc:docMk/>
            <pc:sldMk cId="3691439862" sldId="2147483060"/>
            <ac:spMk id="26" creationId="{827288E1-8C70-B855-D795-4B28998692DF}"/>
          </ac:spMkLst>
        </pc:spChg>
        <pc:spChg chg="mod topLvl">
          <ac:chgData name="Mohamed Ali" userId="c0c10aba-c922-46fb-868a-1a879be00c0a" providerId="ADAL" clId="{DDBD1064-CDC2-4472-9EF9-077D90B3AADC}" dt="2025-09-01T11:00:24.301" v="2174" actId="164"/>
          <ac:spMkLst>
            <pc:docMk/>
            <pc:sldMk cId="3691439862" sldId="2147483060"/>
            <ac:spMk id="28" creationId="{572F10AF-763B-2741-3382-E576CA3926E3}"/>
          </ac:spMkLst>
        </pc:spChg>
        <pc:spChg chg="mod">
          <ac:chgData name="Mohamed Ali" userId="c0c10aba-c922-46fb-868a-1a879be00c0a" providerId="ADAL" clId="{DDBD1064-CDC2-4472-9EF9-077D90B3AADC}" dt="2025-09-01T11:00:24.301" v="2174" actId="164"/>
          <ac:spMkLst>
            <pc:docMk/>
            <pc:sldMk cId="3691439862" sldId="2147483060"/>
            <ac:spMk id="30" creationId="{3EE5E6C7-AD59-DEB5-75A4-A3E8C4E6292A}"/>
          </ac:spMkLst>
        </pc:spChg>
        <pc:spChg chg="mod">
          <ac:chgData name="Mohamed Ali" userId="c0c10aba-c922-46fb-868a-1a879be00c0a" providerId="ADAL" clId="{DDBD1064-CDC2-4472-9EF9-077D90B3AADC}" dt="2025-09-01T11:00:20.808" v="2173" actId="165"/>
          <ac:spMkLst>
            <pc:docMk/>
            <pc:sldMk cId="3691439862" sldId="2147483060"/>
            <ac:spMk id="32" creationId="{F5D85F3C-6BAB-EAF1-A9A0-42D1DC54FC9F}"/>
          </ac:spMkLst>
        </pc:spChg>
        <pc:spChg chg="mod">
          <ac:chgData name="Mohamed Ali" userId="c0c10aba-c922-46fb-868a-1a879be00c0a" providerId="ADAL" clId="{DDBD1064-CDC2-4472-9EF9-077D90B3AADC}" dt="2025-09-01T13:15:45.143" v="3608"/>
          <ac:spMkLst>
            <pc:docMk/>
            <pc:sldMk cId="3691439862" sldId="2147483060"/>
            <ac:spMk id="33" creationId="{0D21B1B6-39D5-C717-F6C4-83F057F7FB3F}"/>
          </ac:spMkLst>
        </pc:spChg>
        <pc:spChg chg="mod topLvl">
          <ac:chgData name="Mohamed Ali" userId="c0c10aba-c922-46fb-868a-1a879be00c0a" providerId="ADAL" clId="{DDBD1064-CDC2-4472-9EF9-077D90B3AADC}" dt="2025-09-01T13:16:00.969" v="3612"/>
          <ac:spMkLst>
            <pc:docMk/>
            <pc:sldMk cId="3691439862" sldId="2147483060"/>
            <ac:spMk id="34" creationId="{23389F34-0727-63F4-F6E3-90743AE1AD98}"/>
          </ac:spMkLst>
        </pc:spChg>
        <pc:spChg chg="mod topLvl">
          <ac:chgData name="Mohamed Ali" userId="c0c10aba-c922-46fb-868a-1a879be00c0a" providerId="ADAL" clId="{DDBD1064-CDC2-4472-9EF9-077D90B3AADC}" dt="2025-09-01T13:16:11.711" v="3615"/>
          <ac:spMkLst>
            <pc:docMk/>
            <pc:sldMk cId="3691439862" sldId="2147483060"/>
            <ac:spMk id="35" creationId="{BDF8E172-C0DB-0224-F985-DE69EC71E0BB}"/>
          </ac:spMkLst>
        </pc:spChg>
        <pc:spChg chg="mod topLvl">
          <ac:chgData name="Mohamed Ali" userId="c0c10aba-c922-46fb-868a-1a879be00c0a" providerId="ADAL" clId="{DDBD1064-CDC2-4472-9EF9-077D90B3AADC}" dt="2025-09-01T13:15:52.502" v="3610"/>
          <ac:spMkLst>
            <pc:docMk/>
            <pc:sldMk cId="3691439862" sldId="2147483060"/>
            <ac:spMk id="36" creationId="{106343CA-60C8-C547-08CD-F99AEA73389A}"/>
          </ac:spMkLst>
        </pc:spChg>
        <pc:spChg chg="add mod">
          <ac:chgData name="Mohamed Ali" userId="c0c10aba-c922-46fb-868a-1a879be00c0a" providerId="ADAL" clId="{DDBD1064-CDC2-4472-9EF9-077D90B3AADC}" dt="2025-09-02T06:24:15.868" v="4340" actId="2711"/>
          <ac:spMkLst>
            <pc:docMk/>
            <pc:sldMk cId="3691439862" sldId="2147483060"/>
            <ac:spMk id="48" creationId="{E2D76DB9-607A-8AC1-EC31-D42E2730E922}"/>
          </ac:spMkLst>
        </pc:spChg>
        <pc:spChg chg="add del mod">
          <ac:chgData name="Mohamed Ali" userId="c0c10aba-c922-46fb-868a-1a879be00c0a" providerId="ADAL" clId="{DDBD1064-CDC2-4472-9EF9-077D90B3AADC}" dt="2025-09-02T06:28:22.548" v="4408" actId="478"/>
          <ac:spMkLst>
            <pc:docMk/>
            <pc:sldMk cId="3691439862" sldId="2147483060"/>
            <ac:spMk id="49" creationId="{A7593D6F-AC0C-0FE5-4214-C0C436838444}"/>
          </ac:spMkLst>
        </pc:spChg>
        <pc:spChg chg="add del mod">
          <ac:chgData name="Mohamed Ali" userId="c0c10aba-c922-46fb-868a-1a879be00c0a" providerId="ADAL" clId="{DDBD1064-CDC2-4472-9EF9-077D90B3AADC}" dt="2025-09-02T06:14:17.096" v="4196"/>
          <ac:spMkLst>
            <pc:docMk/>
            <pc:sldMk cId="3691439862" sldId="2147483060"/>
            <ac:spMk id="50" creationId="{EBA1840D-B343-55DD-0524-FE9AFA89FCB9}"/>
          </ac:spMkLst>
        </pc:spChg>
        <pc:spChg chg="add mod">
          <ac:chgData name="Mohamed Ali" userId="c0c10aba-c922-46fb-868a-1a879be00c0a" providerId="ADAL" clId="{DDBD1064-CDC2-4472-9EF9-077D90B3AADC}" dt="2025-09-02T06:28:29.343" v="4409" actId="1076"/>
          <ac:spMkLst>
            <pc:docMk/>
            <pc:sldMk cId="3691439862" sldId="2147483060"/>
            <ac:spMk id="51" creationId="{DBB64DB7-DAC9-BAA4-FDF5-D3D2CBB10A67}"/>
          </ac:spMkLst>
        </pc:spChg>
        <pc:spChg chg="add mod">
          <ac:chgData name="Mohamed Ali" userId="c0c10aba-c922-46fb-868a-1a879be00c0a" providerId="ADAL" clId="{DDBD1064-CDC2-4472-9EF9-077D90B3AADC}" dt="2025-09-02T06:28:32.575" v="4410" actId="1076"/>
          <ac:spMkLst>
            <pc:docMk/>
            <pc:sldMk cId="3691439862" sldId="2147483060"/>
            <ac:spMk id="52" creationId="{24D0D267-C358-8947-F967-95FC9EDF0F24}"/>
          </ac:spMkLst>
        </pc:spChg>
        <pc:spChg chg="add del mod">
          <ac:chgData name="Mohamed Ali" userId="c0c10aba-c922-46fb-868a-1a879be00c0a" providerId="ADAL" clId="{DDBD1064-CDC2-4472-9EF9-077D90B3AADC}" dt="2025-09-02T06:29:13.712" v="4413" actId="478"/>
          <ac:spMkLst>
            <pc:docMk/>
            <pc:sldMk cId="3691439862" sldId="2147483060"/>
            <ac:spMk id="54" creationId="{9BA75654-0CE6-CEC4-8229-369FE9BBBA31}"/>
          </ac:spMkLst>
        </pc:spChg>
        <pc:spChg chg="add del mod">
          <ac:chgData name="Mohamed Ali" userId="c0c10aba-c922-46fb-868a-1a879be00c0a" providerId="ADAL" clId="{DDBD1064-CDC2-4472-9EF9-077D90B3AADC}" dt="2025-09-02T06:29:13.712" v="4413" actId="478"/>
          <ac:spMkLst>
            <pc:docMk/>
            <pc:sldMk cId="3691439862" sldId="2147483060"/>
            <ac:spMk id="57" creationId="{3D9E0974-FE8C-824B-5BA1-0305488ECD0D}"/>
          </ac:spMkLst>
        </pc:spChg>
        <pc:spChg chg="add del mod">
          <ac:chgData name="Mohamed Ali" userId="c0c10aba-c922-46fb-868a-1a879be00c0a" providerId="ADAL" clId="{DDBD1064-CDC2-4472-9EF9-077D90B3AADC}" dt="2025-09-02T06:29:13.712" v="4413" actId="478"/>
          <ac:spMkLst>
            <pc:docMk/>
            <pc:sldMk cId="3691439862" sldId="2147483060"/>
            <ac:spMk id="58" creationId="{C2A7DF9A-169D-9910-0A12-D50BF9027D53}"/>
          </ac:spMkLst>
        </pc:spChg>
        <pc:spChg chg="add del mod">
          <ac:chgData name="Mohamed Ali" userId="c0c10aba-c922-46fb-868a-1a879be00c0a" providerId="ADAL" clId="{DDBD1064-CDC2-4472-9EF9-077D90B3AADC}" dt="2025-09-02T06:24:47.078" v="4349" actId="478"/>
          <ac:spMkLst>
            <pc:docMk/>
            <pc:sldMk cId="3691439862" sldId="2147483060"/>
            <ac:spMk id="59" creationId="{990D6F4A-2651-1FFE-3175-A61AECA050FB}"/>
          </ac:spMkLst>
        </pc:spChg>
        <pc:spChg chg="add del mod">
          <ac:chgData name="Mohamed Ali" userId="c0c10aba-c922-46fb-868a-1a879be00c0a" providerId="ADAL" clId="{DDBD1064-CDC2-4472-9EF9-077D90B3AADC}" dt="2025-09-02T06:29:13.712" v="4413" actId="478"/>
          <ac:spMkLst>
            <pc:docMk/>
            <pc:sldMk cId="3691439862" sldId="2147483060"/>
            <ac:spMk id="60" creationId="{011B546E-DCAE-F211-0A67-6502DB852E6C}"/>
          </ac:spMkLst>
        </pc:spChg>
        <pc:spChg chg="add mod">
          <ac:chgData name="Mohamed Ali" userId="c0c10aba-c922-46fb-868a-1a879be00c0a" providerId="ADAL" clId="{DDBD1064-CDC2-4472-9EF9-077D90B3AADC}" dt="2025-09-02T06:25:05.594" v="4351"/>
          <ac:spMkLst>
            <pc:docMk/>
            <pc:sldMk cId="3691439862" sldId="2147483060"/>
            <ac:spMk id="61" creationId="{C59AAB7B-60E2-B7D0-07A3-E7C05CAFC350}"/>
          </ac:spMkLst>
        </pc:spChg>
        <pc:spChg chg="add mod">
          <ac:chgData name="Mohamed Ali" userId="c0c10aba-c922-46fb-868a-1a879be00c0a" providerId="ADAL" clId="{DDBD1064-CDC2-4472-9EF9-077D90B3AADC}" dt="2025-09-02T06:25:05.594" v="4351"/>
          <ac:spMkLst>
            <pc:docMk/>
            <pc:sldMk cId="3691439862" sldId="2147483060"/>
            <ac:spMk id="62" creationId="{9AEABF24-C549-DB65-0157-8AC6067A5D61}"/>
          </ac:spMkLst>
        </pc:spChg>
        <pc:spChg chg="add mod">
          <ac:chgData name="Mohamed Ali" userId="c0c10aba-c922-46fb-868a-1a879be00c0a" providerId="ADAL" clId="{DDBD1064-CDC2-4472-9EF9-077D90B3AADC}" dt="2025-09-02T06:30:45.072" v="4416" actId="20577"/>
          <ac:spMkLst>
            <pc:docMk/>
            <pc:sldMk cId="3691439862" sldId="2147483060"/>
            <ac:spMk id="66" creationId="{BEF14E24-DBE4-799E-26F0-E18716B881A9}"/>
          </ac:spMkLst>
        </pc:spChg>
        <pc:spChg chg="add mod">
          <ac:chgData name="Mohamed Ali" userId="c0c10aba-c922-46fb-868a-1a879be00c0a" providerId="ADAL" clId="{DDBD1064-CDC2-4472-9EF9-077D90B3AADC}" dt="2025-09-02T06:29:00.705" v="4411" actId="164"/>
          <ac:spMkLst>
            <pc:docMk/>
            <pc:sldMk cId="3691439862" sldId="2147483060"/>
            <ac:spMk id="67" creationId="{FE00DEB8-F04D-F15E-096E-884EE675398E}"/>
          </ac:spMkLst>
        </pc:spChg>
        <pc:spChg chg="add mod">
          <ac:chgData name="Mohamed Ali" userId="c0c10aba-c922-46fb-868a-1a879be00c0a" providerId="ADAL" clId="{DDBD1064-CDC2-4472-9EF9-077D90B3AADC}" dt="2025-09-02T07:17:44.082" v="5016" actId="20577"/>
          <ac:spMkLst>
            <pc:docMk/>
            <pc:sldMk cId="3691439862" sldId="2147483060"/>
            <ac:spMk id="80" creationId="{395F6001-354D-0C27-F62A-6724CC8AC391}"/>
          </ac:spMkLst>
        </pc:spChg>
        <pc:grpChg chg="add mod">
          <ac:chgData name="Mohamed Ali" userId="c0c10aba-c922-46fb-868a-1a879be00c0a" providerId="ADAL" clId="{DDBD1064-CDC2-4472-9EF9-077D90B3AADC}" dt="2025-09-02T06:29:20.505" v="4414" actId="1076"/>
          <ac:grpSpMkLst>
            <pc:docMk/>
            <pc:sldMk cId="3691439862" sldId="2147483060"/>
            <ac:grpSpMk id="79" creationId="{696DFF96-D03D-479E-56DE-C27E3157FF6F}"/>
          </ac:grpSpMkLst>
        </pc:grpChg>
        <pc:graphicFrameChg chg="add mod modGraphic">
          <ac:chgData name="Mohamed Ali" userId="c0c10aba-c922-46fb-868a-1a879be00c0a" providerId="ADAL" clId="{DDBD1064-CDC2-4472-9EF9-077D90B3AADC}" dt="2025-09-02T06:24:42.812" v="4348" actId="20577"/>
          <ac:graphicFrameMkLst>
            <pc:docMk/>
            <pc:sldMk cId="3691439862" sldId="2147483060"/>
            <ac:graphicFrameMk id="53" creationId="{FC43B622-A09F-CE19-D52B-FA557EB73E6E}"/>
          </ac:graphicFrameMkLst>
        </pc:graphicFrameChg>
        <pc:picChg chg="add mod">
          <ac:chgData name="Mohamed Ali" userId="c0c10aba-c922-46fb-868a-1a879be00c0a" providerId="ADAL" clId="{DDBD1064-CDC2-4472-9EF9-077D90B3AADC}" dt="2025-09-01T09:14:37.237" v="1634"/>
          <ac:picMkLst>
            <pc:docMk/>
            <pc:sldMk cId="3691439862" sldId="2147483060"/>
            <ac:picMk id="2" creationId="{1F78E23D-3FB2-9AF3-80AE-FEFFABED58B5}"/>
          </ac:picMkLst>
        </pc:picChg>
        <pc:cxnChg chg="add mod">
          <ac:chgData name="Mohamed Ali" userId="c0c10aba-c922-46fb-868a-1a879be00c0a" providerId="ADAL" clId="{DDBD1064-CDC2-4472-9EF9-077D90B3AADC}" dt="2025-09-02T06:25:05.594" v="4351"/>
          <ac:cxnSpMkLst>
            <pc:docMk/>
            <pc:sldMk cId="3691439862" sldId="2147483060"/>
            <ac:cxnSpMk id="63" creationId="{EB19CE2A-10F7-CC51-9F0B-E37BB5F154B0}"/>
          </ac:cxnSpMkLst>
        </pc:cxnChg>
        <pc:cxnChg chg="add mod">
          <ac:chgData name="Mohamed Ali" userId="c0c10aba-c922-46fb-868a-1a879be00c0a" providerId="ADAL" clId="{DDBD1064-CDC2-4472-9EF9-077D90B3AADC}" dt="2025-09-02T06:25:05.594" v="4351"/>
          <ac:cxnSpMkLst>
            <pc:docMk/>
            <pc:sldMk cId="3691439862" sldId="2147483060"/>
            <ac:cxnSpMk id="64" creationId="{BB104CC3-052F-9F2B-073A-6068292D70DE}"/>
          </ac:cxnSpMkLst>
        </pc:cxnChg>
        <pc:cxnChg chg="add mod">
          <ac:chgData name="Mohamed Ali" userId="c0c10aba-c922-46fb-868a-1a879be00c0a" providerId="ADAL" clId="{DDBD1064-CDC2-4472-9EF9-077D90B3AADC}" dt="2025-09-02T06:25:05.594" v="4351"/>
          <ac:cxnSpMkLst>
            <pc:docMk/>
            <pc:sldMk cId="3691439862" sldId="2147483060"/>
            <ac:cxnSpMk id="65" creationId="{1413E7FC-99D8-73BA-8A21-6C1B2251E168}"/>
          </ac:cxnSpMkLst>
        </pc:cxnChg>
        <pc:cxnChg chg="add mod">
          <ac:chgData name="Mohamed Ali" userId="c0c10aba-c922-46fb-868a-1a879be00c0a" providerId="ADAL" clId="{DDBD1064-CDC2-4472-9EF9-077D90B3AADC}" dt="2025-09-02T06:29:00.705" v="4411" actId="164"/>
          <ac:cxnSpMkLst>
            <pc:docMk/>
            <pc:sldMk cId="3691439862" sldId="2147483060"/>
            <ac:cxnSpMk id="68" creationId="{73CF5BB0-9A2A-C579-C19E-1EFE0D873389}"/>
          </ac:cxnSpMkLst>
        </pc:cxnChg>
        <pc:cxnChg chg="add mod">
          <ac:chgData name="Mohamed Ali" userId="c0c10aba-c922-46fb-868a-1a879be00c0a" providerId="ADAL" clId="{DDBD1064-CDC2-4472-9EF9-077D90B3AADC}" dt="2025-09-02T06:29:00.705" v="4411" actId="164"/>
          <ac:cxnSpMkLst>
            <pc:docMk/>
            <pc:sldMk cId="3691439862" sldId="2147483060"/>
            <ac:cxnSpMk id="69" creationId="{5C454E1E-9EE0-6A4A-F303-290AF2CA6E7E}"/>
          </ac:cxnSpMkLst>
        </pc:cxnChg>
        <pc:cxnChg chg="add mod">
          <ac:chgData name="Mohamed Ali" userId="c0c10aba-c922-46fb-868a-1a879be00c0a" providerId="ADAL" clId="{DDBD1064-CDC2-4472-9EF9-077D90B3AADC}" dt="2025-09-02T06:29:00.705" v="4411" actId="164"/>
          <ac:cxnSpMkLst>
            <pc:docMk/>
            <pc:sldMk cId="3691439862" sldId="2147483060"/>
            <ac:cxnSpMk id="70" creationId="{AFECC6BC-D9DA-2C8E-3AC3-70B9477A67DD}"/>
          </ac:cxnSpMkLst>
        </pc:cxnChg>
      </pc:sldChg>
      <pc:sldChg chg="addSp delSp modSp del mod">
        <pc:chgData name="Mohamed Ali" userId="c0c10aba-c922-46fb-868a-1a879be00c0a" providerId="ADAL" clId="{DDBD1064-CDC2-4472-9EF9-077D90B3AADC}" dt="2025-09-03T07:46:38.249" v="5387" actId="47"/>
        <pc:sldMkLst>
          <pc:docMk/>
          <pc:sldMk cId="43395206" sldId="2147483074"/>
        </pc:sldMkLst>
        <pc:spChg chg="add mod">
          <ac:chgData name="Mohamed Ali" userId="c0c10aba-c922-46fb-868a-1a879be00c0a" providerId="ADAL" clId="{DDBD1064-CDC2-4472-9EF9-077D90B3AADC}" dt="2025-09-01T12:47:24.058" v="3316"/>
          <ac:spMkLst>
            <pc:docMk/>
            <pc:sldMk cId="43395206" sldId="2147483074"/>
            <ac:spMk id="3" creationId="{13387E87-63A8-26F5-9A2E-4FE058C37B6C}"/>
          </ac:spMkLst>
        </pc:spChg>
        <pc:spChg chg="mod">
          <ac:chgData name="Mohamed Ali" userId="c0c10aba-c922-46fb-868a-1a879be00c0a" providerId="ADAL" clId="{DDBD1064-CDC2-4472-9EF9-077D90B3AADC}" dt="2025-09-02T08:03:43.260" v="5326" actId="207"/>
          <ac:spMkLst>
            <pc:docMk/>
            <pc:sldMk cId="43395206" sldId="2147483074"/>
            <ac:spMk id="4" creationId="{FF217ECD-4A19-FAC3-3FF5-D12EBB6B7CB6}"/>
          </ac:spMkLst>
        </pc:spChg>
        <pc:spChg chg="add mod">
          <ac:chgData name="Mohamed Ali" userId="c0c10aba-c922-46fb-868a-1a879be00c0a" providerId="ADAL" clId="{DDBD1064-CDC2-4472-9EF9-077D90B3AADC}" dt="2025-09-01T12:49:23.007" v="3361" actId="242"/>
          <ac:spMkLst>
            <pc:docMk/>
            <pc:sldMk cId="43395206" sldId="2147483074"/>
            <ac:spMk id="6" creationId="{6C048C3F-6208-99DE-E7D1-206B9A68B15E}"/>
          </ac:spMkLst>
        </pc:spChg>
        <pc:spChg chg="add mod">
          <ac:chgData name="Mohamed Ali" userId="c0c10aba-c922-46fb-868a-1a879be00c0a" providerId="ADAL" clId="{DDBD1064-CDC2-4472-9EF9-077D90B3AADC}" dt="2025-09-01T12:47:24.058" v="3316"/>
          <ac:spMkLst>
            <pc:docMk/>
            <pc:sldMk cId="43395206" sldId="2147483074"/>
            <ac:spMk id="7" creationId="{A8A20CAD-AA4B-6798-5FD3-194F3808FC88}"/>
          </ac:spMkLst>
        </pc:spChg>
        <pc:spChg chg="add mod">
          <ac:chgData name="Mohamed Ali" userId="c0c10aba-c922-46fb-868a-1a879be00c0a" providerId="ADAL" clId="{DDBD1064-CDC2-4472-9EF9-077D90B3AADC}" dt="2025-09-01T12:47:24.058" v="3316"/>
          <ac:spMkLst>
            <pc:docMk/>
            <pc:sldMk cId="43395206" sldId="2147483074"/>
            <ac:spMk id="8" creationId="{F3289604-987C-82E5-716F-F0BBA3DE56EE}"/>
          </ac:spMkLst>
        </pc:spChg>
        <pc:spChg chg="add mod">
          <ac:chgData name="Mohamed Ali" userId="c0c10aba-c922-46fb-868a-1a879be00c0a" providerId="ADAL" clId="{DDBD1064-CDC2-4472-9EF9-077D90B3AADC}" dt="2025-09-02T06:51:09.119" v="4750"/>
          <ac:spMkLst>
            <pc:docMk/>
            <pc:sldMk cId="43395206" sldId="2147483074"/>
            <ac:spMk id="9" creationId="{678CBC8B-47D2-2B40-3CAE-D4EA149090D7}"/>
          </ac:spMkLst>
        </pc:spChg>
        <pc:graphicFrameChg chg="mod modGraphic">
          <ac:chgData name="Mohamed Ali" userId="c0c10aba-c922-46fb-868a-1a879be00c0a" providerId="ADAL" clId="{DDBD1064-CDC2-4472-9EF9-077D90B3AADC}" dt="2025-09-02T08:03:16.461" v="5318" actId="1076"/>
          <ac:graphicFrameMkLst>
            <pc:docMk/>
            <pc:sldMk cId="43395206" sldId="2147483074"/>
            <ac:graphicFrameMk id="2" creationId="{5DE9B0E9-78B1-818D-03D1-8B0AE0AC5F36}"/>
          </ac:graphicFrameMkLst>
        </pc:graphicFrameChg>
        <pc:picChg chg="add mod">
          <ac:chgData name="Mohamed Ali" userId="c0c10aba-c922-46fb-868a-1a879be00c0a" providerId="ADAL" clId="{DDBD1064-CDC2-4472-9EF9-077D90B3AADC}" dt="2025-09-01T11:07:25.802" v="2464"/>
          <ac:picMkLst>
            <pc:docMk/>
            <pc:sldMk cId="43395206" sldId="2147483074"/>
            <ac:picMk id="5" creationId="{F1D4DBE5-CFA6-48B6-6CA5-D62EAC624245}"/>
          </ac:picMkLst>
        </pc:picChg>
        <pc:picChg chg="add mod">
          <ac:chgData name="Mohamed Ali" userId="c0c10aba-c922-46fb-868a-1a879be00c0a" providerId="ADAL" clId="{DDBD1064-CDC2-4472-9EF9-077D90B3AADC}" dt="2025-09-02T08:04:25.149" v="5329" actId="14826"/>
          <ac:picMkLst>
            <pc:docMk/>
            <pc:sldMk cId="43395206" sldId="2147483074"/>
            <ac:picMk id="11" creationId="{AAE9A765-AFDE-594B-DED2-949A77851E2A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4248550640" sldId="2147483090"/>
        </pc:sldMkLst>
        <pc:spChg chg="mod">
          <ac:chgData name="Mohamed Ali" userId="c0c10aba-c922-46fb-868a-1a879be00c0a" providerId="ADAL" clId="{DDBD1064-CDC2-4472-9EF9-077D90B3AADC}" dt="2025-09-01T10:11:32.809" v="1681" actId="207"/>
          <ac:spMkLst>
            <pc:docMk/>
            <pc:sldMk cId="4248550640" sldId="2147483090"/>
            <ac:spMk id="2" creationId="{4BC1E8E2-5CF1-DC88-92CE-9A5DA620C703}"/>
          </ac:spMkLst>
        </pc:spChg>
        <pc:spChg chg="add mod">
          <ac:chgData name="Mohamed Ali" userId="c0c10aba-c922-46fb-868a-1a879be00c0a" providerId="ADAL" clId="{DDBD1064-CDC2-4472-9EF9-077D90B3AADC}" dt="2025-09-01T11:05:45.638" v="2409" actId="207"/>
          <ac:spMkLst>
            <pc:docMk/>
            <pc:sldMk cId="4248550640" sldId="2147483090"/>
            <ac:spMk id="3" creationId="{23C7EE46-FB63-1C9E-F093-9EA04CEB6C24}"/>
          </ac:spMkLst>
        </pc:spChg>
        <pc:spChg chg="mod">
          <ac:chgData name="Mohamed Ali" userId="c0c10aba-c922-46fb-868a-1a879be00c0a" providerId="ADAL" clId="{DDBD1064-CDC2-4472-9EF9-077D90B3AADC}" dt="2025-09-01T10:11:37.384" v="1682" actId="207"/>
          <ac:spMkLst>
            <pc:docMk/>
            <pc:sldMk cId="4248550640" sldId="2147483090"/>
            <ac:spMk id="4" creationId="{B3AF6177-2B14-2A8C-ABE2-06A9BECFF6C5}"/>
          </ac:spMkLst>
        </pc:spChg>
        <pc:spChg chg="add mod">
          <ac:chgData name="Mohamed Ali" userId="c0c10aba-c922-46fb-868a-1a879be00c0a" providerId="ADAL" clId="{DDBD1064-CDC2-4472-9EF9-077D90B3AADC}" dt="2025-09-02T06:50:46.220" v="4727"/>
          <ac:spMkLst>
            <pc:docMk/>
            <pc:sldMk cId="4248550640" sldId="2147483090"/>
            <ac:spMk id="6" creationId="{799829E4-E974-95AD-9295-24288A356D12}"/>
          </ac:spMkLst>
        </pc:spChg>
        <pc:spChg chg="add mod">
          <ac:chgData name="Mohamed Ali" userId="c0c10aba-c922-46fb-868a-1a879be00c0a" providerId="ADAL" clId="{DDBD1064-CDC2-4472-9EF9-077D90B3AADC}" dt="2025-09-01T12:44:52.186" v="3223" actId="14100"/>
          <ac:spMkLst>
            <pc:docMk/>
            <pc:sldMk cId="4248550640" sldId="2147483090"/>
            <ac:spMk id="7" creationId="{3EC60FB2-C645-1D41-3F20-091733FE2BF3}"/>
          </ac:spMkLst>
        </pc:spChg>
        <pc:spChg chg="add mod">
          <ac:chgData name="Mohamed Ali" userId="c0c10aba-c922-46fb-868a-1a879be00c0a" providerId="ADAL" clId="{DDBD1064-CDC2-4472-9EF9-077D90B3AADC}" dt="2025-09-01T12:44:43.008" v="3221" actId="207"/>
          <ac:spMkLst>
            <pc:docMk/>
            <pc:sldMk cId="4248550640" sldId="2147483090"/>
            <ac:spMk id="8" creationId="{802A5BF2-1992-5B22-5DC9-598A75A4AADD}"/>
          </ac:spMkLst>
        </pc:spChg>
        <pc:spChg chg="add mod">
          <ac:chgData name="Mohamed Ali" userId="c0c10aba-c922-46fb-868a-1a879be00c0a" providerId="ADAL" clId="{DDBD1064-CDC2-4472-9EF9-077D90B3AADC}" dt="2025-09-01T12:46:37.919" v="3275"/>
          <ac:spMkLst>
            <pc:docMk/>
            <pc:sldMk cId="4248550640" sldId="2147483090"/>
            <ac:spMk id="9" creationId="{94032D4D-F0C7-58A4-7B68-AA55EF2F2CB6}"/>
          </ac:spMkLst>
        </pc:spChg>
        <pc:picChg chg="add mod">
          <ac:chgData name="Mohamed Ali" userId="c0c10aba-c922-46fb-868a-1a879be00c0a" providerId="ADAL" clId="{DDBD1064-CDC2-4472-9EF9-077D90B3AADC}" dt="2025-09-01T09:14:12.277" v="1625"/>
          <ac:picMkLst>
            <pc:docMk/>
            <pc:sldMk cId="4248550640" sldId="2147483090"/>
            <ac:picMk id="5" creationId="{039374B9-5620-D13C-7151-C49DA53D378C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8.249" v="5387" actId="47"/>
        <pc:sldMkLst>
          <pc:docMk/>
          <pc:sldMk cId="3268766553" sldId="2147483096"/>
        </pc:sldMkLst>
        <pc:spChg chg="add mod">
          <ac:chgData name="Mohamed Ali" userId="c0c10aba-c922-46fb-868a-1a879be00c0a" providerId="ADAL" clId="{DDBD1064-CDC2-4472-9EF9-077D90B3AADC}" dt="2025-09-01T12:47:23.172" v="3315"/>
          <ac:spMkLst>
            <pc:docMk/>
            <pc:sldMk cId="3268766553" sldId="2147483096"/>
            <ac:spMk id="2" creationId="{E39892D7-AE6B-6F80-550A-A6018AB71365}"/>
          </ac:spMkLst>
        </pc:spChg>
        <pc:spChg chg="add mod">
          <ac:chgData name="Mohamed Ali" userId="c0c10aba-c922-46fb-868a-1a879be00c0a" providerId="ADAL" clId="{DDBD1064-CDC2-4472-9EF9-077D90B3AADC}" dt="2025-09-01T12:49:15.595" v="3360" actId="242"/>
          <ac:spMkLst>
            <pc:docMk/>
            <pc:sldMk cId="3268766553" sldId="2147483096"/>
            <ac:spMk id="6" creationId="{FEA33083-F65C-DDCE-7163-37A0D6EF9878}"/>
          </ac:spMkLst>
        </pc:spChg>
        <pc:spChg chg="add mod">
          <ac:chgData name="Mohamed Ali" userId="c0c10aba-c922-46fb-868a-1a879be00c0a" providerId="ADAL" clId="{DDBD1064-CDC2-4472-9EF9-077D90B3AADC}" dt="2025-09-01T12:47:23.172" v="3315"/>
          <ac:spMkLst>
            <pc:docMk/>
            <pc:sldMk cId="3268766553" sldId="2147483096"/>
            <ac:spMk id="7" creationId="{878EC8FC-7B6E-CCC6-4F2F-A2C3484A033A}"/>
          </ac:spMkLst>
        </pc:spChg>
        <pc:spChg chg="add mod">
          <ac:chgData name="Mohamed Ali" userId="c0c10aba-c922-46fb-868a-1a879be00c0a" providerId="ADAL" clId="{DDBD1064-CDC2-4472-9EF9-077D90B3AADC}" dt="2025-09-01T12:47:23.172" v="3315"/>
          <ac:spMkLst>
            <pc:docMk/>
            <pc:sldMk cId="3268766553" sldId="2147483096"/>
            <ac:spMk id="8" creationId="{A10F36BD-A7A9-CA24-B6F5-D79741133645}"/>
          </ac:spMkLst>
        </pc:spChg>
        <pc:spChg chg="add mod">
          <ac:chgData name="Mohamed Ali" userId="c0c10aba-c922-46fb-868a-1a879be00c0a" providerId="ADAL" clId="{DDBD1064-CDC2-4472-9EF9-077D90B3AADC}" dt="2025-09-02T06:51:04.082" v="4749"/>
          <ac:spMkLst>
            <pc:docMk/>
            <pc:sldMk cId="3268766553" sldId="2147483096"/>
            <ac:spMk id="9" creationId="{75392488-BAC8-3064-48DC-427297C8A132}"/>
          </ac:spMkLst>
        </pc:spChg>
        <pc:picChg chg="add mod">
          <ac:chgData name="Mohamed Ali" userId="c0c10aba-c922-46fb-868a-1a879be00c0a" providerId="ADAL" clId="{DDBD1064-CDC2-4472-9EF9-077D90B3AADC}" dt="2025-09-01T11:07:14.593" v="2459"/>
          <ac:picMkLst>
            <pc:docMk/>
            <pc:sldMk cId="3268766553" sldId="2147483096"/>
            <ac:picMk id="5" creationId="{84C2D7E8-4F8F-E102-4DA0-1C02CCE06E87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3554994424" sldId="2147483097"/>
        </pc:sldMkLst>
        <pc:spChg chg="add mod">
          <ac:chgData name="Mohamed Ali" userId="c0c10aba-c922-46fb-868a-1a879be00c0a" providerId="ADAL" clId="{DDBD1064-CDC2-4472-9EF9-077D90B3AADC}" dt="2025-09-02T06:51:25.862" v="4774"/>
          <ac:spMkLst>
            <pc:docMk/>
            <pc:sldMk cId="3554994424" sldId="2147483097"/>
            <ac:spMk id="9" creationId="{0E497807-B60E-E62D-5212-30251C149A79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2143778195" sldId="2147483109"/>
        </pc:sldMkLst>
        <pc:spChg chg="add mod">
          <ac:chgData name="Mohamed Ali" userId="c0c10aba-c922-46fb-868a-1a879be00c0a" providerId="ADAL" clId="{DDBD1064-CDC2-4472-9EF9-077D90B3AADC}" dt="2025-09-02T06:51:26.414" v="4775"/>
          <ac:spMkLst>
            <pc:docMk/>
            <pc:sldMk cId="2143778195" sldId="2147483109"/>
            <ac:spMk id="16" creationId="{9EF980A4-81D6-A70D-304E-0207180BC157}"/>
          </ac:spMkLst>
        </pc:spChg>
        <pc:spChg chg="mod">
          <ac:chgData name="Mohamed Ali" userId="c0c10aba-c922-46fb-868a-1a879be00c0a" providerId="ADAL" clId="{DDBD1064-CDC2-4472-9EF9-077D90B3AADC}" dt="2025-09-02T08:16:35.593" v="5375" actId="20577"/>
          <ac:spMkLst>
            <pc:docMk/>
            <pc:sldMk cId="2143778195" sldId="2147483109"/>
            <ac:spMk id="27" creationId="{C311D1DD-8C10-B858-1153-980884F30DB5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221593539" sldId="2147483111"/>
        </pc:sldMkLst>
        <pc:spChg chg="add mod">
          <ac:chgData name="Mohamed Ali" userId="c0c10aba-c922-46fb-868a-1a879be00c0a" providerId="ADAL" clId="{DDBD1064-CDC2-4472-9EF9-077D90B3AADC}" dt="2025-09-01T11:06:05.469" v="2420"/>
          <ac:spMkLst>
            <pc:docMk/>
            <pc:sldMk cId="3221593539" sldId="2147483111"/>
            <ac:spMk id="4" creationId="{D6E2AE46-3C9E-FDE4-3988-ED359C732F3B}"/>
          </ac:spMkLst>
        </pc:spChg>
        <pc:spChg chg="add mod">
          <ac:chgData name="Mohamed Ali" userId="c0c10aba-c922-46fb-868a-1a879be00c0a" providerId="ADAL" clId="{DDBD1064-CDC2-4472-9EF9-077D90B3AADC}" dt="2025-09-01T12:47:06.627" v="3292"/>
          <ac:spMkLst>
            <pc:docMk/>
            <pc:sldMk cId="3221593539" sldId="2147483111"/>
            <ac:spMk id="5" creationId="{E03518CE-1A41-3BD1-DDE6-7F3EF26FFC63}"/>
          </ac:spMkLst>
        </pc:spChg>
        <pc:spChg chg="add mod">
          <ac:chgData name="Mohamed Ali" userId="c0c10aba-c922-46fb-868a-1a879be00c0a" providerId="ADAL" clId="{DDBD1064-CDC2-4472-9EF9-077D90B3AADC}" dt="2025-09-01T12:47:06.627" v="3292"/>
          <ac:spMkLst>
            <pc:docMk/>
            <pc:sldMk cId="3221593539" sldId="2147483111"/>
            <ac:spMk id="6" creationId="{65F97F64-0FA7-04EB-5105-A6EC7CA3E224}"/>
          </ac:spMkLst>
        </pc:spChg>
        <pc:spChg chg="add mod">
          <ac:chgData name="Mohamed Ali" userId="c0c10aba-c922-46fb-868a-1a879be00c0a" providerId="ADAL" clId="{DDBD1064-CDC2-4472-9EF9-077D90B3AADC}" dt="2025-09-01T12:47:06.627" v="3292"/>
          <ac:spMkLst>
            <pc:docMk/>
            <pc:sldMk cId="3221593539" sldId="2147483111"/>
            <ac:spMk id="7" creationId="{CEF7336E-C3CD-1600-DB8A-E5C83474B426}"/>
          </ac:spMkLst>
        </pc:spChg>
        <pc:spChg chg="add mod">
          <ac:chgData name="Mohamed Ali" userId="c0c10aba-c922-46fb-868a-1a879be00c0a" providerId="ADAL" clId="{DDBD1064-CDC2-4472-9EF9-077D90B3AADC}" dt="2025-09-01T13:37:42.903" v="4096" actId="20577"/>
          <ac:spMkLst>
            <pc:docMk/>
            <pc:sldMk cId="3221593539" sldId="2147483111"/>
            <ac:spMk id="15" creationId="{29585624-FDAA-2E7C-DDD9-48E64EAF3CEC}"/>
          </ac:spMkLst>
        </pc:spChg>
        <pc:spChg chg="mod">
          <ac:chgData name="Mohamed Ali" userId="c0c10aba-c922-46fb-868a-1a879be00c0a" providerId="ADAL" clId="{DDBD1064-CDC2-4472-9EF9-077D90B3AADC}" dt="2025-09-01T11:01:17.546" v="2240" actId="207"/>
          <ac:spMkLst>
            <pc:docMk/>
            <pc:sldMk cId="3221593539" sldId="2147483111"/>
            <ac:spMk id="19" creationId="{B72B69A2-A2F2-F59E-3ABA-5B8D13F0EA13}"/>
          </ac:spMkLst>
        </pc:spChg>
        <pc:spChg chg="mod">
          <ac:chgData name="Mohamed Ali" userId="c0c10aba-c922-46fb-868a-1a879be00c0a" providerId="ADAL" clId="{DDBD1064-CDC2-4472-9EF9-077D90B3AADC}" dt="2025-09-01T07:53:13.876" v="1007"/>
          <ac:spMkLst>
            <pc:docMk/>
            <pc:sldMk cId="3221593539" sldId="2147483111"/>
            <ac:spMk id="20" creationId="{D80D066E-41D1-F868-C5AC-B57B63AB4A5E}"/>
          </ac:spMkLst>
        </pc:spChg>
        <pc:spChg chg="mod">
          <ac:chgData name="Mohamed Ali" userId="c0c10aba-c922-46fb-868a-1a879be00c0a" providerId="ADAL" clId="{DDBD1064-CDC2-4472-9EF9-077D90B3AADC}" dt="2025-09-01T13:17:11.450" v="3671" actId="20577"/>
          <ac:spMkLst>
            <pc:docMk/>
            <pc:sldMk cId="3221593539" sldId="2147483111"/>
            <ac:spMk id="21" creationId="{71D6953F-89B1-2DD2-8E4F-E43D485B263B}"/>
          </ac:spMkLst>
        </pc:spChg>
        <pc:spChg chg="add del mod">
          <ac:chgData name="Mohamed Ali" userId="c0c10aba-c922-46fb-868a-1a879be00c0a" providerId="ADAL" clId="{DDBD1064-CDC2-4472-9EF9-077D90B3AADC}" dt="2025-09-02T06:45:34.040" v="4628" actId="478"/>
          <ac:spMkLst>
            <pc:docMk/>
            <pc:sldMk cId="3221593539" sldId="2147483111"/>
            <ac:spMk id="22" creationId="{8FB659F0-6E4F-3388-B55E-221BF4250FB0}"/>
          </ac:spMkLst>
        </pc:spChg>
        <pc:spChg chg="mod topLvl">
          <ac:chgData name="Mohamed Ali" userId="c0c10aba-c922-46fb-868a-1a879be00c0a" providerId="ADAL" clId="{DDBD1064-CDC2-4472-9EF9-077D90B3AADC}" dt="2025-09-01T11:00:13.620" v="2171" actId="164"/>
          <ac:spMkLst>
            <pc:docMk/>
            <pc:sldMk cId="3221593539" sldId="2147483111"/>
            <ac:spMk id="23" creationId="{9F01A338-9542-6881-377B-2960B23C407E}"/>
          </ac:spMkLst>
        </pc:spChg>
        <pc:spChg chg="mod">
          <ac:chgData name="Mohamed Ali" userId="c0c10aba-c922-46fb-868a-1a879be00c0a" providerId="ADAL" clId="{DDBD1064-CDC2-4472-9EF9-077D90B3AADC}" dt="2025-09-01T11:00:13.620" v="2171" actId="164"/>
          <ac:spMkLst>
            <pc:docMk/>
            <pc:sldMk cId="3221593539" sldId="2147483111"/>
            <ac:spMk id="24" creationId="{71E8849D-1C1C-B3A1-6669-A4B60F1CFA63}"/>
          </ac:spMkLst>
        </pc:spChg>
        <pc:spChg chg="mod topLvl">
          <ac:chgData name="Mohamed Ali" userId="c0c10aba-c922-46fb-868a-1a879be00c0a" providerId="ADAL" clId="{DDBD1064-CDC2-4472-9EF9-077D90B3AADC}" dt="2025-09-01T11:00:13.620" v="2171" actId="164"/>
          <ac:spMkLst>
            <pc:docMk/>
            <pc:sldMk cId="3221593539" sldId="2147483111"/>
            <ac:spMk id="26" creationId="{3062ECD2-446E-33B5-015D-33DE83F697AB}"/>
          </ac:spMkLst>
        </pc:spChg>
        <pc:spChg chg="mod">
          <ac:chgData name="Mohamed Ali" userId="c0c10aba-c922-46fb-868a-1a879be00c0a" providerId="ADAL" clId="{DDBD1064-CDC2-4472-9EF9-077D90B3AADC}" dt="2025-09-01T11:01:54.073" v="2247" actId="207"/>
          <ac:spMkLst>
            <pc:docMk/>
            <pc:sldMk cId="3221593539" sldId="2147483111"/>
            <ac:spMk id="30" creationId="{951E138C-C76F-8DEC-76FF-F6333AA13B36}"/>
          </ac:spMkLst>
        </pc:spChg>
        <pc:spChg chg="mod topLvl">
          <ac:chgData name="Mohamed Ali" userId="c0c10aba-c922-46fb-868a-1a879be00c0a" providerId="ADAL" clId="{DDBD1064-CDC2-4472-9EF9-077D90B3AADC}" dt="2025-09-01T11:01:54.073" v="2247" actId="207"/>
          <ac:spMkLst>
            <pc:docMk/>
            <pc:sldMk cId="3221593539" sldId="2147483111"/>
            <ac:spMk id="32" creationId="{593D8A19-0BF4-7B4C-ED4D-B19066476150}"/>
          </ac:spMkLst>
        </pc:spChg>
        <pc:spChg chg="mod topLvl">
          <ac:chgData name="Mohamed Ali" userId="c0c10aba-c922-46fb-868a-1a879be00c0a" providerId="ADAL" clId="{DDBD1064-CDC2-4472-9EF9-077D90B3AADC}" dt="2025-09-01T11:01:54.073" v="2247" actId="207"/>
          <ac:spMkLst>
            <pc:docMk/>
            <pc:sldMk cId="3221593539" sldId="2147483111"/>
            <ac:spMk id="33" creationId="{8C0DB410-1457-ACE5-776F-200B093FD801}"/>
          </ac:spMkLst>
        </pc:spChg>
        <pc:spChg chg="mod topLvl">
          <ac:chgData name="Mohamed Ali" userId="c0c10aba-c922-46fb-868a-1a879be00c0a" providerId="ADAL" clId="{DDBD1064-CDC2-4472-9EF9-077D90B3AADC}" dt="2025-09-01T11:01:54.073" v="2247" actId="207"/>
          <ac:spMkLst>
            <pc:docMk/>
            <pc:sldMk cId="3221593539" sldId="2147483111"/>
            <ac:spMk id="34" creationId="{C62A81E6-D9D0-33E3-20C9-CDAB942E86A5}"/>
          </ac:spMkLst>
        </pc:spChg>
        <pc:spChg chg="mod topLvl">
          <ac:chgData name="Mohamed Ali" userId="c0c10aba-c922-46fb-868a-1a879be00c0a" providerId="ADAL" clId="{DDBD1064-CDC2-4472-9EF9-077D90B3AADC}" dt="2025-09-01T13:16:58.076" v="3650"/>
          <ac:spMkLst>
            <pc:docMk/>
            <pc:sldMk cId="3221593539" sldId="2147483111"/>
            <ac:spMk id="36" creationId="{3A384B69-95CA-6C8F-BED6-ED9BE4134DEB}"/>
          </ac:spMkLst>
        </pc:spChg>
        <pc:spChg chg="add del mod">
          <ac:chgData name="Mohamed Ali" userId="c0c10aba-c922-46fb-868a-1a879be00c0a" providerId="ADAL" clId="{DDBD1064-CDC2-4472-9EF9-077D90B3AADC}" dt="2025-09-02T06:34:33.658" v="4437" actId="478"/>
          <ac:spMkLst>
            <pc:docMk/>
            <pc:sldMk cId="3221593539" sldId="2147483111"/>
            <ac:spMk id="37" creationId="{E2BCC246-97C1-829F-6D02-F011A9F920A5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50" creationId="{10325291-68C7-3509-C50C-4220D08A39CC}"/>
          </ac:spMkLst>
        </pc:spChg>
        <pc:spChg chg="mod topLvl">
          <ac:chgData name="Mohamed Ali" userId="c0c10aba-c922-46fb-868a-1a879be00c0a" providerId="ADAL" clId="{DDBD1064-CDC2-4472-9EF9-077D90B3AADC}" dt="2025-09-01T13:17:03.413" v="3651"/>
          <ac:spMkLst>
            <pc:docMk/>
            <pc:sldMk cId="3221593539" sldId="2147483111"/>
            <ac:spMk id="51" creationId="{4AAE7E74-24E0-E79A-57AC-E10C8A078756}"/>
          </ac:spMkLst>
        </pc:spChg>
        <pc:spChg chg="mod topLvl">
          <ac:chgData name="Mohamed Ali" userId="c0c10aba-c922-46fb-868a-1a879be00c0a" providerId="ADAL" clId="{DDBD1064-CDC2-4472-9EF9-077D90B3AADC}" dt="2025-09-01T13:16:41.937" v="3646"/>
          <ac:spMkLst>
            <pc:docMk/>
            <pc:sldMk cId="3221593539" sldId="2147483111"/>
            <ac:spMk id="52" creationId="{13E903CC-10D4-5EC1-69C1-1C15A8211E09}"/>
          </ac:spMkLst>
        </pc:spChg>
        <pc:spChg chg="mod">
          <ac:chgData name="Mohamed Ali" userId="c0c10aba-c922-46fb-868a-1a879be00c0a" providerId="ADAL" clId="{DDBD1064-CDC2-4472-9EF9-077D90B3AADC}" dt="2025-09-01T10:55:04.851" v="2122" actId="165"/>
          <ac:spMkLst>
            <pc:docMk/>
            <pc:sldMk cId="3221593539" sldId="2147483111"/>
            <ac:spMk id="54" creationId="{F9C5A8FE-7BAA-3829-5318-48E100EB7271}"/>
          </ac:spMkLst>
        </pc:spChg>
        <pc:spChg chg="mod">
          <ac:chgData name="Mohamed Ali" userId="c0c10aba-c922-46fb-868a-1a879be00c0a" providerId="ADAL" clId="{DDBD1064-CDC2-4472-9EF9-077D90B3AADC}" dt="2025-09-01T13:16:49.993" v="3648"/>
          <ac:spMkLst>
            <pc:docMk/>
            <pc:sldMk cId="3221593539" sldId="2147483111"/>
            <ac:spMk id="55" creationId="{004B9075-0505-865A-5274-E23FFA01CB17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57" creationId="{A6F73FF8-6502-D755-3231-CA433B513FCB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59" creationId="{386A0493-F847-B02F-9FFF-D94E170905C7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61" creationId="{7F0B5496-F3B8-5ED9-0EDD-E07B2499FB48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63" creationId="{B25D1A14-D9BA-961D-F3C9-ECF3343C93F2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65" creationId="{62408AF9-B128-A99A-4CEC-417D76AA0B15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69" creationId="{5BFDA1E4-5F37-69D5-C51E-95C1A0998900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70" creationId="{090FF8A5-D1F8-436D-EB84-5617E212DB6B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73" creationId="{710A5B4D-6EB7-F70F-DBD5-48398C36071A}"/>
          </ac:spMkLst>
        </pc:spChg>
        <pc:spChg chg="mod">
          <ac:chgData name="Mohamed Ali" userId="c0c10aba-c922-46fb-868a-1a879be00c0a" providerId="ADAL" clId="{DDBD1064-CDC2-4472-9EF9-077D90B3AADC}" dt="2025-09-02T06:33:09.956" v="4430"/>
          <ac:spMkLst>
            <pc:docMk/>
            <pc:sldMk cId="3221593539" sldId="2147483111"/>
            <ac:spMk id="74" creationId="{761E3428-1FF9-CD11-799F-170DCE55EACE}"/>
          </ac:spMkLst>
        </pc:spChg>
        <pc:spChg chg="del mod">
          <ac:chgData name="Mohamed Ali" userId="c0c10aba-c922-46fb-868a-1a879be00c0a" providerId="ADAL" clId="{DDBD1064-CDC2-4472-9EF9-077D90B3AADC}" dt="2025-09-02T06:34:43.228" v="4441" actId="478"/>
          <ac:spMkLst>
            <pc:docMk/>
            <pc:sldMk cId="3221593539" sldId="2147483111"/>
            <ac:spMk id="78" creationId="{966E6509-E204-0C91-D1FD-289776D63A5B}"/>
          </ac:spMkLst>
        </pc:spChg>
        <pc:spChg chg="mod">
          <ac:chgData name="Mohamed Ali" userId="c0c10aba-c922-46fb-868a-1a879be00c0a" providerId="ADAL" clId="{DDBD1064-CDC2-4472-9EF9-077D90B3AADC}" dt="2025-09-02T06:40:06.115" v="4571" actId="207"/>
          <ac:spMkLst>
            <pc:docMk/>
            <pc:sldMk cId="3221593539" sldId="2147483111"/>
            <ac:spMk id="79" creationId="{B9FF30CA-F205-6F29-BF02-B2F962B5262B}"/>
          </ac:spMkLst>
        </pc:spChg>
        <pc:spChg chg="mod">
          <ac:chgData name="Mohamed Ali" userId="c0c10aba-c922-46fb-868a-1a879be00c0a" providerId="ADAL" clId="{DDBD1064-CDC2-4472-9EF9-077D90B3AADC}" dt="2025-09-02T06:40:17.890" v="4575" actId="207"/>
          <ac:spMkLst>
            <pc:docMk/>
            <pc:sldMk cId="3221593539" sldId="2147483111"/>
            <ac:spMk id="80" creationId="{5A634489-B938-C945-CA59-C524E02D2B0F}"/>
          </ac:spMkLst>
        </pc:spChg>
        <pc:spChg chg="mod">
          <ac:chgData name="Mohamed Ali" userId="c0c10aba-c922-46fb-868a-1a879be00c0a" providerId="ADAL" clId="{DDBD1064-CDC2-4472-9EF9-077D90B3AADC}" dt="2025-09-02T06:40:10.949" v="4573" actId="207"/>
          <ac:spMkLst>
            <pc:docMk/>
            <pc:sldMk cId="3221593539" sldId="2147483111"/>
            <ac:spMk id="81" creationId="{4464CE87-13B8-872E-1AD1-E1CC4DBDAB8D}"/>
          </ac:spMkLst>
        </pc:spChg>
        <pc:spChg chg="mod">
          <ac:chgData name="Mohamed Ali" userId="c0c10aba-c922-46fb-868a-1a879be00c0a" providerId="ADAL" clId="{DDBD1064-CDC2-4472-9EF9-077D90B3AADC}" dt="2025-09-02T06:40:00.826" v="4569" actId="207"/>
          <ac:spMkLst>
            <pc:docMk/>
            <pc:sldMk cId="3221593539" sldId="2147483111"/>
            <ac:spMk id="82" creationId="{A9704094-15FF-6FDE-81AD-9AE142472745}"/>
          </ac:spMkLst>
        </pc:spChg>
        <pc:spChg chg="mod">
          <ac:chgData name="Mohamed Ali" userId="c0c10aba-c922-46fb-868a-1a879be00c0a" providerId="ADAL" clId="{DDBD1064-CDC2-4472-9EF9-077D90B3AADC}" dt="2025-09-02T06:42:00.586" v="4584" actId="2711"/>
          <ac:spMkLst>
            <pc:docMk/>
            <pc:sldMk cId="3221593539" sldId="2147483111"/>
            <ac:spMk id="83" creationId="{984D4A1B-16F2-0DC6-831F-45F0D3545D17}"/>
          </ac:spMkLst>
        </pc:spChg>
        <pc:spChg chg="mod">
          <ac:chgData name="Mohamed Ali" userId="c0c10aba-c922-46fb-868a-1a879be00c0a" providerId="ADAL" clId="{DDBD1064-CDC2-4472-9EF9-077D90B3AADC}" dt="2025-09-02T06:34:36.678" v="4439"/>
          <ac:spMkLst>
            <pc:docMk/>
            <pc:sldMk cId="3221593539" sldId="2147483111"/>
            <ac:spMk id="84" creationId="{06F90E93-384F-B2F3-64C4-E8BF419B2B8B}"/>
          </ac:spMkLst>
        </pc:spChg>
        <pc:spChg chg="mod">
          <ac:chgData name="Mohamed Ali" userId="c0c10aba-c922-46fb-868a-1a879be00c0a" providerId="ADAL" clId="{DDBD1064-CDC2-4472-9EF9-077D90B3AADC}" dt="2025-09-02T06:42:28.646" v="4588" actId="1076"/>
          <ac:spMkLst>
            <pc:docMk/>
            <pc:sldMk cId="3221593539" sldId="2147483111"/>
            <ac:spMk id="85" creationId="{3334631F-F6E6-0F40-ADFF-3C7CF037324E}"/>
          </ac:spMkLst>
        </pc:spChg>
        <pc:spChg chg="del mod">
          <ac:chgData name="Mohamed Ali" userId="c0c10aba-c922-46fb-868a-1a879be00c0a" providerId="ADAL" clId="{DDBD1064-CDC2-4472-9EF9-077D90B3AADC}" dt="2025-09-02T06:34:43.228" v="4441" actId="478"/>
          <ac:spMkLst>
            <pc:docMk/>
            <pc:sldMk cId="3221593539" sldId="2147483111"/>
            <ac:spMk id="86" creationId="{36A3A470-4107-ED35-664D-146907A2EB21}"/>
          </ac:spMkLst>
        </pc:spChg>
        <pc:spChg chg="mod">
          <ac:chgData name="Mohamed Ali" userId="c0c10aba-c922-46fb-868a-1a879be00c0a" providerId="ADAL" clId="{DDBD1064-CDC2-4472-9EF9-077D90B3AADC}" dt="2025-09-02T06:42:35.032" v="4589" actId="1076"/>
          <ac:spMkLst>
            <pc:docMk/>
            <pc:sldMk cId="3221593539" sldId="2147483111"/>
            <ac:spMk id="87" creationId="{CECC1E68-B401-2B16-63EA-2292ECDE5049}"/>
          </ac:spMkLst>
        </pc:spChg>
        <pc:spChg chg="add mod">
          <ac:chgData name="Mohamed Ali" userId="c0c10aba-c922-46fb-868a-1a879be00c0a" providerId="ADAL" clId="{DDBD1064-CDC2-4472-9EF9-077D90B3AADC}" dt="2025-09-02T06:34:58.493" v="4442"/>
          <ac:spMkLst>
            <pc:docMk/>
            <pc:sldMk cId="3221593539" sldId="2147483111"/>
            <ac:spMk id="88" creationId="{0AE92778-077D-98DE-B1AD-72CA96BF93E6}"/>
          </ac:spMkLst>
        </pc:spChg>
        <pc:spChg chg="add mod">
          <ac:chgData name="Mohamed Ali" userId="c0c10aba-c922-46fb-868a-1a879be00c0a" providerId="ADAL" clId="{DDBD1064-CDC2-4472-9EF9-077D90B3AADC}" dt="2025-09-02T06:34:58.493" v="4442"/>
          <ac:spMkLst>
            <pc:docMk/>
            <pc:sldMk cId="3221593539" sldId="2147483111"/>
            <ac:spMk id="89" creationId="{36B08FEB-00BA-9028-9506-054BB66848DF}"/>
          </ac:spMkLst>
        </pc:spChg>
        <pc:spChg chg="add mod">
          <ac:chgData name="Mohamed Ali" userId="c0c10aba-c922-46fb-868a-1a879be00c0a" providerId="ADAL" clId="{DDBD1064-CDC2-4472-9EF9-077D90B3AADC}" dt="2025-09-02T06:34:58.493" v="4442"/>
          <ac:spMkLst>
            <pc:docMk/>
            <pc:sldMk cId="3221593539" sldId="2147483111"/>
            <ac:spMk id="90" creationId="{8CACBAD5-6C3E-BD2A-6BFD-451141535B74}"/>
          </ac:spMkLst>
        </pc:spChg>
        <pc:spChg chg="add mod">
          <ac:chgData name="Mohamed Ali" userId="c0c10aba-c922-46fb-868a-1a879be00c0a" providerId="ADAL" clId="{DDBD1064-CDC2-4472-9EF9-077D90B3AADC}" dt="2025-09-02T06:34:58.493" v="4442"/>
          <ac:spMkLst>
            <pc:docMk/>
            <pc:sldMk cId="3221593539" sldId="2147483111"/>
            <ac:spMk id="91" creationId="{3AF1FDA0-3348-7E57-6EC5-DF00EF87C4DC}"/>
          </ac:spMkLst>
        </pc:spChg>
        <pc:spChg chg="add mod">
          <ac:chgData name="Mohamed Ali" userId="c0c10aba-c922-46fb-868a-1a879be00c0a" providerId="ADAL" clId="{DDBD1064-CDC2-4472-9EF9-077D90B3AADC}" dt="2025-09-02T06:45:27.621" v="4626" actId="164"/>
          <ac:spMkLst>
            <pc:docMk/>
            <pc:sldMk cId="3221593539" sldId="2147483111"/>
            <ac:spMk id="92" creationId="{6CD283A8-1C98-68A4-3328-265B780739D3}"/>
          </ac:spMkLst>
        </pc:spChg>
        <pc:spChg chg="add mod">
          <ac:chgData name="Mohamed Ali" userId="c0c10aba-c922-46fb-868a-1a879be00c0a" providerId="ADAL" clId="{DDBD1064-CDC2-4472-9EF9-077D90B3AADC}" dt="2025-09-02T06:45:27.621" v="4626" actId="164"/>
          <ac:spMkLst>
            <pc:docMk/>
            <pc:sldMk cId="3221593539" sldId="2147483111"/>
            <ac:spMk id="93" creationId="{8042F5A5-8F45-4293-FB2E-2B826119E9E3}"/>
          </ac:spMkLst>
        </pc:spChg>
        <pc:spChg chg="add mod">
          <ac:chgData name="Mohamed Ali" userId="c0c10aba-c922-46fb-868a-1a879be00c0a" providerId="ADAL" clId="{DDBD1064-CDC2-4472-9EF9-077D90B3AADC}" dt="2025-09-02T06:45:27.621" v="4626" actId="164"/>
          <ac:spMkLst>
            <pc:docMk/>
            <pc:sldMk cId="3221593539" sldId="2147483111"/>
            <ac:spMk id="94" creationId="{44CECCD9-1684-CCAF-345F-FB7DD98C7DE0}"/>
          </ac:spMkLst>
        </pc:spChg>
        <pc:spChg chg="add mod">
          <ac:chgData name="Mohamed Ali" userId="c0c10aba-c922-46fb-868a-1a879be00c0a" providerId="ADAL" clId="{DDBD1064-CDC2-4472-9EF9-077D90B3AADC}" dt="2025-09-02T06:45:27.621" v="4626" actId="164"/>
          <ac:spMkLst>
            <pc:docMk/>
            <pc:sldMk cId="3221593539" sldId="2147483111"/>
            <ac:spMk id="95" creationId="{0AC96989-58B7-7949-2A4D-E3FAF10A972A}"/>
          </ac:spMkLst>
        </pc:spChg>
        <pc:spChg chg="mod">
          <ac:chgData name="Mohamed Ali" userId="c0c10aba-c922-46fb-868a-1a879be00c0a" providerId="ADAL" clId="{DDBD1064-CDC2-4472-9EF9-077D90B3AADC}" dt="2025-09-02T06:46:29.108" v="4659" actId="20577"/>
          <ac:spMkLst>
            <pc:docMk/>
            <pc:sldMk cId="3221593539" sldId="2147483111"/>
            <ac:spMk id="98" creationId="{71354B37-C922-8929-39E8-82D9EC7D874D}"/>
          </ac:spMkLst>
        </pc:spChg>
        <pc:spChg chg="mod">
          <ac:chgData name="Mohamed Ali" userId="c0c10aba-c922-46fb-868a-1a879be00c0a" providerId="ADAL" clId="{DDBD1064-CDC2-4472-9EF9-077D90B3AADC}" dt="2025-09-02T06:44:58.594" v="4620" actId="14100"/>
          <ac:spMkLst>
            <pc:docMk/>
            <pc:sldMk cId="3221593539" sldId="2147483111"/>
            <ac:spMk id="99" creationId="{0BB33419-CED1-DDB4-610C-1637C22A6A45}"/>
          </ac:spMkLst>
        </pc:spChg>
        <pc:spChg chg="add del mod">
          <ac:chgData name="Mohamed Ali" userId="c0c10aba-c922-46fb-868a-1a879be00c0a" providerId="ADAL" clId="{DDBD1064-CDC2-4472-9EF9-077D90B3AADC}" dt="2025-09-02T06:52:35.624" v="4794" actId="478"/>
          <ac:spMkLst>
            <pc:docMk/>
            <pc:sldMk cId="3221593539" sldId="2147483111"/>
            <ac:spMk id="107" creationId="{42625BEA-4D4E-9DB2-A229-B480670CC034}"/>
          </ac:spMkLst>
        </pc:spChg>
        <pc:spChg chg="add del mod">
          <ac:chgData name="Mohamed Ali" userId="c0c10aba-c922-46fb-868a-1a879be00c0a" providerId="ADAL" clId="{DDBD1064-CDC2-4472-9EF9-077D90B3AADC}" dt="2025-09-02T07:17:49.696" v="5017" actId="478"/>
          <ac:spMkLst>
            <pc:docMk/>
            <pc:sldMk cId="3221593539" sldId="2147483111"/>
            <ac:spMk id="108" creationId="{EED3376E-5849-1A3A-7B15-973276BF9930}"/>
          </ac:spMkLst>
        </pc:spChg>
        <pc:spChg chg="add mod">
          <ac:chgData name="Mohamed Ali" userId="c0c10aba-c922-46fb-868a-1a879be00c0a" providerId="ADAL" clId="{DDBD1064-CDC2-4472-9EF9-077D90B3AADC}" dt="2025-09-02T06:50:49.805" v="4730"/>
          <ac:spMkLst>
            <pc:docMk/>
            <pc:sldMk cId="3221593539" sldId="2147483111"/>
            <ac:spMk id="109" creationId="{0AA76BB8-3654-D8B0-9A79-270C8AA1C4DC}"/>
          </ac:spMkLst>
        </pc:spChg>
        <pc:spChg chg="add mod">
          <ac:chgData name="Mohamed Ali" userId="c0c10aba-c922-46fb-868a-1a879be00c0a" providerId="ADAL" clId="{DDBD1064-CDC2-4472-9EF9-077D90B3AADC}" dt="2025-09-02T06:52:33.174" v="4793"/>
          <ac:spMkLst>
            <pc:docMk/>
            <pc:sldMk cId="3221593539" sldId="2147483111"/>
            <ac:spMk id="110" creationId="{39824EF2-1AF0-AB8C-1E51-E41657AD5376}"/>
          </ac:spMkLst>
        </pc:spChg>
        <pc:spChg chg="add mod">
          <ac:chgData name="Mohamed Ali" userId="c0c10aba-c922-46fb-868a-1a879be00c0a" providerId="ADAL" clId="{DDBD1064-CDC2-4472-9EF9-077D90B3AADC}" dt="2025-09-02T06:52:35.899" v="4795"/>
          <ac:spMkLst>
            <pc:docMk/>
            <pc:sldMk cId="3221593539" sldId="2147483111"/>
            <ac:spMk id="111" creationId="{73D93073-D6ED-BB78-14DD-B7105C77EC8B}"/>
          </ac:spMkLst>
        </pc:spChg>
        <pc:spChg chg="add mod">
          <ac:chgData name="Mohamed Ali" userId="c0c10aba-c922-46fb-868a-1a879be00c0a" providerId="ADAL" clId="{DDBD1064-CDC2-4472-9EF9-077D90B3AADC}" dt="2025-09-02T07:17:49.960" v="5018"/>
          <ac:spMkLst>
            <pc:docMk/>
            <pc:sldMk cId="3221593539" sldId="2147483111"/>
            <ac:spMk id="112" creationId="{FD1F22C2-6C47-ADD4-BAC5-C53A6211B484}"/>
          </ac:spMkLst>
        </pc:spChg>
        <pc:grpChg chg="mod">
          <ac:chgData name="Mohamed Ali" userId="c0c10aba-c922-46fb-868a-1a879be00c0a" providerId="ADAL" clId="{DDBD1064-CDC2-4472-9EF9-077D90B3AADC}" dt="2025-09-01T10:55:40.873" v="2127" actId="1076"/>
          <ac:grpSpMkLst>
            <pc:docMk/>
            <pc:sldMk cId="3221593539" sldId="2147483111"/>
            <ac:grpSpMk id="31" creationId="{6349557E-0A39-5B22-8A40-A0BA34A8DD27}"/>
          </ac:grpSpMkLst>
        </pc:grpChg>
        <pc:grpChg chg="del mod">
          <ac:chgData name="Mohamed Ali" userId="c0c10aba-c922-46fb-868a-1a879be00c0a" providerId="ADAL" clId="{DDBD1064-CDC2-4472-9EF9-077D90B3AADC}" dt="2025-09-02T06:34:35.642" v="4438" actId="478"/>
          <ac:grpSpMkLst>
            <pc:docMk/>
            <pc:sldMk cId="3221593539" sldId="2147483111"/>
            <ac:grpSpMk id="48" creationId="{863721CD-3442-D75A-3DF2-AC238FE5F171}"/>
          </ac:grpSpMkLst>
        </pc:grpChg>
        <pc:grpChg chg="mod">
          <ac:chgData name="Mohamed Ali" userId="c0c10aba-c922-46fb-868a-1a879be00c0a" providerId="ADAL" clId="{DDBD1064-CDC2-4472-9EF9-077D90B3AADC}" dt="2025-09-02T06:45:27.621" v="4626" actId="164"/>
          <ac:grpSpMkLst>
            <pc:docMk/>
            <pc:sldMk cId="3221593539" sldId="2147483111"/>
            <ac:grpSpMk id="77" creationId="{FB7CCFEF-7DD7-CCA1-3131-691033C674F0}"/>
          </ac:grpSpMkLst>
        </pc:grpChg>
        <pc:grpChg chg="add mod">
          <ac:chgData name="Mohamed Ali" userId="c0c10aba-c922-46fb-868a-1a879be00c0a" providerId="ADAL" clId="{DDBD1064-CDC2-4472-9EF9-077D90B3AADC}" dt="2025-09-02T06:46:44.815" v="4660" actId="1076"/>
          <ac:grpSpMkLst>
            <pc:docMk/>
            <pc:sldMk cId="3221593539" sldId="2147483111"/>
            <ac:grpSpMk id="97" creationId="{8D5B675A-8528-E81E-3E77-49D62F499955}"/>
          </ac:grpSpMkLst>
        </pc:grpChg>
        <pc:grpChg chg="add mod">
          <ac:chgData name="Mohamed Ali" userId="c0c10aba-c922-46fb-868a-1a879be00c0a" providerId="ADAL" clId="{DDBD1064-CDC2-4472-9EF9-077D90B3AADC}" dt="2025-09-02T06:45:31.637" v="4627" actId="1076"/>
          <ac:grpSpMkLst>
            <pc:docMk/>
            <pc:sldMk cId="3221593539" sldId="2147483111"/>
            <ac:grpSpMk id="106" creationId="{189249B0-31A0-A8DC-898A-57FC4BA188F9}"/>
          </ac:grpSpMkLst>
        </pc:grpChg>
        <pc:picChg chg="add mod">
          <ac:chgData name="Mohamed Ali" userId="c0c10aba-c922-46fb-868a-1a879be00c0a" providerId="ADAL" clId="{DDBD1064-CDC2-4472-9EF9-077D90B3AADC}" dt="2025-09-01T09:14:44.036" v="1636"/>
          <ac:picMkLst>
            <pc:docMk/>
            <pc:sldMk cId="3221593539" sldId="2147483111"/>
            <ac:picMk id="2" creationId="{107DD619-2B42-5292-C4B9-D34445362C5D}"/>
          </ac:picMkLst>
        </pc:picChg>
        <pc:picChg chg="add mod">
          <ac:chgData name="Mohamed Ali" userId="c0c10aba-c922-46fb-868a-1a879be00c0a" providerId="ADAL" clId="{DDBD1064-CDC2-4472-9EF9-077D90B3AADC}" dt="2025-09-02T06:46:46.516" v="4661" actId="1076"/>
          <ac:picMkLst>
            <pc:docMk/>
            <pc:sldMk cId="3221593539" sldId="2147483111"/>
            <ac:picMk id="96" creationId="{93EF56E3-D2C6-402E-BF27-CEF73F7419EB}"/>
          </ac:picMkLst>
        </pc:picChg>
        <pc:cxnChg chg="mod">
          <ac:chgData name="Mohamed Ali" userId="c0c10aba-c922-46fb-868a-1a879be00c0a" providerId="ADAL" clId="{DDBD1064-CDC2-4472-9EF9-077D90B3AADC}" dt="2025-09-02T06:44:42.706" v="4616" actId="14100"/>
          <ac:cxnSpMkLst>
            <pc:docMk/>
            <pc:sldMk cId="3221593539" sldId="2147483111"/>
            <ac:cxnSpMk id="100" creationId="{B4656B4C-BFDB-74DA-19F1-8B67B066DD68}"/>
          </ac:cxnSpMkLst>
        </pc:cxnChg>
        <pc:cxnChg chg="mod">
          <ac:chgData name="Mohamed Ali" userId="c0c10aba-c922-46fb-868a-1a879be00c0a" providerId="ADAL" clId="{DDBD1064-CDC2-4472-9EF9-077D90B3AADC}" dt="2025-09-02T06:44:39.388" v="4615" actId="1076"/>
          <ac:cxnSpMkLst>
            <pc:docMk/>
            <pc:sldMk cId="3221593539" sldId="2147483111"/>
            <ac:cxnSpMk id="101" creationId="{30DFB331-AA5C-5F71-7218-1BA16625B79E}"/>
          </ac:cxnSpMkLst>
        </pc:cxnChg>
        <pc:cxnChg chg="mod">
          <ac:chgData name="Mohamed Ali" userId="c0c10aba-c922-46fb-868a-1a879be00c0a" providerId="ADAL" clId="{DDBD1064-CDC2-4472-9EF9-077D90B3AADC}" dt="2025-09-02T06:44:45.711" v="4617" actId="14100"/>
          <ac:cxnSpMkLst>
            <pc:docMk/>
            <pc:sldMk cId="3221593539" sldId="2147483111"/>
            <ac:cxnSpMk id="102" creationId="{1812A1D7-3120-6EED-FF31-92B912EA6F33}"/>
          </ac:cxnSpMkLst>
        </pc:cxn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0" sldId="2147483116"/>
        </pc:sldMkLst>
        <pc:spChg chg="add mod">
          <ac:chgData name="Mohamed Ali" userId="c0c10aba-c922-46fb-868a-1a879be00c0a" providerId="ADAL" clId="{DDBD1064-CDC2-4472-9EF9-077D90B3AADC}" dt="2025-09-01T12:47:32.159" v="3328"/>
          <ac:spMkLst>
            <pc:docMk/>
            <pc:sldMk cId="0" sldId="2147483116"/>
            <ac:spMk id="2" creationId="{0998EB4D-7EBA-3DD8-3917-D0CA72134EA4}"/>
          </ac:spMkLst>
        </pc:spChg>
        <pc:spChg chg="add mod">
          <ac:chgData name="Mohamed Ali" userId="c0c10aba-c922-46fb-868a-1a879be00c0a" providerId="ADAL" clId="{DDBD1064-CDC2-4472-9EF9-077D90B3AADC}" dt="2025-09-01T11:09:07.794" v="2540"/>
          <ac:spMkLst>
            <pc:docMk/>
            <pc:sldMk cId="0" sldId="2147483116"/>
            <ac:spMk id="4" creationId="{B5A39FC9-1618-5264-0657-62555847C0BB}"/>
          </ac:spMkLst>
        </pc:spChg>
        <pc:spChg chg="add mod">
          <ac:chgData name="Mohamed Ali" userId="c0c10aba-c922-46fb-868a-1a879be00c0a" providerId="ADAL" clId="{DDBD1064-CDC2-4472-9EF9-077D90B3AADC}" dt="2025-09-01T12:47:32.159" v="3328"/>
          <ac:spMkLst>
            <pc:docMk/>
            <pc:sldMk cId="0" sldId="2147483116"/>
            <ac:spMk id="7" creationId="{845CB294-DDD9-870A-8333-26E909C4B04B}"/>
          </ac:spMkLst>
        </pc:spChg>
        <pc:spChg chg="add mod">
          <ac:chgData name="Mohamed Ali" userId="c0c10aba-c922-46fb-868a-1a879be00c0a" providerId="ADAL" clId="{DDBD1064-CDC2-4472-9EF9-077D90B3AADC}" dt="2025-09-01T12:47:32.159" v="3328"/>
          <ac:spMkLst>
            <pc:docMk/>
            <pc:sldMk cId="0" sldId="2147483116"/>
            <ac:spMk id="8" creationId="{623C0531-39FD-E9DC-A3D4-95B569EE4D31}"/>
          </ac:spMkLst>
        </pc:spChg>
        <pc:spChg chg="add mod">
          <ac:chgData name="Mohamed Ali" userId="c0c10aba-c922-46fb-868a-1a879be00c0a" providerId="ADAL" clId="{DDBD1064-CDC2-4472-9EF9-077D90B3AADC}" dt="2025-09-02T06:51:17.677" v="4762"/>
          <ac:spMkLst>
            <pc:docMk/>
            <pc:sldMk cId="0" sldId="2147483116"/>
            <ac:spMk id="9" creationId="{51772428-B401-30D0-3D7B-ED92ECCCC7C9}"/>
          </ac:spMkLst>
        </pc:spChg>
        <pc:picChg chg="add mod">
          <ac:chgData name="Mohamed Ali" userId="c0c10aba-c922-46fb-868a-1a879be00c0a" providerId="ADAL" clId="{DDBD1064-CDC2-4472-9EF9-077D90B3AADC}" dt="2025-09-01T11:09:07.794" v="2540"/>
          <ac:picMkLst>
            <pc:docMk/>
            <pc:sldMk cId="0" sldId="2147483116"/>
            <ac:picMk id="3" creationId="{324932C0-3617-1A16-3327-682EC784C2A0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0" sldId="2147483117"/>
        </pc:sldMkLst>
        <pc:spChg chg="add mod">
          <ac:chgData name="Mohamed Ali" userId="c0c10aba-c922-46fb-868a-1a879be00c0a" providerId="ADAL" clId="{DDBD1064-CDC2-4472-9EF9-077D90B3AADC}" dt="2025-09-01T12:47:32.829" v="3329"/>
          <ac:spMkLst>
            <pc:docMk/>
            <pc:sldMk cId="0" sldId="2147483117"/>
            <ac:spMk id="7" creationId="{3BD3F738-29CD-63B9-A8F4-8C5FDF701401}"/>
          </ac:spMkLst>
        </pc:spChg>
        <pc:spChg chg="add mod">
          <ac:chgData name="Mohamed Ali" userId="c0c10aba-c922-46fb-868a-1a879be00c0a" providerId="ADAL" clId="{DDBD1064-CDC2-4472-9EF9-077D90B3AADC}" dt="2025-09-01T11:09:13.144" v="2542"/>
          <ac:spMkLst>
            <pc:docMk/>
            <pc:sldMk cId="0" sldId="2147483117"/>
            <ac:spMk id="9" creationId="{A6E62F99-9092-6D74-4FFB-61BFFADCA578}"/>
          </ac:spMkLst>
        </pc:spChg>
        <pc:spChg chg="add mod">
          <ac:chgData name="Mohamed Ali" userId="c0c10aba-c922-46fb-868a-1a879be00c0a" providerId="ADAL" clId="{DDBD1064-CDC2-4472-9EF9-077D90B3AADC}" dt="2025-09-01T12:47:32.829" v="3329"/>
          <ac:spMkLst>
            <pc:docMk/>
            <pc:sldMk cId="0" sldId="2147483117"/>
            <ac:spMk id="10" creationId="{2519F02A-AA36-6A65-2053-1C6922A0FCE2}"/>
          </ac:spMkLst>
        </pc:spChg>
        <pc:spChg chg="add mod">
          <ac:chgData name="Mohamed Ali" userId="c0c10aba-c922-46fb-868a-1a879be00c0a" providerId="ADAL" clId="{DDBD1064-CDC2-4472-9EF9-077D90B3AADC}" dt="2025-09-01T12:47:32.829" v="3329"/>
          <ac:spMkLst>
            <pc:docMk/>
            <pc:sldMk cId="0" sldId="2147483117"/>
            <ac:spMk id="11" creationId="{7033827C-8197-79F5-AD75-AAA6074F9FCF}"/>
          </ac:spMkLst>
        </pc:spChg>
        <pc:spChg chg="add mod">
          <ac:chgData name="Mohamed Ali" userId="c0c10aba-c922-46fb-868a-1a879be00c0a" providerId="ADAL" clId="{DDBD1064-CDC2-4472-9EF9-077D90B3AADC}" dt="2025-09-02T06:51:18.241" v="4763"/>
          <ac:spMkLst>
            <pc:docMk/>
            <pc:sldMk cId="0" sldId="2147483117"/>
            <ac:spMk id="12" creationId="{32D60DA5-FCEB-3AE8-29D3-2754049592FE}"/>
          </ac:spMkLst>
        </pc:spChg>
        <pc:picChg chg="add mod">
          <ac:chgData name="Mohamed Ali" userId="c0c10aba-c922-46fb-868a-1a879be00c0a" providerId="ADAL" clId="{DDBD1064-CDC2-4472-9EF9-077D90B3AADC}" dt="2025-09-01T11:09:13.144" v="2542"/>
          <ac:picMkLst>
            <pc:docMk/>
            <pc:sldMk cId="0" sldId="2147483117"/>
            <ac:picMk id="8" creationId="{342C18AF-1288-0F99-5999-7C03DEF822DA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0" sldId="2147483118"/>
        </pc:sldMkLst>
        <pc:spChg chg="add mod">
          <ac:chgData name="Mohamed Ali" userId="c0c10aba-c922-46fb-868a-1a879be00c0a" providerId="ADAL" clId="{DDBD1064-CDC2-4472-9EF9-077D90B3AADC}" dt="2025-09-01T12:47:35.375" v="3330"/>
          <ac:spMkLst>
            <pc:docMk/>
            <pc:sldMk cId="0" sldId="2147483118"/>
            <ac:spMk id="2" creationId="{FC776563-410B-8339-77CD-B72A4C98536C}"/>
          </ac:spMkLst>
        </pc:spChg>
        <pc:spChg chg="add mod">
          <ac:chgData name="Mohamed Ali" userId="c0c10aba-c922-46fb-868a-1a879be00c0a" providerId="ADAL" clId="{DDBD1064-CDC2-4472-9EF9-077D90B3AADC}" dt="2025-09-01T11:09:16.606" v="2544"/>
          <ac:spMkLst>
            <pc:docMk/>
            <pc:sldMk cId="0" sldId="2147483118"/>
            <ac:spMk id="13" creationId="{41A69E57-B3C4-BD30-9AB8-380A036C0CAF}"/>
          </ac:spMkLst>
        </pc:spChg>
        <pc:spChg chg="add mod">
          <ac:chgData name="Mohamed Ali" userId="c0c10aba-c922-46fb-868a-1a879be00c0a" providerId="ADAL" clId="{DDBD1064-CDC2-4472-9EF9-077D90B3AADC}" dt="2025-09-01T12:47:35.375" v="3330"/>
          <ac:spMkLst>
            <pc:docMk/>
            <pc:sldMk cId="0" sldId="2147483118"/>
            <ac:spMk id="14" creationId="{AFFE41CB-DAE8-3E9F-0E03-530C082193F4}"/>
          </ac:spMkLst>
        </pc:spChg>
        <pc:spChg chg="add mod">
          <ac:chgData name="Mohamed Ali" userId="c0c10aba-c922-46fb-868a-1a879be00c0a" providerId="ADAL" clId="{DDBD1064-CDC2-4472-9EF9-077D90B3AADC}" dt="2025-09-01T12:47:35.375" v="3330"/>
          <ac:spMkLst>
            <pc:docMk/>
            <pc:sldMk cId="0" sldId="2147483118"/>
            <ac:spMk id="15" creationId="{6CD9358C-AB83-4AA4-AADF-E3F576B2F662}"/>
          </ac:spMkLst>
        </pc:spChg>
        <pc:spChg chg="add mod">
          <ac:chgData name="Mohamed Ali" userId="c0c10aba-c922-46fb-868a-1a879be00c0a" providerId="ADAL" clId="{DDBD1064-CDC2-4472-9EF9-077D90B3AADC}" dt="2025-09-02T06:51:18.926" v="4764"/>
          <ac:spMkLst>
            <pc:docMk/>
            <pc:sldMk cId="0" sldId="2147483118"/>
            <ac:spMk id="32" creationId="{B4574517-D8F9-E14D-843B-71E41A20EE28}"/>
          </ac:spMkLst>
        </pc:spChg>
        <pc:picChg chg="add mod">
          <ac:chgData name="Mohamed Ali" userId="c0c10aba-c922-46fb-868a-1a879be00c0a" providerId="ADAL" clId="{DDBD1064-CDC2-4472-9EF9-077D90B3AADC}" dt="2025-09-01T11:09:16.606" v="2544"/>
          <ac:picMkLst>
            <pc:docMk/>
            <pc:sldMk cId="0" sldId="2147483118"/>
            <ac:picMk id="12" creationId="{31312255-C52E-3E1D-A9A8-6FBE39ECE630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0" sldId="2147483119"/>
        </pc:sldMkLst>
        <pc:spChg chg="add mod">
          <ac:chgData name="Mohamed Ali" userId="c0c10aba-c922-46fb-868a-1a879be00c0a" providerId="ADAL" clId="{DDBD1064-CDC2-4472-9EF9-077D90B3AADC}" dt="2025-09-01T12:47:37.382" v="3333"/>
          <ac:spMkLst>
            <pc:docMk/>
            <pc:sldMk cId="0" sldId="2147483119"/>
            <ac:spMk id="2" creationId="{72E96332-B08C-5909-B3D3-503F34934092}"/>
          </ac:spMkLst>
        </pc:spChg>
        <pc:spChg chg="add mod">
          <ac:chgData name="Mohamed Ali" userId="c0c10aba-c922-46fb-868a-1a879be00c0a" providerId="ADAL" clId="{DDBD1064-CDC2-4472-9EF9-077D90B3AADC}" dt="2025-09-01T11:09:25.334" v="2550"/>
          <ac:spMkLst>
            <pc:docMk/>
            <pc:sldMk cId="0" sldId="2147483119"/>
            <ac:spMk id="4" creationId="{E68DABE0-6D89-77D1-8FC5-23F310701664}"/>
          </ac:spMkLst>
        </pc:spChg>
        <pc:spChg chg="add mod">
          <ac:chgData name="Mohamed Ali" userId="c0c10aba-c922-46fb-868a-1a879be00c0a" providerId="ADAL" clId="{DDBD1064-CDC2-4472-9EF9-077D90B3AADC}" dt="2025-09-01T12:47:37.382" v="3333"/>
          <ac:spMkLst>
            <pc:docMk/>
            <pc:sldMk cId="0" sldId="2147483119"/>
            <ac:spMk id="5" creationId="{1322C5A4-D3FD-8BE2-0CCA-A629AB57897F}"/>
          </ac:spMkLst>
        </pc:spChg>
        <pc:spChg chg="add mod">
          <ac:chgData name="Mohamed Ali" userId="c0c10aba-c922-46fb-868a-1a879be00c0a" providerId="ADAL" clId="{DDBD1064-CDC2-4472-9EF9-077D90B3AADC}" dt="2025-09-01T12:47:37.382" v="3333"/>
          <ac:spMkLst>
            <pc:docMk/>
            <pc:sldMk cId="0" sldId="2147483119"/>
            <ac:spMk id="6" creationId="{2F8FF982-8AD3-03F6-FCF9-3C953C7A7D1A}"/>
          </ac:spMkLst>
        </pc:spChg>
        <pc:spChg chg="add mod">
          <ac:chgData name="Mohamed Ali" userId="c0c10aba-c922-46fb-868a-1a879be00c0a" providerId="ADAL" clId="{DDBD1064-CDC2-4472-9EF9-077D90B3AADC}" dt="2025-09-02T06:51:21.122" v="4767"/>
          <ac:spMkLst>
            <pc:docMk/>
            <pc:sldMk cId="0" sldId="2147483119"/>
            <ac:spMk id="7" creationId="{2C03E72A-77B5-3B96-B6AB-0020B168B111}"/>
          </ac:spMkLst>
        </pc:spChg>
        <pc:picChg chg="add mod">
          <ac:chgData name="Mohamed Ali" userId="c0c10aba-c922-46fb-868a-1a879be00c0a" providerId="ADAL" clId="{DDBD1064-CDC2-4472-9EF9-077D90B3AADC}" dt="2025-09-01T11:09:25.334" v="2550"/>
          <ac:picMkLst>
            <pc:docMk/>
            <pc:sldMk cId="0" sldId="2147483119"/>
            <ac:picMk id="3" creationId="{D1A2BB24-399A-E1A7-9A47-748FF41C1A0C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1.659" v="5386" actId="47"/>
        <pc:sldMkLst>
          <pc:docMk/>
          <pc:sldMk cId="1924793588" sldId="2147483120"/>
        </pc:sldMkLst>
        <pc:spChg chg="add mod">
          <ac:chgData name="Mohamed Ali" userId="c0c10aba-c922-46fb-868a-1a879be00c0a" providerId="ADAL" clId="{DDBD1064-CDC2-4472-9EF9-077D90B3AADC}" dt="2025-09-01T12:47:38.982" v="3335"/>
          <ac:spMkLst>
            <pc:docMk/>
            <pc:sldMk cId="1924793588" sldId="2147483120"/>
            <ac:spMk id="10" creationId="{AF981E81-E3A4-DDD7-CFAE-FB1BF0DD14C4}"/>
          </ac:spMkLst>
        </pc:spChg>
        <pc:spChg chg="add mod">
          <ac:chgData name="Mohamed Ali" userId="c0c10aba-c922-46fb-868a-1a879be00c0a" providerId="ADAL" clId="{DDBD1064-CDC2-4472-9EF9-077D90B3AADC}" dt="2025-09-01T11:09:29.707" v="2554"/>
          <ac:spMkLst>
            <pc:docMk/>
            <pc:sldMk cId="1924793588" sldId="2147483120"/>
            <ac:spMk id="12" creationId="{DAF3043A-ABB5-EFDA-240B-C56DDC8E5A02}"/>
          </ac:spMkLst>
        </pc:spChg>
        <pc:spChg chg="add mod">
          <ac:chgData name="Mohamed Ali" userId="c0c10aba-c922-46fb-868a-1a879be00c0a" providerId="ADAL" clId="{DDBD1064-CDC2-4472-9EF9-077D90B3AADC}" dt="2025-09-01T12:47:38.982" v="3335"/>
          <ac:spMkLst>
            <pc:docMk/>
            <pc:sldMk cId="1924793588" sldId="2147483120"/>
            <ac:spMk id="13" creationId="{E9D25A57-CF8E-0284-9F76-4A96807C70F2}"/>
          </ac:spMkLst>
        </pc:spChg>
        <pc:spChg chg="add mod">
          <ac:chgData name="Mohamed Ali" userId="c0c10aba-c922-46fb-868a-1a879be00c0a" providerId="ADAL" clId="{DDBD1064-CDC2-4472-9EF9-077D90B3AADC}" dt="2025-09-01T12:47:38.982" v="3335"/>
          <ac:spMkLst>
            <pc:docMk/>
            <pc:sldMk cId="1924793588" sldId="2147483120"/>
            <ac:spMk id="14" creationId="{78A52345-EA81-AF45-727A-6FEC913C3EFF}"/>
          </ac:spMkLst>
        </pc:spChg>
        <pc:spChg chg="add mod">
          <ac:chgData name="Mohamed Ali" userId="c0c10aba-c922-46fb-868a-1a879be00c0a" providerId="ADAL" clId="{DDBD1064-CDC2-4472-9EF9-077D90B3AADC}" dt="2025-09-02T06:51:22.386" v="4769"/>
          <ac:spMkLst>
            <pc:docMk/>
            <pc:sldMk cId="1924793588" sldId="2147483120"/>
            <ac:spMk id="15" creationId="{7C5FA72D-6DC8-8DBB-0425-0A4DF8BDF809}"/>
          </ac:spMkLst>
        </pc:spChg>
        <pc:picChg chg="add mod">
          <ac:chgData name="Mohamed Ali" userId="c0c10aba-c922-46fb-868a-1a879be00c0a" providerId="ADAL" clId="{DDBD1064-CDC2-4472-9EF9-077D90B3AADC}" dt="2025-09-01T11:09:29.707" v="2554"/>
          <ac:picMkLst>
            <pc:docMk/>
            <pc:sldMk cId="1924793588" sldId="2147483120"/>
            <ac:picMk id="11" creationId="{36802989-CB65-7D85-76B2-5C4003A786FC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3952442188" sldId="2147483121"/>
        </pc:sldMkLst>
        <pc:spChg chg="add mod">
          <ac:chgData name="Mohamed Ali" userId="c0c10aba-c922-46fb-868a-1a879be00c0a" providerId="ADAL" clId="{DDBD1064-CDC2-4472-9EF9-077D90B3AADC}" dt="2025-09-02T06:51:31.415" v="4782"/>
          <ac:spMkLst>
            <pc:docMk/>
            <pc:sldMk cId="3952442188" sldId="2147483121"/>
            <ac:spMk id="8" creationId="{0206C2BA-B75C-39EF-AA48-5D753F8DF44F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3385921007" sldId="2147483122"/>
        </pc:sldMkLst>
        <pc:spChg chg="add mod">
          <ac:chgData name="Mohamed Ali" userId="c0c10aba-c922-46fb-868a-1a879be00c0a" providerId="ADAL" clId="{DDBD1064-CDC2-4472-9EF9-077D90B3AADC}" dt="2025-09-02T06:51:32.011" v="4783"/>
          <ac:spMkLst>
            <pc:docMk/>
            <pc:sldMk cId="3385921007" sldId="2147483122"/>
            <ac:spMk id="9" creationId="{77ACEC4C-7AB9-3976-8D86-93BD906D6BDF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2288820709" sldId="2147483123"/>
        </pc:sldMkLst>
        <pc:spChg chg="add mod">
          <ac:chgData name="Mohamed Ali" userId="c0c10aba-c922-46fb-868a-1a879be00c0a" providerId="ADAL" clId="{DDBD1064-CDC2-4472-9EF9-077D90B3AADC}" dt="2025-09-02T06:51:32.664" v="4784"/>
          <ac:spMkLst>
            <pc:docMk/>
            <pc:sldMk cId="2288820709" sldId="2147483123"/>
            <ac:spMk id="9" creationId="{CDE0674C-CAD1-0093-ADB6-355E60E68B9E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3838560061" sldId="2147483124"/>
        </pc:sldMkLst>
        <pc:spChg chg="add mod">
          <ac:chgData name="Mohamed Ali" userId="c0c10aba-c922-46fb-868a-1a879be00c0a" providerId="ADAL" clId="{DDBD1064-CDC2-4472-9EF9-077D90B3AADC}" dt="2025-09-02T06:51:33.264" v="4785"/>
          <ac:spMkLst>
            <pc:docMk/>
            <pc:sldMk cId="3838560061" sldId="2147483124"/>
            <ac:spMk id="9" creationId="{0F141E0E-8D8D-18A0-5FAE-EEF8F8A9AA22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1258032113" sldId="2147483125"/>
        </pc:sldMkLst>
        <pc:spChg chg="add mod">
          <ac:chgData name="Mohamed Ali" userId="c0c10aba-c922-46fb-868a-1a879be00c0a" providerId="ADAL" clId="{DDBD1064-CDC2-4472-9EF9-077D90B3AADC}" dt="2025-09-02T06:51:27.855" v="4777"/>
          <ac:spMkLst>
            <pc:docMk/>
            <pc:sldMk cId="1258032113" sldId="2147483125"/>
            <ac:spMk id="19" creationId="{291292F8-B494-D183-87CB-29AE533DBA43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2334445339" sldId="2147483126"/>
        </pc:sldMkLst>
        <pc:spChg chg="add mod">
          <ac:chgData name="Mohamed Ali" userId="c0c10aba-c922-46fb-868a-1a879be00c0a" providerId="ADAL" clId="{DDBD1064-CDC2-4472-9EF9-077D90B3AADC}" dt="2025-09-02T06:51:29.454" v="4779"/>
          <ac:spMkLst>
            <pc:docMk/>
            <pc:sldMk cId="2334445339" sldId="2147483126"/>
            <ac:spMk id="21" creationId="{101F6D77-1776-2548-93BD-3739D45E0F8B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2066056363" sldId="2147483134"/>
        </pc:sldMkLst>
        <pc:spChg chg="mod topLvl">
          <ac:chgData name="Mohamed Ali" userId="c0c10aba-c922-46fb-868a-1a879be00c0a" providerId="ADAL" clId="{DDBD1064-CDC2-4472-9EF9-077D90B3AADC}" dt="2025-09-02T08:11:21.521" v="5353" actId="1036"/>
          <ac:spMkLst>
            <pc:docMk/>
            <pc:sldMk cId="2066056363" sldId="2147483134"/>
            <ac:spMk id="3" creationId="{1B4C9F65-AA85-53D9-3299-213B5DA2323E}"/>
          </ac:spMkLst>
        </pc:spChg>
        <pc:spChg chg="add mod">
          <ac:chgData name="Mohamed Ali" userId="c0c10aba-c922-46fb-868a-1a879be00c0a" providerId="ADAL" clId="{DDBD1064-CDC2-4472-9EF9-077D90B3AADC}" dt="2025-09-01T12:47:30.216" v="3325"/>
          <ac:spMkLst>
            <pc:docMk/>
            <pc:sldMk cId="2066056363" sldId="2147483134"/>
            <ac:spMk id="4" creationId="{653DD54E-12E0-BBE6-86D4-CF74CB30D40A}"/>
          </ac:spMkLst>
        </pc:spChg>
        <pc:spChg chg="del mod topLvl">
          <ac:chgData name="Mohamed Ali" userId="c0c10aba-c922-46fb-868a-1a879be00c0a" providerId="ADAL" clId="{DDBD1064-CDC2-4472-9EF9-077D90B3AADC}" dt="2025-09-02T08:11:00.470" v="5343" actId="478"/>
          <ac:spMkLst>
            <pc:docMk/>
            <pc:sldMk cId="2066056363" sldId="2147483134"/>
            <ac:spMk id="5" creationId="{D4E2934D-BFAF-4BD2-5620-6B89DCD5F054}"/>
          </ac:spMkLst>
        </pc:spChg>
        <pc:spChg chg="add mod">
          <ac:chgData name="Mohamed Ali" userId="c0c10aba-c922-46fb-868a-1a879be00c0a" providerId="ADAL" clId="{DDBD1064-CDC2-4472-9EF9-077D90B3AADC}" dt="2025-09-01T12:50:16.649" v="3371" actId="242"/>
          <ac:spMkLst>
            <pc:docMk/>
            <pc:sldMk cId="2066056363" sldId="2147483134"/>
            <ac:spMk id="8" creationId="{98F82063-B991-C4CC-EC04-119235C6A909}"/>
          </ac:spMkLst>
        </pc:spChg>
        <pc:spChg chg="add mod">
          <ac:chgData name="Mohamed Ali" userId="c0c10aba-c922-46fb-868a-1a879be00c0a" providerId="ADAL" clId="{DDBD1064-CDC2-4472-9EF9-077D90B3AADC}" dt="2025-09-01T12:47:30.216" v="3325"/>
          <ac:spMkLst>
            <pc:docMk/>
            <pc:sldMk cId="2066056363" sldId="2147483134"/>
            <ac:spMk id="12" creationId="{B0862D41-1C8E-D802-8001-A233E6EABC76}"/>
          </ac:spMkLst>
        </pc:spChg>
        <pc:spChg chg="add mod">
          <ac:chgData name="Mohamed Ali" userId="c0c10aba-c922-46fb-868a-1a879be00c0a" providerId="ADAL" clId="{DDBD1064-CDC2-4472-9EF9-077D90B3AADC}" dt="2025-09-01T12:47:30.216" v="3325"/>
          <ac:spMkLst>
            <pc:docMk/>
            <pc:sldMk cId="2066056363" sldId="2147483134"/>
            <ac:spMk id="15" creationId="{BDA76611-8FDA-C83B-A20C-EA195C3B6FA3}"/>
          </ac:spMkLst>
        </pc:spChg>
        <pc:spChg chg="add mod">
          <ac:chgData name="Mohamed Ali" userId="c0c10aba-c922-46fb-868a-1a879be00c0a" providerId="ADAL" clId="{DDBD1064-CDC2-4472-9EF9-077D90B3AADC}" dt="2025-09-02T06:51:15.224" v="4759"/>
          <ac:spMkLst>
            <pc:docMk/>
            <pc:sldMk cId="2066056363" sldId="2147483134"/>
            <ac:spMk id="16" creationId="{F25121E1-A4F3-FCA3-C2DF-59BB78C0FBE2}"/>
          </ac:spMkLst>
        </pc:spChg>
        <pc:spChg chg="mod">
          <ac:chgData name="Mohamed Ali" userId="c0c10aba-c922-46fb-868a-1a879be00c0a" providerId="ADAL" clId="{DDBD1064-CDC2-4472-9EF9-077D90B3AADC}" dt="2025-09-01T07:31:06.557" v="613" actId="313"/>
          <ac:spMkLst>
            <pc:docMk/>
            <pc:sldMk cId="2066056363" sldId="2147483134"/>
            <ac:spMk id="27" creationId="{2539DFE9-CE26-ED30-727B-E093D9035081}"/>
          </ac:spMkLst>
        </pc:spChg>
        <pc:spChg chg="mod">
          <ac:chgData name="Mohamed Ali" userId="c0c10aba-c922-46fb-868a-1a879be00c0a" providerId="ADAL" clId="{DDBD1064-CDC2-4472-9EF9-077D90B3AADC}" dt="2025-09-01T07:31:06.206" v="611" actId="313"/>
          <ac:spMkLst>
            <pc:docMk/>
            <pc:sldMk cId="2066056363" sldId="2147483134"/>
            <ac:spMk id="28" creationId="{D6777873-3C66-1819-0E92-42AEDDCF342D}"/>
          </ac:spMkLst>
        </pc:spChg>
        <pc:spChg chg="mod">
          <ac:chgData name="Mohamed Ali" userId="c0c10aba-c922-46fb-868a-1a879be00c0a" providerId="ADAL" clId="{DDBD1064-CDC2-4472-9EF9-077D90B3AADC}" dt="2025-09-01T07:31:06.389" v="612" actId="313"/>
          <ac:spMkLst>
            <pc:docMk/>
            <pc:sldMk cId="2066056363" sldId="2147483134"/>
            <ac:spMk id="29" creationId="{56F85AFE-54B8-0EBB-E61A-24A0A9812CAA}"/>
          </ac:spMkLst>
        </pc:spChg>
        <pc:grpChg chg="del">
          <ac:chgData name="Mohamed Ali" userId="c0c10aba-c922-46fb-868a-1a879be00c0a" providerId="ADAL" clId="{DDBD1064-CDC2-4472-9EF9-077D90B3AADC}" dt="2025-09-02T08:10:54.230" v="5342" actId="165"/>
          <ac:grpSpMkLst>
            <pc:docMk/>
            <pc:sldMk cId="2066056363" sldId="2147483134"/>
            <ac:grpSpMk id="2" creationId="{C29D416C-8998-1E8F-1D07-3ABCB42E9D6E}"/>
          </ac:grpSpMkLst>
        </pc:grpChg>
        <pc:picChg chg="add mod">
          <ac:chgData name="Mohamed Ali" userId="c0c10aba-c922-46fb-868a-1a879be00c0a" providerId="ADAL" clId="{DDBD1064-CDC2-4472-9EF9-077D90B3AADC}" dt="2025-09-01T11:08:45.765" v="2519"/>
          <ac:picMkLst>
            <pc:docMk/>
            <pc:sldMk cId="2066056363" sldId="2147483134"/>
            <ac:picMk id="6" creationId="{2C9A4F1B-0AE1-7617-91E0-E8576B1A7BF1}"/>
          </ac:picMkLst>
        </pc:picChg>
        <pc:picChg chg="add mod">
          <ac:chgData name="Mohamed Ali" userId="c0c10aba-c922-46fb-868a-1a879be00c0a" providerId="ADAL" clId="{DDBD1064-CDC2-4472-9EF9-077D90B3AADC}" dt="2025-09-02T08:11:10.799" v="5346" actId="1076"/>
          <ac:picMkLst>
            <pc:docMk/>
            <pc:sldMk cId="2066056363" sldId="2147483134"/>
            <ac:picMk id="24" creationId="{BF29FD97-AA4B-B6CF-2FFE-4B2C07884042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38.249" v="5387" actId="47"/>
        <pc:sldMkLst>
          <pc:docMk/>
          <pc:sldMk cId="2870396356" sldId="2147483136"/>
        </pc:sldMkLst>
        <pc:spChg chg="add mod">
          <ac:chgData name="Mohamed Ali" userId="c0c10aba-c922-46fb-868a-1a879be00c0a" providerId="ADAL" clId="{DDBD1064-CDC2-4472-9EF9-077D90B3AADC}" dt="2025-09-01T12:47:24.690" v="3317"/>
          <ac:spMkLst>
            <pc:docMk/>
            <pc:sldMk cId="2870396356" sldId="2147483136"/>
            <ac:spMk id="2" creationId="{24B824DA-85AF-E1F6-8559-B3298139CE26}"/>
          </ac:spMkLst>
        </pc:spChg>
        <pc:spChg chg="add mod">
          <ac:chgData name="Mohamed Ali" userId="c0c10aba-c922-46fb-868a-1a879be00c0a" providerId="ADAL" clId="{DDBD1064-CDC2-4472-9EF9-077D90B3AADC}" dt="2025-09-01T12:47:24.690" v="3317"/>
          <ac:spMkLst>
            <pc:docMk/>
            <pc:sldMk cId="2870396356" sldId="2147483136"/>
            <ac:spMk id="4" creationId="{E6FC27E3-F99D-5E80-A1D9-890B1DC074F2}"/>
          </ac:spMkLst>
        </pc:spChg>
        <pc:spChg chg="mod">
          <ac:chgData name="Mohamed Ali" userId="c0c10aba-c922-46fb-868a-1a879be00c0a" providerId="ADAL" clId="{DDBD1064-CDC2-4472-9EF9-077D90B3AADC}" dt="2025-09-02T08:02:37.637" v="5317" actId="1037"/>
          <ac:spMkLst>
            <pc:docMk/>
            <pc:sldMk cId="2870396356" sldId="2147483136"/>
            <ac:spMk id="5" creationId="{F2DD75C0-9A3E-6978-2A5D-4F789BF7F5FE}"/>
          </ac:spMkLst>
        </pc:spChg>
        <pc:spChg chg="add mod">
          <ac:chgData name="Mohamed Ali" userId="c0c10aba-c922-46fb-868a-1a879be00c0a" providerId="ADAL" clId="{DDBD1064-CDC2-4472-9EF9-077D90B3AADC}" dt="2025-09-01T11:07:37.289" v="2469"/>
          <ac:spMkLst>
            <pc:docMk/>
            <pc:sldMk cId="2870396356" sldId="2147483136"/>
            <ac:spMk id="7" creationId="{1AE67FB3-CA48-22BA-49C4-1F6DC6981353}"/>
          </ac:spMkLst>
        </pc:spChg>
        <pc:spChg chg="add mod">
          <ac:chgData name="Mohamed Ali" userId="c0c10aba-c922-46fb-868a-1a879be00c0a" providerId="ADAL" clId="{DDBD1064-CDC2-4472-9EF9-077D90B3AADC}" dt="2025-09-01T12:47:24.690" v="3317"/>
          <ac:spMkLst>
            <pc:docMk/>
            <pc:sldMk cId="2870396356" sldId="2147483136"/>
            <ac:spMk id="8" creationId="{41991769-7A1E-5089-5787-2A257B44B83F}"/>
          </ac:spMkLst>
        </pc:spChg>
        <pc:spChg chg="add mod">
          <ac:chgData name="Mohamed Ali" userId="c0c10aba-c922-46fb-868a-1a879be00c0a" providerId="ADAL" clId="{DDBD1064-CDC2-4472-9EF9-077D90B3AADC}" dt="2025-09-02T06:51:09.850" v="4751"/>
          <ac:spMkLst>
            <pc:docMk/>
            <pc:sldMk cId="2870396356" sldId="2147483136"/>
            <ac:spMk id="9" creationId="{1E3BF283-1836-DF31-16D6-542F1559C119}"/>
          </ac:spMkLst>
        </pc:spChg>
        <pc:graphicFrameChg chg="mod modGraphic">
          <ac:chgData name="Mohamed Ali" userId="c0c10aba-c922-46fb-868a-1a879be00c0a" providerId="ADAL" clId="{DDBD1064-CDC2-4472-9EF9-077D90B3AADC}" dt="2025-09-02T08:00:01.240" v="5297"/>
          <ac:graphicFrameMkLst>
            <pc:docMk/>
            <pc:sldMk cId="2870396356" sldId="2147483136"/>
            <ac:graphicFrameMk id="3" creationId="{27359A50-3198-C71B-A738-8D67A0267554}"/>
          </ac:graphicFrameMkLst>
        </pc:graphicFrameChg>
        <pc:picChg chg="add mod">
          <ac:chgData name="Mohamed Ali" userId="c0c10aba-c922-46fb-868a-1a879be00c0a" providerId="ADAL" clId="{DDBD1064-CDC2-4472-9EF9-077D90B3AADC}" dt="2025-09-01T11:07:37.289" v="2469"/>
          <ac:picMkLst>
            <pc:docMk/>
            <pc:sldMk cId="2870396356" sldId="2147483136"/>
            <ac:picMk id="6" creationId="{E79D385C-D5A1-96CC-44B6-B19BBE377ACB}"/>
          </ac:picMkLst>
        </pc:picChg>
        <pc:picChg chg="add mod">
          <ac:chgData name="Mohamed Ali" userId="c0c10aba-c922-46fb-868a-1a879be00c0a" providerId="ADAL" clId="{DDBD1064-CDC2-4472-9EF9-077D90B3AADC}" dt="2025-09-02T08:04:20.897" v="5328" actId="14826"/>
          <ac:picMkLst>
            <pc:docMk/>
            <pc:sldMk cId="2870396356" sldId="2147483136"/>
            <ac:picMk id="11" creationId="{77E8A449-2FE8-50F6-DEBD-F085BBC19AEF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2338985977" sldId="2147483138"/>
        </pc:sldMkLst>
        <pc:spChg chg="add mod">
          <ac:chgData name="Mohamed Ali" userId="c0c10aba-c922-46fb-868a-1a879be00c0a" providerId="ADAL" clId="{DDBD1064-CDC2-4472-9EF9-077D90B3AADC}" dt="2025-09-01T12:47:25.391" v="3318"/>
          <ac:spMkLst>
            <pc:docMk/>
            <pc:sldMk cId="2338985977" sldId="2147483138"/>
            <ac:spMk id="2" creationId="{422FE607-BAF2-349D-BC1F-F605ADF9D9E7}"/>
          </ac:spMkLst>
        </pc:spChg>
        <pc:spChg chg="add mod">
          <ac:chgData name="Mohamed Ali" userId="c0c10aba-c922-46fb-868a-1a879be00c0a" providerId="ADAL" clId="{DDBD1064-CDC2-4472-9EF9-077D90B3AADC}" dt="2025-09-01T12:49:39.682" v="3365" actId="242"/>
          <ac:spMkLst>
            <pc:docMk/>
            <pc:sldMk cId="2338985977" sldId="2147483138"/>
            <ac:spMk id="6" creationId="{8A4CB1C2-F846-0A8C-7237-37548F59CD43}"/>
          </ac:spMkLst>
        </pc:spChg>
        <pc:spChg chg="add mod">
          <ac:chgData name="Mohamed Ali" userId="c0c10aba-c922-46fb-868a-1a879be00c0a" providerId="ADAL" clId="{DDBD1064-CDC2-4472-9EF9-077D90B3AADC}" dt="2025-09-01T12:47:25.391" v="3318"/>
          <ac:spMkLst>
            <pc:docMk/>
            <pc:sldMk cId="2338985977" sldId="2147483138"/>
            <ac:spMk id="7" creationId="{C43198DD-CCD0-C6DA-F987-9F3156C43BDD}"/>
          </ac:spMkLst>
        </pc:spChg>
        <pc:spChg chg="add mod">
          <ac:chgData name="Mohamed Ali" userId="c0c10aba-c922-46fb-868a-1a879be00c0a" providerId="ADAL" clId="{DDBD1064-CDC2-4472-9EF9-077D90B3AADC}" dt="2025-09-01T12:47:25.391" v="3318"/>
          <ac:spMkLst>
            <pc:docMk/>
            <pc:sldMk cId="2338985977" sldId="2147483138"/>
            <ac:spMk id="8" creationId="{2A41BE45-19BD-0F10-6D88-F22067166113}"/>
          </ac:spMkLst>
        </pc:spChg>
        <pc:spChg chg="add mod">
          <ac:chgData name="Mohamed Ali" userId="c0c10aba-c922-46fb-868a-1a879be00c0a" providerId="ADAL" clId="{DDBD1064-CDC2-4472-9EF9-077D90B3AADC}" dt="2025-09-02T06:51:10.621" v="4752"/>
          <ac:spMkLst>
            <pc:docMk/>
            <pc:sldMk cId="2338985977" sldId="2147483138"/>
            <ac:spMk id="9" creationId="{ED1FEC40-16CB-A1C9-183A-C72524C5B6F1}"/>
          </ac:spMkLst>
        </pc:spChg>
        <pc:picChg chg="add mod">
          <ac:chgData name="Mohamed Ali" userId="c0c10aba-c922-46fb-868a-1a879be00c0a" providerId="ADAL" clId="{DDBD1064-CDC2-4472-9EF9-077D90B3AADC}" dt="2025-09-01T11:07:42.313" v="2471"/>
          <ac:picMkLst>
            <pc:docMk/>
            <pc:sldMk cId="2338985977" sldId="2147483138"/>
            <ac:picMk id="5" creationId="{62721FED-D718-CBD5-9A3D-0F0465BC4BB4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3544196936" sldId="2147483144"/>
        </pc:sldMkLst>
        <pc:spChg chg="mod">
          <ac:chgData name="Mohamed Ali" userId="c0c10aba-c922-46fb-868a-1a879be00c0a" providerId="ADAL" clId="{DDBD1064-CDC2-4472-9EF9-077D90B3AADC}" dt="2025-09-01T07:31:02.986" v="592" actId="313"/>
          <ac:spMkLst>
            <pc:docMk/>
            <pc:sldMk cId="3544196936" sldId="2147483144"/>
            <ac:spMk id="3" creationId="{ACF9C9AE-078C-478F-1476-CCA0471D5E35}"/>
          </ac:spMkLst>
        </pc:spChg>
        <pc:spChg chg="add mod">
          <ac:chgData name="Mohamed Ali" userId="c0c10aba-c922-46fb-868a-1a879be00c0a" providerId="ADAL" clId="{DDBD1064-CDC2-4472-9EF9-077D90B3AADC}" dt="2025-09-01T12:47:28.138" v="3322"/>
          <ac:spMkLst>
            <pc:docMk/>
            <pc:sldMk cId="3544196936" sldId="2147483144"/>
            <ac:spMk id="6" creationId="{58BAABA8-4CBF-C6EA-85E0-C4BD84329CEB}"/>
          </ac:spMkLst>
        </pc:spChg>
        <pc:spChg chg="mod">
          <ac:chgData name="Mohamed Ali" userId="c0c10aba-c922-46fb-868a-1a879be00c0a" providerId="ADAL" clId="{DDBD1064-CDC2-4472-9EF9-077D90B3AADC}" dt="2025-09-01T07:31:03.154" v="593" actId="313"/>
          <ac:spMkLst>
            <pc:docMk/>
            <pc:sldMk cId="3544196936" sldId="2147483144"/>
            <ac:spMk id="7" creationId="{AFEBBC94-D4D6-3127-61B5-C3749ACAC7BE}"/>
          </ac:spMkLst>
        </pc:spChg>
        <pc:spChg chg="mod">
          <ac:chgData name="Mohamed Ali" userId="c0c10aba-c922-46fb-868a-1a879be00c0a" providerId="ADAL" clId="{DDBD1064-CDC2-4472-9EF9-077D90B3AADC}" dt="2025-09-01T07:31:03.344" v="594" actId="313"/>
          <ac:spMkLst>
            <pc:docMk/>
            <pc:sldMk cId="3544196936" sldId="2147483144"/>
            <ac:spMk id="10" creationId="{CA2138AA-FA41-C61E-ECCA-4D632C93F0C7}"/>
          </ac:spMkLst>
        </pc:spChg>
        <pc:spChg chg="add mod">
          <ac:chgData name="Mohamed Ali" userId="c0c10aba-c922-46fb-868a-1a879be00c0a" providerId="ADAL" clId="{DDBD1064-CDC2-4472-9EF9-077D90B3AADC}" dt="2025-09-01T12:49:53.174" v="3368" actId="242"/>
          <ac:spMkLst>
            <pc:docMk/>
            <pc:sldMk cId="3544196936" sldId="2147483144"/>
            <ac:spMk id="11" creationId="{F874F9C4-0C1D-BAF5-5685-104414B8A6AE}"/>
          </ac:spMkLst>
        </pc:spChg>
        <pc:spChg chg="add mod">
          <ac:chgData name="Mohamed Ali" userId="c0c10aba-c922-46fb-868a-1a879be00c0a" providerId="ADAL" clId="{DDBD1064-CDC2-4472-9EF9-077D90B3AADC}" dt="2025-09-01T12:47:28.138" v="3322"/>
          <ac:spMkLst>
            <pc:docMk/>
            <pc:sldMk cId="3544196936" sldId="2147483144"/>
            <ac:spMk id="13" creationId="{5D115F4A-92CA-B3E7-5F1B-95026C21D03F}"/>
          </ac:spMkLst>
        </pc:spChg>
        <pc:spChg chg="add mod">
          <ac:chgData name="Mohamed Ali" userId="c0c10aba-c922-46fb-868a-1a879be00c0a" providerId="ADAL" clId="{DDBD1064-CDC2-4472-9EF9-077D90B3AADC}" dt="2025-09-01T12:47:28.138" v="3322"/>
          <ac:spMkLst>
            <pc:docMk/>
            <pc:sldMk cId="3544196936" sldId="2147483144"/>
            <ac:spMk id="15" creationId="{03924C1B-4595-93F3-95E6-FD85D851577F}"/>
          </ac:spMkLst>
        </pc:spChg>
        <pc:spChg chg="mod">
          <ac:chgData name="Mohamed Ali" userId="c0c10aba-c922-46fb-868a-1a879be00c0a" providerId="ADAL" clId="{DDBD1064-CDC2-4472-9EF9-077D90B3AADC}" dt="2025-09-01T07:31:03.728" v="596" actId="313"/>
          <ac:spMkLst>
            <pc:docMk/>
            <pc:sldMk cId="3544196936" sldId="2147483144"/>
            <ac:spMk id="16" creationId="{11EB1E15-FD57-E6E3-1509-BC619EE9E0C7}"/>
          </ac:spMkLst>
        </pc:spChg>
        <pc:spChg chg="add mod">
          <ac:chgData name="Mohamed Ali" userId="c0c10aba-c922-46fb-868a-1a879be00c0a" providerId="ADAL" clId="{DDBD1064-CDC2-4472-9EF9-077D90B3AADC}" dt="2025-09-02T06:51:13.033" v="4756"/>
          <ac:spMkLst>
            <pc:docMk/>
            <pc:sldMk cId="3544196936" sldId="2147483144"/>
            <ac:spMk id="17" creationId="{DF02D29A-F81F-3984-AB10-4BC061A667C4}"/>
          </ac:spMkLst>
        </pc:spChg>
        <pc:picChg chg="mod">
          <ac:chgData name="Mohamed Ali" userId="c0c10aba-c922-46fb-868a-1a879be00c0a" providerId="ADAL" clId="{DDBD1064-CDC2-4472-9EF9-077D90B3AADC}" dt="2025-09-02T08:08:57.430" v="5338" actId="1076"/>
          <ac:picMkLst>
            <pc:docMk/>
            <pc:sldMk cId="3544196936" sldId="2147483144"/>
            <ac:picMk id="8" creationId="{DA45AE2B-800C-ED45-0670-FE42C80183C6}"/>
          </ac:picMkLst>
        </pc:picChg>
        <pc:picChg chg="add mod">
          <ac:chgData name="Mohamed Ali" userId="c0c10aba-c922-46fb-868a-1a879be00c0a" providerId="ADAL" clId="{DDBD1064-CDC2-4472-9EF9-077D90B3AADC}" dt="2025-09-01T11:08:08.423" v="2493"/>
          <ac:picMkLst>
            <pc:docMk/>
            <pc:sldMk cId="3544196936" sldId="2147483144"/>
            <ac:picMk id="9" creationId="{F8292B41-A550-BBB2-CB86-F0560BDB807A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1069409991" sldId="2147483145"/>
        </pc:sldMkLst>
        <pc:spChg chg="add mod">
          <ac:chgData name="Mohamed Ali" userId="c0c10aba-c922-46fb-868a-1a879be00c0a" providerId="ADAL" clId="{DDBD1064-CDC2-4472-9EF9-077D90B3AADC}" dt="2025-09-01T12:47:28.815" v="3323"/>
          <ac:spMkLst>
            <pc:docMk/>
            <pc:sldMk cId="1069409991" sldId="2147483145"/>
            <ac:spMk id="2" creationId="{53B89281-39C3-6768-44D0-9FF07830D761}"/>
          </ac:spMkLst>
        </pc:spChg>
        <pc:spChg chg="add del mod">
          <ac:chgData name="Mohamed Ali" userId="c0c10aba-c922-46fb-868a-1a879be00c0a" providerId="ADAL" clId="{DDBD1064-CDC2-4472-9EF9-077D90B3AADC}" dt="2025-09-01T12:50:03.869" v="3369" actId="242"/>
          <ac:spMkLst>
            <pc:docMk/>
            <pc:sldMk cId="1069409991" sldId="2147483145"/>
            <ac:spMk id="5" creationId="{F7B9FF96-8945-20D1-B10D-5E242A57421B}"/>
          </ac:spMkLst>
        </pc:spChg>
        <pc:spChg chg="add mod">
          <ac:chgData name="Mohamed Ali" userId="c0c10aba-c922-46fb-868a-1a879be00c0a" providerId="ADAL" clId="{DDBD1064-CDC2-4472-9EF9-077D90B3AADC}" dt="2025-09-01T12:47:28.815" v="3323"/>
          <ac:spMkLst>
            <pc:docMk/>
            <pc:sldMk cId="1069409991" sldId="2147483145"/>
            <ac:spMk id="6" creationId="{0EBA4EA6-6A9E-457F-F064-968BBE53ECC6}"/>
          </ac:spMkLst>
        </pc:spChg>
        <pc:spChg chg="add mod">
          <ac:chgData name="Mohamed Ali" userId="c0c10aba-c922-46fb-868a-1a879be00c0a" providerId="ADAL" clId="{DDBD1064-CDC2-4472-9EF9-077D90B3AADC}" dt="2025-09-01T12:47:28.815" v="3323"/>
          <ac:spMkLst>
            <pc:docMk/>
            <pc:sldMk cId="1069409991" sldId="2147483145"/>
            <ac:spMk id="7" creationId="{FFC8F141-5B60-AA30-97ED-01DC171DF571}"/>
          </ac:spMkLst>
        </pc:spChg>
        <pc:spChg chg="add mod">
          <ac:chgData name="Mohamed Ali" userId="c0c10aba-c922-46fb-868a-1a879be00c0a" providerId="ADAL" clId="{DDBD1064-CDC2-4472-9EF9-077D90B3AADC}" dt="2025-09-02T06:51:13.675" v="4757"/>
          <ac:spMkLst>
            <pc:docMk/>
            <pc:sldMk cId="1069409991" sldId="2147483145"/>
            <ac:spMk id="10" creationId="{B04DD983-10CD-08C6-45C0-D90EAF9B0AA7}"/>
          </ac:spMkLst>
        </pc:spChg>
        <pc:spChg chg="mod">
          <ac:chgData name="Mohamed Ali" userId="c0c10aba-c922-46fb-868a-1a879be00c0a" providerId="ADAL" clId="{DDBD1064-CDC2-4472-9EF9-077D90B3AADC}" dt="2025-09-01T07:31:04.421" v="600" actId="313"/>
          <ac:spMkLst>
            <pc:docMk/>
            <pc:sldMk cId="1069409991" sldId="2147483145"/>
            <ac:spMk id="31" creationId="{99B0CDD0-BCDF-C575-3105-DC90452EC856}"/>
          </ac:spMkLst>
        </pc:spChg>
        <pc:spChg chg="mod">
          <ac:chgData name="Mohamed Ali" userId="c0c10aba-c922-46fb-868a-1a879be00c0a" providerId="ADAL" clId="{DDBD1064-CDC2-4472-9EF9-077D90B3AADC}" dt="2025-09-01T07:31:04.243" v="599" actId="313"/>
          <ac:spMkLst>
            <pc:docMk/>
            <pc:sldMk cId="1069409991" sldId="2147483145"/>
            <ac:spMk id="35" creationId="{21B49C1E-B07F-71D1-829D-856EACD3523A}"/>
          </ac:spMkLst>
        </pc:spChg>
        <pc:spChg chg="mod">
          <ac:chgData name="Mohamed Ali" userId="c0c10aba-c922-46fb-868a-1a879be00c0a" providerId="ADAL" clId="{DDBD1064-CDC2-4472-9EF9-077D90B3AADC}" dt="2025-09-01T07:31:04.129" v="598" actId="313"/>
          <ac:spMkLst>
            <pc:docMk/>
            <pc:sldMk cId="1069409991" sldId="2147483145"/>
            <ac:spMk id="43" creationId="{3210C403-DF99-4176-2D44-CA7946062393}"/>
          </ac:spMkLst>
        </pc:spChg>
        <pc:spChg chg="mod">
          <ac:chgData name="Mohamed Ali" userId="c0c10aba-c922-46fb-868a-1a879be00c0a" providerId="ADAL" clId="{DDBD1064-CDC2-4472-9EF9-077D90B3AADC}" dt="2025-09-01T07:31:03.918" v="597" actId="313"/>
          <ac:spMkLst>
            <pc:docMk/>
            <pc:sldMk cId="1069409991" sldId="2147483145"/>
            <ac:spMk id="51" creationId="{077A202A-A93F-263B-ED13-723117F4EAB5}"/>
          </ac:spMkLst>
        </pc:spChg>
        <pc:spChg chg="mod">
          <ac:chgData name="Mohamed Ali" userId="c0c10aba-c922-46fb-868a-1a879be00c0a" providerId="ADAL" clId="{DDBD1064-CDC2-4472-9EF9-077D90B3AADC}" dt="2025-09-01T07:31:04.575" v="601" actId="313"/>
          <ac:spMkLst>
            <pc:docMk/>
            <pc:sldMk cId="1069409991" sldId="2147483145"/>
            <ac:spMk id="56" creationId="{BB5BBC8F-836A-561F-9CCF-5237D1516B09}"/>
          </ac:spMkLst>
        </pc:spChg>
        <pc:spChg chg="mod">
          <ac:chgData name="Mohamed Ali" userId="c0c10aba-c922-46fb-868a-1a879be00c0a" providerId="ADAL" clId="{DDBD1064-CDC2-4472-9EF9-077D90B3AADC}" dt="2025-09-01T07:31:05.048" v="604" actId="313"/>
          <ac:spMkLst>
            <pc:docMk/>
            <pc:sldMk cId="1069409991" sldId="2147483145"/>
            <ac:spMk id="59" creationId="{F0C72B60-89F7-CCB9-1B34-9E04B8FAED3D}"/>
          </ac:spMkLst>
        </pc:spChg>
        <pc:picChg chg="mod">
          <ac:chgData name="Mohamed Ali" userId="c0c10aba-c922-46fb-868a-1a879be00c0a" providerId="ADAL" clId="{DDBD1064-CDC2-4472-9EF9-077D90B3AADC}" dt="2025-09-02T08:09:39.652" v="5340" actId="1076"/>
          <ac:picMkLst>
            <pc:docMk/>
            <pc:sldMk cId="1069409991" sldId="2147483145"/>
            <ac:picMk id="3" creationId="{114CD2F9-460E-7AED-DDD8-5479D9E55FEA}"/>
          </ac:picMkLst>
        </pc:picChg>
        <pc:picChg chg="add mod">
          <ac:chgData name="Mohamed Ali" userId="c0c10aba-c922-46fb-868a-1a879be00c0a" providerId="ADAL" clId="{DDBD1064-CDC2-4472-9EF9-077D90B3AADC}" dt="2025-09-01T11:08:17.951" v="2500"/>
          <ac:picMkLst>
            <pc:docMk/>
            <pc:sldMk cId="1069409991" sldId="2147483145"/>
            <ac:picMk id="4" creationId="{EE15ED5B-98FE-CD01-57C0-5BC28D553D85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1487282076" sldId="2147483147"/>
        </pc:sldMkLst>
        <pc:spChg chg="add mod">
          <ac:chgData name="Mohamed Ali" userId="c0c10aba-c922-46fb-868a-1a879be00c0a" providerId="ADAL" clId="{DDBD1064-CDC2-4472-9EF9-077D90B3AADC}" dt="2025-09-01T12:47:26.176" v="3319"/>
          <ac:spMkLst>
            <pc:docMk/>
            <pc:sldMk cId="1487282076" sldId="2147483147"/>
            <ac:spMk id="4" creationId="{2E0A6142-CCFA-079F-1C1A-ADDD28EFBDD4}"/>
          </ac:spMkLst>
        </pc:spChg>
        <pc:spChg chg="add mod">
          <ac:chgData name="Mohamed Ali" userId="c0c10aba-c922-46fb-868a-1a879be00c0a" providerId="ADAL" clId="{DDBD1064-CDC2-4472-9EF9-077D90B3AADC}" dt="2025-09-01T11:07:50.899" v="2478"/>
          <ac:spMkLst>
            <pc:docMk/>
            <pc:sldMk cId="1487282076" sldId="2147483147"/>
            <ac:spMk id="12" creationId="{0BE1C11A-0B92-53EB-F29A-D0EBE6E76BA2}"/>
          </ac:spMkLst>
        </pc:spChg>
        <pc:spChg chg="add mod">
          <ac:chgData name="Mohamed Ali" userId="c0c10aba-c922-46fb-868a-1a879be00c0a" providerId="ADAL" clId="{DDBD1064-CDC2-4472-9EF9-077D90B3AADC}" dt="2025-09-01T12:47:26.176" v="3319"/>
          <ac:spMkLst>
            <pc:docMk/>
            <pc:sldMk cId="1487282076" sldId="2147483147"/>
            <ac:spMk id="13" creationId="{6F9B9A2D-5E5E-8289-3889-9DEF7F9B47B3}"/>
          </ac:spMkLst>
        </pc:spChg>
        <pc:spChg chg="add mod">
          <ac:chgData name="Mohamed Ali" userId="c0c10aba-c922-46fb-868a-1a879be00c0a" providerId="ADAL" clId="{DDBD1064-CDC2-4472-9EF9-077D90B3AADC}" dt="2025-09-01T12:47:26.176" v="3319"/>
          <ac:spMkLst>
            <pc:docMk/>
            <pc:sldMk cId="1487282076" sldId="2147483147"/>
            <ac:spMk id="14" creationId="{1E4D2342-A487-ECDA-54DB-19F784DD8E02}"/>
          </ac:spMkLst>
        </pc:spChg>
        <pc:spChg chg="add mod">
          <ac:chgData name="Mohamed Ali" userId="c0c10aba-c922-46fb-868a-1a879be00c0a" providerId="ADAL" clId="{DDBD1064-CDC2-4472-9EF9-077D90B3AADC}" dt="2025-09-02T06:51:11.192" v="4753"/>
          <ac:spMkLst>
            <pc:docMk/>
            <pc:sldMk cId="1487282076" sldId="2147483147"/>
            <ac:spMk id="15" creationId="{6A89862E-389D-602A-C902-FF5FB3707170}"/>
          </ac:spMkLst>
        </pc:spChg>
        <pc:spChg chg="mod">
          <ac:chgData name="Mohamed Ali" userId="c0c10aba-c922-46fb-868a-1a879be00c0a" providerId="ADAL" clId="{DDBD1064-CDC2-4472-9EF9-077D90B3AADC}" dt="2025-09-01T07:31:01.949" v="589" actId="313"/>
          <ac:spMkLst>
            <pc:docMk/>
            <pc:sldMk cId="1487282076" sldId="2147483147"/>
            <ac:spMk id="60" creationId="{AE4F85D0-1693-9B33-AD9B-961CFC0FC96D}"/>
          </ac:spMkLst>
        </pc:spChg>
        <pc:spChg chg="mod">
          <ac:chgData name="Mohamed Ali" userId="c0c10aba-c922-46fb-868a-1a879be00c0a" providerId="ADAL" clId="{DDBD1064-CDC2-4472-9EF9-077D90B3AADC}" dt="2025-09-01T07:31:02.069" v="590" actId="313"/>
          <ac:spMkLst>
            <pc:docMk/>
            <pc:sldMk cId="1487282076" sldId="2147483147"/>
            <ac:spMk id="66" creationId="{7E252D62-7B97-D17C-79A7-0485E07E9FE1}"/>
          </ac:spMkLst>
        </pc:spChg>
        <pc:picChg chg="mod">
          <ac:chgData name="Mohamed Ali" userId="c0c10aba-c922-46fb-868a-1a879be00c0a" providerId="ADAL" clId="{DDBD1064-CDC2-4472-9EF9-077D90B3AADC}" dt="2025-09-02T08:08:04.237" v="5336" actId="1076"/>
          <ac:picMkLst>
            <pc:docMk/>
            <pc:sldMk cId="1487282076" sldId="2147483147"/>
            <ac:picMk id="3" creationId="{AF614069-BA53-C26B-E365-BCC2ECD84CB3}"/>
          </ac:picMkLst>
        </pc:picChg>
        <pc:picChg chg="add mod">
          <ac:chgData name="Mohamed Ali" userId="c0c10aba-c922-46fb-868a-1a879be00c0a" providerId="ADAL" clId="{DDBD1064-CDC2-4472-9EF9-077D90B3AADC}" dt="2025-09-01T11:07:50.899" v="2478"/>
          <ac:picMkLst>
            <pc:docMk/>
            <pc:sldMk cId="1487282076" sldId="2147483147"/>
            <ac:picMk id="10" creationId="{CF743BB3-9925-3872-5FE3-7EF96C8E08B4}"/>
          </ac:picMkLst>
        </pc:picChg>
      </pc:sldChg>
      <pc:sldChg chg="addSp delSp modSp del mod ord">
        <pc:chgData name="Mohamed Ali" userId="c0c10aba-c922-46fb-868a-1a879be00c0a" providerId="ADAL" clId="{DDBD1064-CDC2-4472-9EF9-077D90B3AADC}" dt="2025-09-03T07:46:55.301" v="5388" actId="47"/>
        <pc:sldMkLst>
          <pc:docMk/>
          <pc:sldMk cId="881911413" sldId="2147483148"/>
        </pc:sldMkLst>
        <pc:spChg chg="add mod">
          <ac:chgData name="Mohamed Ali" userId="c0c10aba-c922-46fb-868a-1a879be00c0a" providerId="ADAL" clId="{DDBD1064-CDC2-4472-9EF9-077D90B3AADC}" dt="2025-09-01T11:05:51.591" v="2413" actId="207"/>
          <ac:spMkLst>
            <pc:docMk/>
            <pc:sldMk cId="881911413" sldId="2147483148"/>
            <ac:spMk id="2" creationId="{77DC80A2-2A28-6734-0CFC-8F2B3C9EB283}"/>
          </ac:spMkLst>
        </pc:spChg>
        <pc:spChg chg="add mod">
          <ac:chgData name="Mohamed Ali" userId="c0c10aba-c922-46fb-868a-1a879be00c0a" providerId="ADAL" clId="{DDBD1064-CDC2-4472-9EF9-077D90B3AADC}" dt="2025-09-01T12:46:56.005" v="3279"/>
          <ac:spMkLst>
            <pc:docMk/>
            <pc:sldMk cId="881911413" sldId="2147483148"/>
            <ac:spMk id="5" creationId="{41580CBC-052F-4F97-FE9F-CD63437DBE1F}"/>
          </ac:spMkLst>
        </pc:spChg>
        <pc:spChg chg="add mod">
          <ac:chgData name="Mohamed Ali" userId="c0c10aba-c922-46fb-868a-1a879be00c0a" providerId="ADAL" clId="{DDBD1064-CDC2-4472-9EF9-077D90B3AADC}" dt="2025-09-01T12:46:56.005" v="3279"/>
          <ac:spMkLst>
            <pc:docMk/>
            <pc:sldMk cId="881911413" sldId="2147483148"/>
            <ac:spMk id="6" creationId="{01BBF61C-C275-696C-8506-21F9861FF621}"/>
          </ac:spMkLst>
        </pc:spChg>
        <pc:spChg chg="add mod">
          <ac:chgData name="Mohamed Ali" userId="c0c10aba-c922-46fb-868a-1a879be00c0a" providerId="ADAL" clId="{DDBD1064-CDC2-4472-9EF9-077D90B3AADC}" dt="2025-09-01T12:46:56.005" v="3279"/>
          <ac:spMkLst>
            <pc:docMk/>
            <pc:sldMk cId="881911413" sldId="2147483148"/>
            <ac:spMk id="7" creationId="{AF6540E5-6977-AEFC-E920-4BA294340FE6}"/>
          </ac:spMkLst>
        </pc:spChg>
        <pc:spChg chg="add mod">
          <ac:chgData name="Mohamed Ali" userId="c0c10aba-c922-46fb-868a-1a879be00c0a" providerId="ADAL" clId="{DDBD1064-CDC2-4472-9EF9-077D90B3AADC}" dt="2025-09-02T06:50:42.445" v="4720"/>
          <ac:spMkLst>
            <pc:docMk/>
            <pc:sldMk cId="881911413" sldId="2147483148"/>
            <ac:spMk id="8" creationId="{82083783-89ED-FA75-23A5-3F0F46EA804E}"/>
          </ac:spMkLst>
        </pc:spChg>
        <pc:spChg chg="mod">
          <ac:chgData name="Mohamed Ali" userId="c0c10aba-c922-46fb-868a-1a879be00c0a" providerId="ADAL" clId="{DDBD1064-CDC2-4472-9EF9-077D90B3AADC}" dt="2025-09-01T08:24:57.248" v="1335" actId="1076"/>
          <ac:spMkLst>
            <pc:docMk/>
            <pc:sldMk cId="881911413" sldId="2147483148"/>
            <ac:spMk id="7581" creationId="{4D5E2D8E-F1BD-C989-9E21-29B4AF2FA339}"/>
          </ac:spMkLst>
        </pc:spChg>
        <pc:spChg chg="mod">
          <ac:chgData name="Mohamed Ali" userId="c0c10aba-c922-46fb-868a-1a879be00c0a" providerId="ADAL" clId="{DDBD1064-CDC2-4472-9EF9-077D90B3AADC}" dt="2025-09-01T12:07:18.935" v="3078" actId="207"/>
          <ac:spMkLst>
            <pc:docMk/>
            <pc:sldMk cId="881911413" sldId="2147483148"/>
            <ac:spMk id="7584" creationId="{B2A23EEF-DB1D-66E1-1042-1AE2105043DF}"/>
          </ac:spMkLst>
        </pc:spChg>
        <pc:spChg chg="mod">
          <ac:chgData name="Mohamed Ali" userId="c0c10aba-c922-46fb-868a-1a879be00c0a" providerId="ADAL" clId="{DDBD1064-CDC2-4472-9EF9-077D90B3AADC}" dt="2025-09-01T12:07:24.285" v="3079" actId="207"/>
          <ac:spMkLst>
            <pc:docMk/>
            <pc:sldMk cId="881911413" sldId="2147483148"/>
            <ac:spMk id="7585" creationId="{6D1CA606-A019-C488-A44B-4443084B03E1}"/>
          </ac:spMkLst>
        </pc:spChg>
        <pc:grpChg chg="mod">
          <ac:chgData name="Mohamed Ali" userId="c0c10aba-c922-46fb-868a-1a879be00c0a" providerId="ADAL" clId="{DDBD1064-CDC2-4472-9EF9-077D90B3AADC}" dt="2025-09-01T08:24:57.248" v="1335" actId="1076"/>
          <ac:grpSpMkLst>
            <pc:docMk/>
            <pc:sldMk cId="881911413" sldId="2147483148"/>
            <ac:grpSpMk id="7583" creationId="{E856FDC4-013F-0A93-F56B-704FB19BF3F8}"/>
          </ac:grpSpMkLst>
        </pc:grpChg>
        <pc:graphicFrameChg chg="mod modGraphic">
          <ac:chgData name="Mohamed Ali" userId="c0c10aba-c922-46fb-868a-1a879be00c0a" providerId="ADAL" clId="{DDBD1064-CDC2-4472-9EF9-077D90B3AADC}" dt="2025-09-01T12:56:46.060" v="3414"/>
          <ac:graphicFrameMkLst>
            <pc:docMk/>
            <pc:sldMk cId="881911413" sldId="2147483148"/>
            <ac:graphicFrameMk id="4" creationId="{04CA9ED1-0700-074B-FBB1-51733D819B1C}"/>
          </ac:graphicFrameMkLst>
        </pc:graphicFrameChg>
        <pc:picChg chg="add mod">
          <ac:chgData name="Mohamed Ali" userId="c0c10aba-c922-46fb-868a-1a879be00c0a" providerId="ADAL" clId="{DDBD1064-CDC2-4472-9EF9-077D90B3AADC}" dt="2025-09-01T09:14:18.900" v="1627"/>
          <ac:picMkLst>
            <pc:docMk/>
            <pc:sldMk cId="881911413" sldId="2147483148"/>
            <ac:picMk id="3" creationId="{F49AE99E-3DF3-EAB8-4630-995B777763C6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1402224289" sldId="2147483149"/>
        </pc:sldMkLst>
        <pc:spChg chg="add mod">
          <ac:chgData name="Mohamed Ali" userId="c0c10aba-c922-46fb-868a-1a879be00c0a" providerId="ADAL" clId="{DDBD1064-CDC2-4472-9EF9-077D90B3AADC}" dt="2025-09-02T06:51:28.608" v="4778"/>
          <ac:spMkLst>
            <pc:docMk/>
            <pc:sldMk cId="1402224289" sldId="2147483149"/>
            <ac:spMk id="21" creationId="{CB54E013-E198-D4F1-F3C6-74346E939B85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2279918144" sldId="2147483159"/>
        </pc:sldMkLst>
        <pc:spChg chg="add mod">
          <ac:chgData name="Mohamed Ali" userId="c0c10aba-c922-46fb-868a-1a879be00c0a" providerId="ADAL" clId="{DDBD1064-CDC2-4472-9EF9-077D90B3AADC}" dt="2025-09-01T12:47:29.451" v="3324"/>
          <ac:spMkLst>
            <pc:docMk/>
            <pc:sldMk cId="2279918144" sldId="2147483159"/>
            <ac:spMk id="4" creationId="{598077AA-4E96-4E22-D87E-6EE9771BF1FD}"/>
          </ac:spMkLst>
        </pc:spChg>
        <pc:spChg chg="add mod">
          <ac:chgData name="Mohamed Ali" userId="c0c10aba-c922-46fb-868a-1a879be00c0a" providerId="ADAL" clId="{DDBD1064-CDC2-4472-9EF9-077D90B3AADC}" dt="2025-09-01T12:50:08.110" v="3370" actId="242"/>
          <ac:spMkLst>
            <pc:docMk/>
            <pc:sldMk cId="2279918144" sldId="2147483159"/>
            <ac:spMk id="6" creationId="{512A8385-1381-4301-6AD9-0EEEEE6831A8}"/>
          </ac:spMkLst>
        </pc:spChg>
        <pc:spChg chg="add mod">
          <ac:chgData name="Mohamed Ali" userId="c0c10aba-c922-46fb-868a-1a879be00c0a" providerId="ADAL" clId="{DDBD1064-CDC2-4472-9EF9-077D90B3AADC}" dt="2025-09-01T12:47:29.451" v="3324"/>
          <ac:spMkLst>
            <pc:docMk/>
            <pc:sldMk cId="2279918144" sldId="2147483159"/>
            <ac:spMk id="7" creationId="{719F2E02-4D13-001A-45B5-08B6CBBD513B}"/>
          </ac:spMkLst>
        </pc:spChg>
        <pc:spChg chg="add mod">
          <ac:chgData name="Mohamed Ali" userId="c0c10aba-c922-46fb-868a-1a879be00c0a" providerId="ADAL" clId="{DDBD1064-CDC2-4472-9EF9-077D90B3AADC}" dt="2025-09-01T12:47:29.451" v="3324"/>
          <ac:spMkLst>
            <pc:docMk/>
            <pc:sldMk cId="2279918144" sldId="2147483159"/>
            <ac:spMk id="8" creationId="{26B6D8A0-1458-30A3-E433-D036A9467B28}"/>
          </ac:spMkLst>
        </pc:spChg>
        <pc:spChg chg="add mod">
          <ac:chgData name="Mohamed Ali" userId="c0c10aba-c922-46fb-868a-1a879be00c0a" providerId="ADAL" clId="{DDBD1064-CDC2-4472-9EF9-077D90B3AADC}" dt="2025-09-02T06:51:14.535" v="4758"/>
          <ac:spMkLst>
            <pc:docMk/>
            <pc:sldMk cId="2279918144" sldId="2147483159"/>
            <ac:spMk id="9" creationId="{65318837-3AFF-FC7B-AE9E-CAD5D37ACAFE}"/>
          </ac:spMkLst>
        </pc:spChg>
        <pc:spChg chg="mod">
          <ac:chgData name="Mohamed Ali" userId="c0c10aba-c922-46fb-868a-1a879be00c0a" providerId="ADAL" clId="{DDBD1064-CDC2-4472-9EF9-077D90B3AADC}" dt="2025-09-01T07:31:05.262" v="605" actId="313"/>
          <ac:spMkLst>
            <pc:docMk/>
            <pc:sldMk cId="2279918144" sldId="2147483159"/>
            <ac:spMk id="77" creationId="{5592A28F-75CD-9A5E-24BA-47ED050E1EBA}"/>
          </ac:spMkLst>
        </pc:spChg>
        <pc:spChg chg="mod">
          <ac:chgData name="Mohamed Ali" userId="c0c10aba-c922-46fb-868a-1a879be00c0a" providerId="ADAL" clId="{DDBD1064-CDC2-4472-9EF9-077D90B3AADC}" dt="2025-09-01T07:31:05.930" v="609" actId="313"/>
          <ac:spMkLst>
            <pc:docMk/>
            <pc:sldMk cId="2279918144" sldId="2147483159"/>
            <ac:spMk id="81" creationId="{2F601565-845C-848C-BCE0-6259B0AAF071}"/>
          </ac:spMkLst>
        </pc:spChg>
        <pc:spChg chg="mod">
          <ac:chgData name="Mohamed Ali" userId="c0c10aba-c922-46fb-868a-1a879be00c0a" providerId="ADAL" clId="{DDBD1064-CDC2-4472-9EF9-077D90B3AADC}" dt="2025-09-01T07:31:05.609" v="607" actId="313"/>
          <ac:spMkLst>
            <pc:docMk/>
            <pc:sldMk cId="2279918144" sldId="2147483159"/>
            <ac:spMk id="83" creationId="{0963B104-1F98-E401-0DC6-1046EDCEA588}"/>
          </ac:spMkLst>
        </pc:spChg>
        <pc:spChg chg="mod">
          <ac:chgData name="Mohamed Ali" userId="c0c10aba-c922-46fb-868a-1a879be00c0a" providerId="ADAL" clId="{DDBD1064-CDC2-4472-9EF9-077D90B3AADC}" dt="2025-09-01T07:31:05.767" v="608" actId="313"/>
          <ac:spMkLst>
            <pc:docMk/>
            <pc:sldMk cId="2279918144" sldId="2147483159"/>
            <ac:spMk id="85" creationId="{52ADC66C-6302-A85D-942D-542A9C46B19F}"/>
          </ac:spMkLst>
        </pc:spChg>
        <pc:picChg chg="mod">
          <ac:chgData name="Mohamed Ali" userId="c0c10aba-c922-46fb-868a-1a879be00c0a" providerId="ADAL" clId="{DDBD1064-CDC2-4472-9EF9-077D90B3AADC}" dt="2025-09-02T08:13:22.965" v="5360" actId="1076"/>
          <ac:picMkLst>
            <pc:docMk/>
            <pc:sldMk cId="2279918144" sldId="2147483159"/>
            <ac:picMk id="3" creationId="{BE6F0F94-1B40-3DB5-7D4D-43FD9C9BF543}"/>
          </ac:picMkLst>
        </pc:picChg>
        <pc:picChg chg="add mod">
          <ac:chgData name="Mohamed Ali" userId="c0c10aba-c922-46fb-868a-1a879be00c0a" providerId="ADAL" clId="{DDBD1064-CDC2-4472-9EF9-077D90B3AADC}" dt="2025-09-01T11:08:37.398" v="2512"/>
          <ac:picMkLst>
            <pc:docMk/>
            <pc:sldMk cId="2279918144" sldId="2147483159"/>
            <ac:picMk id="5" creationId="{B64F0B3F-C63A-17B6-AA27-E26A846286C7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2574284105" sldId="2147483162"/>
        </pc:sldMkLst>
        <pc:spChg chg="add mod">
          <ac:chgData name="Mohamed Ali" userId="c0c10aba-c922-46fb-868a-1a879be00c0a" providerId="ADAL" clId="{DDBD1064-CDC2-4472-9EF9-077D90B3AADC}" dt="2025-09-01T12:47:30.824" v="3326"/>
          <ac:spMkLst>
            <pc:docMk/>
            <pc:sldMk cId="2574284105" sldId="2147483162"/>
            <ac:spMk id="2" creationId="{3779AAF8-2153-AA90-755C-B451F79FC807}"/>
          </ac:spMkLst>
        </pc:spChg>
        <pc:spChg chg="mod">
          <ac:chgData name="Mohamed Ali" userId="c0c10aba-c922-46fb-868a-1a879be00c0a" providerId="ADAL" clId="{DDBD1064-CDC2-4472-9EF9-077D90B3AADC}" dt="2025-09-01T07:31:06.701" v="614" actId="313"/>
          <ac:spMkLst>
            <pc:docMk/>
            <pc:sldMk cId="2574284105" sldId="2147483162"/>
            <ac:spMk id="6" creationId="{B61A0968-F068-729B-A84F-7057C144CC3F}"/>
          </ac:spMkLst>
        </pc:spChg>
        <pc:spChg chg="add mod">
          <ac:chgData name="Mohamed Ali" userId="c0c10aba-c922-46fb-868a-1a879be00c0a" providerId="ADAL" clId="{DDBD1064-CDC2-4472-9EF9-077D90B3AADC}" dt="2025-09-01T12:50:20.243" v="3372" actId="242"/>
          <ac:spMkLst>
            <pc:docMk/>
            <pc:sldMk cId="2574284105" sldId="2147483162"/>
            <ac:spMk id="9" creationId="{EC56D8F8-C681-A368-10C0-E1D26A125633}"/>
          </ac:spMkLst>
        </pc:spChg>
        <pc:spChg chg="mod">
          <ac:chgData name="Mohamed Ali" userId="c0c10aba-c922-46fb-868a-1a879be00c0a" providerId="ADAL" clId="{DDBD1064-CDC2-4472-9EF9-077D90B3AADC}" dt="2025-09-01T07:31:06.860" v="615" actId="313"/>
          <ac:spMkLst>
            <pc:docMk/>
            <pc:sldMk cId="2574284105" sldId="2147483162"/>
            <ac:spMk id="10" creationId="{5F78875A-CE0E-8F39-817A-65A6E23C6CD4}"/>
          </ac:spMkLst>
        </pc:spChg>
        <pc:spChg chg="mod">
          <ac:chgData name="Mohamed Ali" userId="c0c10aba-c922-46fb-868a-1a879be00c0a" providerId="ADAL" clId="{DDBD1064-CDC2-4472-9EF9-077D90B3AADC}" dt="2025-09-01T07:31:07.208" v="617" actId="313"/>
          <ac:spMkLst>
            <pc:docMk/>
            <pc:sldMk cId="2574284105" sldId="2147483162"/>
            <ac:spMk id="12" creationId="{B1796DE1-C41C-572E-EE62-D734E6334EF5}"/>
          </ac:spMkLst>
        </pc:spChg>
        <pc:spChg chg="mod">
          <ac:chgData name="Mohamed Ali" userId="c0c10aba-c922-46fb-868a-1a879be00c0a" providerId="ADAL" clId="{DDBD1064-CDC2-4472-9EF9-077D90B3AADC}" dt="2025-09-01T07:31:07.352" v="618" actId="313"/>
          <ac:spMkLst>
            <pc:docMk/>
            <pc:sldMk cId="2574284105" sldId="2147483162"/>
            <ac:spMk id="14" creationId="{56EBFC5F-8B79-ED93-361E-516F821204B5}"/>
          </ac:spMkLst>
        </pc:spChg>
        <pc:spChg chg="add mod">
          <ac:chgData name="Mohamed Ali" userId="c0c10aba-c922-46fb-868a-1a879be00c0a" providerId="ADAL" clId="{DDBD1064-CDC2-4472-9EF9-077D90B3AADC}" dt="2025-09-01T12:47:30.824" v="3326"/>
          <ac:spMkLst>
            <pc:docMk/>
            <pc:sldMk cId="2574284105" sldId="2147483162"/>
            <ac:spMk id="17" creationId="{FF24A89A-EA9A-0126-D948-5B97FD302391}"/>
          </ac:spMkLst>
        </pc:spChg>
        <pc:spChg chg="add mod">
          <ac:chgData name="Mohamed Ali" userId="c0c10aba-c922-46fb-868a-1a879be00c0a" providerId="ADAL" clId="{DDBD1064-CDC2-4472-9EF9-077D90B3AADC}" dt="2025-09-01T12:47:30.824" v="3326"/>
          <ac:spMkLst>
            <pc:docMk/>
            <pc:sldMk cId="2574284105" sldId="2147483162"/>
            <ac:spMk id="18" creationId="{EAB867F1-6BFA-DF0E-7E27-91F329869958}"/>
          </ac:spMkLst>
        </pc:spChg>
        <pc:spChg chg="add mod">
          <ac:chgData name="Mohamed Ali" userId="c0c10aba-c922-46fb-868a-1a879be00c0a" providerId="ADAL" clId="{DDBD1064-CDC2-4472-9EF9-077D90B3AADC}" dt="2025-09-02T06:51:15.944" v="4760"/>
          <ac:spMkLst>
            <pc:docMk/>
            <pc:sldMk cId="2574284105" sldId="2147483162"/>
            <ac:spMk id="19" creationId="{6F450C84-6A71-B233-4642-E6DD737B9025}"/>
          </ac:spMkLst>
        </pc:spChg>
        <pc:graphicFrameChg chg="modGraphic">
          <ac:chgData name="Mohamed Ali" userId="c0c10aba-c922-46fb-868a-1a879be00c0a" providerId="ADAL" clId="{DDBD1064-CDC2-4472-9EF9-077D90B3AADC}" dt="2025-09-01T07:31:07.526" v="619" actId="313"/>
          <ac:graphicFrameMkLst>
            <pc:docMk/>
            <pc:sldMk cId="2574284105" sldId="2147483162"/>
            <ac:graphicFrameMk id="16" creationId="{70B7A645-9418-DF67-DEBB-C94177431D54}"/>
          </ac:graphicFrameMkLst>
        </pc:graphicFrameChg>
        <pc:picChg chg="mod">
          <ac:chgData name="Mohamed Ali" userId="c0c10aba-c922-46fb-868a-1a879be00c0a" providerId="ADAL" clId="{DDBD1064-CDC2-4472-9EF9-077D90B3AADC}" dt="2025-09-02T08:13:03.757" v="5357" actId="14826"/>
          <ac:picMkLst>
            <pc:docMk/>
            <pc:sldMk cId="2574284105" sldId="2147483162"/>
            <ac:picMk id="4" creationId="{9496DE99-A424-5069-FA99-A6A3F8F7C6F4}"/>
          </ac:picMkLst>
        </pc:picChg>
        <pc:picChg chg="add mod">
          <ac:chgData name="Mohamed Ali" userId="c0c10aba-c922-46fb-868a-1a879be00c0a" providerId="ADAL" clId="{DDBD1064-CDC2-4472-9EF9-077D90B3AADC}" dt="2025-09-01T11:08:53.088" v="2526"/>
          <ac:picMkLst>
            <pc:docMk/>
            <pc:sldMk cId="2574284105" sldId="2147483162"/>
            <ac:picMk id="5" creationId="{B69D3A78-952D-254A-338C-4F1472E8541B}"/>
          </ac:picMkLst>
        </pc:picChg>
        <pc:picChg chg="add del">
          <ac:chgData name="Mohamed Ali" userId="c0c10aba-c922-46fb-868a-1a879be00c0a" providerId="ADAL" clId="{DDBD1064-CDC2-4472-9EF9-077D90B3AADC}" dt="2025-09-02T08:12:03.929" v="5356" actId="22"/>
          <ac:picMkLst>
            <pc:docMk/>
            <pc:sldMk cId="2574284105" sldId="2147483162"/>
            <ac:picMk id="21" creationId="{8A50023D-A97A-9028-4437-69C4EB185F6F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3319929031" sldId="2147483164"/>
        </pc:sldMkLst>
        <pc:spChg chg="add mod">
          <ac:chgData name="Mohamed Ali" userId="c0c10aba-c922-46fb-868a-1a879be00c0a" providerId="ADAL" clId="{DDBD1064-CDC2-4472-9EF9-077D90B3AADC}" dt="2025-09-02T06:51:27.248" v="4776"/>
          <ac:spMkLst>
            <pc:docMk/>
            <pc:sldMk cId="3319929031" sldId="2147483164"/>
            <ac:spMk id="21" creationId="{B9CE3472-14EC-F879-B5B2-8CD136E86C15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918027209" sldId="2147483165"/>
        </pc:sldMkLst>
        <pc:spChg chg="del mod">
          <ac:chgData name="Mohamed Ali" userId="c0c10aba-c922-46fb-868a-1a879be00c0a" providerId="ADAL" clId="{DDBD1064-CDC2-4472-9EF9-077D90B3AADC}" dt="2025-09-02T07:04:06.530" v="4917" actId="478"/>
          <ac:spMkLst>
            <pc:docMk/>
            <pc:sldMk cId="1918027209" sldId="2147483165"/>
            <ac:spMk id="4" creationId="{FDD656B8-9AB1-A300-A9D3-47EAEDE07D45}"/>
          </ac:spMkLst>
        </pc:spChg>
        <pc:spChg chg="mod">
          <ac:chgData name="Mohamed Ali" userId="c0c10aba-c922-46fb-868a-1a879be00c0a" providerId="ADAL" clId="{DDBD1064-CDC2-4472-9EF9-077D90B3AADC}" dt="2025-09-01T11:00:09.007" v="2170" actId="164"/>
          <ac:spMkLst>
            <pc:docMk/>
            <pc:sldMk cId="1918027209" sldId="2147483165"/>
            <ac:spMk id="5" creationId="{F2C29388-FD87-E2B2-24F6-0B26C9D62FC2}"/>
          </ac:spMkLst>
        </pc:spChg>
        <pc:spChg chg="add mod">
          <ac:chgData name="Mohamed Ali" userId="c0c10aba-c922-46fb-868a-1a879be00c0a" providerId="ADAL" clId="{DDBD1064-CDC2-4472-9EF9-077D90B3AADC}" dt="2025-09-01T11:00:09.007" v="2170" actId="164"/>
          <ac:spMkLst>
            <pc:docMk/>
            <pc:sldMk cId="1918027209" sldId="2147483165"/>
            <ac:spMk id="7" creationId="{C1FCA956-8CB8-317B-DD23-4AB7850896F5}"/>
          </ac:spMkLst>
        </pc:spChg>
        <pc:spChg chg="add mod">
          <ac:chgData name="Mohamed Ali" userId="c0c10aba-c922-46fb-868a-1a879be00c0a" providerId="ADAL" clId="{DDBD1064-CDC2-4472-9EF9-077D90B3AADC}" dt="2025-09-01T11:02:00.560" v="2248" actId="207"/>
          <ac:spMkLst>
            <pc:docMk/>
            <pc:sldMk cId="1918027209" sldId="2147483165"/>
            <ac:spMk id="8" creationId="{442B2A32-A8A5-C8C6-C09A-CA2FF4AAF4CD}"/>
          </ac:spMkLst>
        </pc:spChg>
        <pc:spChg chg="mod">
          <ac:chgData name="Mohamed Ali" userId="c0c10aba-c922-46fb-868a-1a879be00c0a" providerId="ADAL" clId="{DDBD1064-CDC2-4472-9EF9-077D90B3AADC}" dt="2025-09-01T10:56:09.069" v="2131"/>
          <ac:spMkLst>
            <pc:docMk/>
            <pc:sldMk cId="1918027209" sldId="2147483165"/>
            <ac:spMk id="10" creationId="{DB6ED7A6-EBB9-5407-4F97-F802F60533BE}"/>
          </ac:spMkLst>
        </pc:spChg>
        <pc:spChg chg="mod">
          <ac:chgData name="Mohamed Ali" userId="c0c10aba-c922-46fb-868a-1a879be00c0a" providerId="ADAL" clId="{DDBD1064-CDC2-4472-9EF9-077D90B3AADC}" dt="2025-09-01T13:17:38.448" v="3678"/>
          <ac:spMkLst>
            <pc:docMk/>
            <pc:sldMk cId="1918027209" sldId="2147483165"/>
            <ac:spMk id="11" creationId="{F9F7A757-F7BA-7B73-A9DD-87BB6797D375}"/>
          </ac:spMkLst>
        </pc:spChg>
        <pc:spChg chg="add mod">
          <ac:chgData name="Mohamed Ali" userId="c0c10aba-c922-46fb-868a-1a879be00c0a" providerId="ADAL" clId="{DDBD1064-CDC2-4472-9EF9-077D90B3AADC}" dt="2025-09-01T11:02:00.560" v="2248" actId="207"/>
          <ac:spMkLst>
            <pc:docMk/>
            <pc:sldMk cId="1918027209" sldId="2147483165"/>
            <ac:spMk id="12" creationId="{73D80049-0E20-4EE8-99AB-095F1A967EF4}"/>
          </ac:spMkLst>
        </pc:spChg>
        <pc:spChg chg="mod">
          <ac:chgData name="Mohamed Ali" userId="c0c10aba-c922-46fb-868a-1a879be00c0a" providerId="ADAL" clId="{DDBD1064-CDC2-4472-9EF9-077D90B3AADC}" dt="2025-09-01T11:02:00.560" v="2248" actId="207"/>
          <ac:spMkLst>
            <pc:docMk/>
            <pc:sldMk cId="1918027209" sldId="2147483165"/>
            <ac:spMk id="13" creationId="{3E7EF15B-EC21-EEAA-29F4-0823680CB764}"/>
          </ac:spMkLst>
        </pc:spChg>
        <pc:spChg chg="add mod">
          <ac:chgData name="Mohamed Ali" userId="c0c10aba-c922-46fb-868a-1a879be00c0a" providerId="ADAL" clId="{DDBD1064-CDC2-4472-9EF9-077D90B3AADC}" dt="2025-09-01T11:02:00.560" v="2248" actId="207"/>
          <ac:spMkLst>
            <pc:docMk/>
            <pc:sldMk cId="1918027209" sldId="2147483165"/>
            <ac:spMk id="14" creationId="{15B4EE5C-4911-462F-25A6-14EB8A68C18C}"/>
          </ac:spMkLst>
        </pc:spChg>
        <pc:spChg chg="mod">
          <ac:chgData name="Mohamed Ali" userId="c0c10aba-c922-46fb-868a-1a879be00c0a" providerId="ADAL" clId="{DDBD1064-CDC2-4472-9EF9-077D90B3AADC}" dt="2025-09-01T13:17:31.849" v="3676"/>
          <ac:spMkLst>
            <pc:docMk/>
            <pc:sldMk cId="1918027209" sldId="2147483165"/>
            <ac:spMk id="16" creationId="{ED811B10-90B2-1CEA-8EE5-7F99AA36D2E3}"/>
          </ac:spMkLst>
        </pc:spChg>
        <pc:spChg chg="add mod">
          <ac:chgData name="Mohamed Ali" userId="c0c10aba-c922-46fb-868a-1a879be00c0a" providerId="ADAL" clId="{DDBD1064-CDC2-4472-9EF9-077D90B3AADC}" dt="2025-09-01T13:17:48.061" v="3680"/>
          <ac:spMkLst>
            <pc:docMk/>
            <pc:sldMk cId="1918027209" sldId="2147483165"/>
            <ac:spMk id="17" creationId="{F2A46B12-8059-D18E-9334-3A7D8A87A7E6}"/>
          </ac:spMkLst>
        </pc:spChg>
        <pc:spChg chg="add mod">
          <ac:chgData name="Mohamed Ali" userId="c0c10aba-c922-46fb-868a-1a879be00c0a" providerId="ADAL" clId="{DDBD1064-CDC2-4472-9EF9-077D90B3AADC}" dt="2025-09-01T13:17:24.528" v="3674"/>
          <ac:spMkLst>
            <pc:docMk/>
            <pc:sldMk cId="1918027209" sldId="2147483165"/>
            <ac:spMk id="18" creationId="{880B2AD4-EB7E-32EE-B12A-B5C876A1567B}"/>
          </ac:spMkLst>
        </pc:spChg>
        <pc:spChg chg="add mod">
          <ac:chgData name="Mohamed Ali" userId="c0c10aba-c922-46fb-868a-1a879be00c0a" providerId="ADAL" clId="{DDBD1064-CDC2-4472-9EF9-077D90B3AADC}" dt="2025-09-01T12:47:07.308" v="3293"/>
          <ac:spMkLst>
            <pc:docMk/>
            <pc:sldMk cId="1918027209" sldId="2147483165"/>
            <ac:spMk id="24" creationId="{07A12D83-AFEF-E53E-9612-A3728BAD456E}"/>
          </ac:spMkLst>
        </pc:spChg>
        <pc:spChg chg="add mod">
          <ac:chgData name="Mohamed Ali" userId="c0c10aba-c922-46fb-868a-1a879be00c0a" providerId="ADAL" clId="{DDBD1064-CDC2-4472-9EF9-077D90B3AADC}" dt="2025-09-01T12:47:07.308" v="3293"/>
          <ac:spMkLst>
            <pc:docMk/>
            <pc:sldMk cId="1918027209" sldId="2147483165"/>
            <ac:spMk id="25" creationId="{12A1B274-E2AD-64F2-694F-BEC38CC4E7C2}"/>
          </ac:spMkLst>
        </pc:spChg>
        <pc:spChg chg="add mod">
          <ac:chgData name="Mohamed Ali" userId="c0c10aba-c922-46fb-868a-1a879be00c0a" providerId="ADAL" clId="{DDBD1064-CDC2-4472-9EF9-077D90B3AADC}" dt="2025-09-01T12:47:07.308" v="3293"/>
          <ac:spMkLst>
            <pc:docMk/>
            <pc:sldMk cId="1918027209" sldId="2147483165"/>
            <ac:spMk id="26" creationId="{B6B2C5D2-C9D2-4D63-0D06-6AC22B584C57}"/>
          </ac:spMkLst>
        </pc:spChg>
        <pc:spChg chg="mod">
          <ac:chgData name="Mohamed Ali" userId="c0c10aba-c922-46fb-868a-1a879be00c0a" providerId="ADAL" clId="{DDBD1064-CDC2-4472-9EF9-077D90B3AADC}" dt="2025-09-01T11:01:20.038" v="2241" actId="207"/>
          <ac:spMkLst>
            <pc:docMk/>
            <pc:sldMk cId="1918027209" sldId="2147483165"/>
            <ac:spMk id="30" creationId="{18F5A67D-4442-EE8A-782A-5721E71D76A2}"/>
          </ac:spMkLst>
        </pc:spChg>
        <pc:spChg chg="mod">
          <ac:chgData name="Mohamed Ali" userId="c0c10aba-c922-46fb-868a-1a879be00c0a" providerId="ADAL" clId="{DDBD1064-CDC2-4472-9EF9-077D90B3AADC}" dt="2025-09-01T13:17:56.406" v="3700" actId="20577"/>
          <ac:spMkLst>
            <pc:docMk/>
            <pc:sldMk cId="1918027209" sldId="2147483165"/>
            <ac:spMk id="32" creationId="{6BC9CC2D-6935-C60C-2FB9-5D14B0705E15}"/>
          </ac:spMkLst>
        </pc:spChg>
        <pc:spChg chg="add mod">
          <ac:chgData name="Mohamed Ali" userId="c0c10aba-c922-46fb-868a-1a879be00c0a" providerId="ADAL" clId="{DDBD1064-CDC2-4472-9EF9-077D90B3AADC}" dt="2025-09-01T13:38:02.807" v="4103" actId="20577"/>
          <ac:spMkLst>
            <pc:docMk/>
            <pc:sldMk cId="1918027209" sldId="2147483165"/>
            <ac:spMk id="50" creationId="{87F27C08-625A-4EF5-C25D-9E8658D3E366}"/>
          </ac:spMkLst>
        </pc:spChg>
        <pc:spChg chg="add del mod">
          <ac:chgData name="Mohamed Ali" userId="c0c10aba-c922-46fb-868a-1a879be00c0a" providerId="ADAL" clId="{DDBD1064-CDC2-4472-9EF9-077D90B3AADC}" dt="2025-09-02T07:07:27.255" v="4923" actId="478"/>
          <ac:spMkLst>
            <pc:docMk/>
            <pc:sldMk cId="1918027209" sldId="2147483165"/>
            <ac:spMk id="51" creationId="{417E9D7B-E135-70BC-EB53-AF6B0D4462E5}"/>
          </ac:spMkLst>
        </pc:spChg>
        <pc:spChg chg="add del mod">
          <ac:chgData name="Mohamed Ali" userId="c0c10aba-c922-46fb-868a-1a879be00c0a" providerId="ADAL" clId="{DDBD1064-CDC2-4472-9EF9-077D90B3AADC}" dt="2025-09-02T07:17:54.786" v="5019" actId="478"/>
          <ac:spMkLst>
            <pc:docMk/>
            <pc:sldMk cId="1918027209" sldId="2147483165"/>
            <ac:spMk id="52" creationId="{50D6FBAE-A1C1-7052-F87E-06699EBDBF91}"/>
          </ac:spMkLst>
        </pc:spChg>
        <pc:spChg chg="add mod">
          <ac:chgData name="Mohamed Ali" userId="c0c10aba-c922-46fb-868a-1a879be00c0a" providerId="ADAL" clId="{DDBD1064-CDC2-4472-9EF9-077D90B3AADC}" dt="2025-09-02T06:50:50.469" v="4731"/>
          <ac:spMkLst>
            <pc:docMk/>
            <pc:sldMk cId="1918027209" sldId="2147483165"/>
            <ac:spMk id="53" creationId="{3806B209-4361-33CA-AA1F-D5BCEF6571C9}"/>
          </ac:spMkLst>
        </pc:spChg>
        <pc:spChg chg="add mod">
          <ac:chgData name="Mohamed Ali" userId="c0c10aba-c922-46fb-868a-1a879be00c0a" providerId="ADAL" clId="{DDBD1064-CDC2-4472-9EF9-077D90B3AADC}" dt="2025-09-02T06:53:06.747" v="4803" actId="20577"/>
          <ac:spMkLst>
            <pc:docMk/>
            <pc:sldMk cId="1918027209" sldId="2147483165"/>
            <ac:spMk id="54" creationId="{B8C17C61-A10F-F6DE-5457-FD0B0E90B1CC}"/>
          </ac:spMkLst>
        </pc:spChg>
        <pc:spChg chg="add mod">
          <ac:chgData name="Mohamed Ali" userId="c0c10aba-c922-46fb-868a-1a879be00c0a" providerId="ADAL" clId="{DDBD1064-CDC2-4472-9EF9-077D90B3AADC}" dt="2025-09-02T06:52:52.857" v="4797"/>
          <ac:spMkLst>
            <pc:docMk/>
            <pc:sldMk cId="1918027209" sldId="2147483165"/>
            <ac:spMk id="55" creationId="{D16E55E2-AC71-E94D-7DEF-4C66BBCEBF1C}"/>
          </ac:spMkLst>
        </pc:spChg>
        <pc:spChg chg="add mod">
          <ac:chgData name="Mohamed Ali" userId="c0c10aba-c922-46fb-868a-1a879be00c0a" providerId="ADAL" clId="{DDBD1064-CDC2-4472-9EF9-077D90B3AADC}" dt="2025-09-02T07:08:30.920" v="4966" actId="1038"/>
          <ac:spMkLst>
            <pc:docMk/>
            <pc:sldMk cId="1918027209" sldId="2147483165"/>
            <ac:spMk id="57" creationId="{91F33697-EDB0-CDE2-FEB3-9108998F8522}"/>
          </ac:spMkLst>
        </pc:spChg>
        <pc:spChg chg="add mod">
          <ac:chgData name="Mohamed Ali" userId="c0c10aba-c922-46fb-868a-1a879be00c0a" providerId="ADAL" clId="{DDBD1064-CDC2-4472-9EF9-077D90B3AADC}" dt="2025-09-02T07:17:55.110" v="5020"/>
          <ac:spMkLst>
            <pc:docMk/>
            <pc:sldMk cId="1918027209" sldId="2147483165"/>
            <ac:spMk id="59" creationId="{D1042AF9-C177-D165-A4D9-9C33BDDB0860}"/>
          </ac:spMkLst>
        </pc:spChg>
        <pc:grpChg chg="mod">
          <ac:chgData name="Mohamed Ali" userId="c0c10aba-c922-46fb-868a-1a879be00c0a" providerId="ADAL" clId="{DDBD1064-CDC2-4472-9EF9-077D90B3AADC}" dt="2025-09-01T10:56:49.609" v="2134" actId="1076"/>
          <ac:grpSpMkLst>
            <pc:docMk/>
            <pc:sldMk cId="1918027209" sldId="2147483165"/>
            <ac:grpSpMk id="9" creationId="{A4DFE742-3813-0261-B406-453E78C4D049}"/>
          </ac:grpSpMkLst>
        </pc:grpChg>
        <pc:graphicFrameChg chg="add mod modGraphic">
          <ac:chgData name="Mohamed Ali" userId="c0c10aba-c922-46fb-868a-1a879be00c0a" providerId="ADAL" clId="{DDBD1064-CDC2-4472-9EF9-077D90B3AADC}" dt="2025-09-02T07:10:51.594" v="4982" actId="1076"/>
          <ac:graphicFrameMkLst>
            <pc:docMk/>
            <pc:sldMk cId="1918027209" sldId="2147483165"/>
            <ac:graphicFrameMk id="56" creationId="{E7FF393C-4827-FCD5-2907-598904A3895F}"/>
          </ac:graphicFrameMkLst>
        </pc:graphicFrameChg>
        <pc:graphicFrameChg chg="add mod modGraphic">
          <ac:chgData name="Mohamed Ali" userId="c0c10aba-c922-46fb-868a-1a879be00c0a" providerId="ADAL" clId="{DDBD1064-CDC2-4472-9EF9-077D90B3AADC}" dt="2025-09-02T07:18:30.190" v="5023" actId="2085"/>
          <ac:graphicFrameMkLst>
            <pc:docMk/>
            <pc:sldMk cId="1918027209" sldId="2147483165"/>
            <ac:graphicFrameMk id="58" creationId="{69E41190-12C1-A15C-F766-ADD1867DF1DD}"/>
          </ac:graphicFrameMkLst>
        </pc:graphicFrameChg>
        <pc:picChg chg="add mod">
          <ac:chgData name="Mohamed Ali" userId="c0c10aba-c922-46fb-868a-1a879be00c0a" providerId="ADAL" clId="{DDBD1064-CDC2-4472-9EF9-077D90B3AADC}" dt="2025-09-01T09:14:46.581" v="1638"/>
          <ac:picMkLst>
            <pc:docMk/>
            <pc:sldMk cId="1918027209" sldId="2147483165"/>
            <ac:picMk id="2" creationId="{FB050D32-9637-39C8-DC2C-B6662F649E60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7613043" sldId="2147483173"/>
        </pc:sldMkLst>
        <pc:spChg chg="mod topLvl">
          <ac:chgData name="Mohamed Ali" userId="c0c10aba-c922-46fb-868a-1a879be00c0a" providerId="ADAL" clId="{DDBD1064-CDC2-4472-9EF9-077D90B3AADC}" dt="2025-09-01T10:26:49.905" v="1731" actId="207"/>
          <ac:spMkLst>
            <pc:docMk/>
            <pc:sldMk cId="17613043" sldId="2147483173"/>
            <ac:spMk id="2" creationId="{C79A76AA-1806-FAF2-4CA4-EC06739AE5F3}"/>
          </ac:spMkLst>
        </pc:spChg>
        <pc:spChg chg="add mod">
          <ac:chgData name="Mohamed Ali" userId="c0c10aba-c922-46fb-868a-1a879be00c0a" providerId="ADAL" clId="{DDBD1064-CDC2-4472-9EF9-077D90B3AADC}" dt="2025-09-02T06:50:18.995" v="4709" actId="207"/>
          <ac:spMkLst>
            <pc:docMk/>
            <pc:sldMk cId="17613043" sldId="2147483173"/>
            <ac:spMk id="5" creationId="{6E65EACA-FE68-38CD-55B8-FC5B98BE0E68}"/>
          </ac:spMkLst>
        </pc:spChg>
        <pc:spChg chg="mod topLvl">
          <ac:chgData name="Mohamed Ali" userId="c0c10aba-c922-46fb-868a-1a879be00c0a" providerId="ADAL" clId="{DDBD1064-CDC2-4472-9EF9-077D90B3AADC}" dt="2025-09-01T10:26:49.905" v="1731" actId="207"/>
          <ac:spMkLst>
            <pc:docMk/>
            <pc:sldMk cId="17613043" sldId="2147483173"/>
            <ac:spMk id="6" creationId="{55BB86F1-0425-2647-DB2D-35126942ECC5}"/>
          </ac:spMkLst>
        </pc:spChg>
        <pc:spChg chg="mod">
          <ac:chgData name="Mohamed Ali" userId="c0c10aba-c922-46fb-868a-1a879be00c0a" providerId="ADAL" clId="{DDBD1064-CDC2-4472-9EF9-077D90B3AADC}" dt="2025-09-01T10:26:49.905" v="1731" actId="207"/>
          <ac:spMkLst>
            <pc:docMk/>
            <pc:sldMk cId="17613043" sldId="2147483173"/>
            <ac:spMk id="8" creationId="{7FB89EE4-70FB-750A-40DC-D84E17566F39}"/>
          </ac:spMkLst>
        </pc:spChg>
        <pc:spChg chg="add mod">
          <ac:chgData name="Mohamed Ali" userId="c0c10aba-c922-46fb-868a-1a879be00c0a" providerId="ADAL" clId="{DDBD1064-CDC2-4472-9EF9-077D90B3AADC}" dt="2025-09-02T06:50:48.184" v="4729"/>
          <ac:spMkLst>
            <pc:docMk/>
            <pc:sldMk cId="17613043" sldId="2147483173"/>
            <ac:spMk id="9" creationId="{9E3B38BA-8859-3FE1-87F9-C37E3F53B40F}"/>
          </ac:spMkLst>
        </pc:spChg>
        <pc:spChg chg="mod">
          <ac:chgData name="Mohamed Ali" userId="c0c10aba-c922-46fb-868a-1a879be00c0a" providerId="ADAL" clId="{DDBD1064-CDC2-4472-9EF9-077D90B3AADC}" dt="2025-09-01T12:09:23.964" v="3086" actId="164"/>
          <ac:spMkLst>
            <pc:docMk/>
            <pc:sldMk cId="17613043" sldId="2147483173"/>
            <ac:spMk id="13" creationId="{0F086F55-D61A-EE61-941A-91EA84F77E66}"/>
          </ac:spMkLst>
        </pc:spChg>
        <pc:spChg chg="add mod">
          <ac:chgData name="Mohamed Ali" userId="c0c10aba-c922-46fb-868a-1a879be00c0a" providerId="ADAL" clId="{DDBD1064-CDC2-4472-9EF9-077D90B3AADC}" dt="2025-09-01T12:09:19.749" v="3085" actId="164"/>
          <ac:spMkLst>
            <pc:docMk/>
            <pc:sldMk cId="17613043" sldId="2147483173"/>
            <ac:spMk id="16" creationId="{973A6650-2232-2017-9D4D-5EF63CA74560}"/>
          </ac:spMkLst>
        </pc:spChg>
        <pc:spChg chg="add mod">
          <ac:chgData name="Mohamed Ali" userId="c0c10aba-c922-46fb-868a-1a879be00c0a" providerId="ADAL" clId="{DDBD1064-CDC2-4472-9EF9-077D90B3AADC}" dt="2025-09-01T12:09:15.884" v="3084" actId="164"/>
          <ac:spMkLst>
            <pc:docMk/>
            <pc:sldMk cId="17613043" sldId="2147483173"/>
            <ac:spMk id="17" creationId="{374D7174-8B4B-D9BA-0335-B223745399AC}"/>
          </ac:spMkLst>
        </pc:spChg>
        <pc:spChg chg="mod topLvl">
          <ac:chgData name="Mohamed Ali" userId="c0c10aba-c922-46fb-868a-1a879be00c0a" providerId="ADAL" clId="{DDBD1064-CDC2-4472-9EF9-077D90B3AADC}" dt="2025-09-01T10:26:49.905" v="1731" actId="207"/>
          <ac:spMkLst>
            <pc:docMk/>
            <pc:sldMk cId="17613043" sldId="2147483173"/>
            <ac:spMk id="18" creationId="{24C9CE33-9CC5-2CE8-DB94-DE8F5B726A5D}"/>
          </ac:spMkLst>
        </pc:spChg>
        <pc:spChg chg="mod">
          <ac:chgData name="Mohamed Ali" userId="c0c10aba-c922-46fb-868a-1a879be00c0a" providerId="ADAL" clId="{DDBD1064-CDC2-4472-9EF9-077D90B3AADC}" dt="2025-09-01T07:45:55.969" v="914" actId="165"/>
          <ac:spMkLst>
            <pc:docMk/>
            <pc:sldMk cId="17613043" sldId="2147483173"/>
            <ac:spMk id="24" creationId="{4D1C41CB-C608-0DE1-FF0F-FDDF08FCFF5C}"/>
          </ac:spMkLst>
        </pc:spChg>
        <pc:spChg chg="mod">
          <ac:chgData name="Mohamed Ali" userId="c0c10aba-c922-46fb-868a-1a879be00c0a" providerId="ADAL" clId="{DDBD1064-CDC2-4472-9EF9-077D90B3AADC}" dt="2025-09-01T12:59:30.193" v="3444" actId="20577"/>
          <ac:spMkLst>
            <pc:docMk/>
            <pc:sldMk cId="17613043" sldId="2147483173"/>
            <ac:spMk id="25" creationId="{D148962F-81A5-B4D3-7693-9F0A2A89B10C}"/>
          </ac:spMkLst>
        </pc:spChg>
        <pc:spChg chg="mod">
          <ac:chgData name="Mohamed Ali" userId="c0c10aba-c922-46fb-868a-1a879be00c0a" providerId="ADAL" clId="{DDBD1064-CDC2-4472-9EF9-077D90B3AADC}" dt="2025-09-01T12:59:13.043" v="3436" actId="20577"/>
          <ac:spMkLst>
            <pc:docMk/>
            <pc:sldMk cId="17613043" sldId="2147483173"/>
            <ac:spMk id="27" creationId="{D121537D-CAE9-5C90-373F-176FCAA41892}"/>
          </ac:spMkLst>
        </pc:spChg>
        <pc:spChg chg="mod">
          <ac:chgData name="Mohamed Ali" userId="c0c10aba-c922-46fb-868a-1a879be00c0a" providerId="ADAL" clId="{DDBD1064-CDC2-4472-9EF9-077D90B3AADC}" dt="2025-09-01T07:45:55.969" v="914" actId="165"/>
          <ac:spMkLst>
            <pc:docMk/>
            <pc:sldMk cId="17613043" sldId="2147483173"/>
            <ac:spMk id="28" creationId="{7718B71C-4D06-1F8E-1A26-4388B26BF7A7}"/>
          </ac:spMkLst>
        </pc:spChg>
        <pc:spChg chg="mod">
          <ac:chgData name="Mohamed Ali" userId="c0c10aba-c922-46fb-868a-1a879be00c0a" providerId="ADAL" clId="{DDBD1064-CDC2-4472-9EF9-077D90B3AADC}" dt="2025-09-01T12:58:48.279" v="3432"/>
          <ac:spMkLst>
            <pc:docMk/>
            <pc:sldMk cId="17613043" sldId="2147483173"/>
            <ac:spMk id="29" creationId="{EF2C8268-2952-26D4-01A6-DD65A179B63B}"/>
          </ac:spMkLst>
        </pc:spChg>
        <pc:spChg chg="mod">
          <ac:chgData name="Mohamed Ali" userId="c0c10aba-c922-46fb-868a-1a879be00c0a" providerId="ADAL" clId="{DDBD1064-CDC2-4472-9EF9-077D90B3AADC}" dt="2025-09-01T12:58:33.713" v="3431" actId="20577"/>
          <ac:spMkLst>
            <pc:docMk/>
            <pc:sldMk cId="17613043" sldId="2147483173"/>
            <ac:spMk id="31" creationId="{A6F8C3A0-B95F-4CE3-039C-7190E1B74933}"/>
          </ac:spMkLst>
        </pc:spChg>
        <pc:spChg chg="add mod">
          <ac:chgData name="Mohamed Ali" userId="c0c10aba-c922-46fb-868a-1a879be00c0a" providerId="ADAL" clId="{DDBD1064-CDC2-4472-9EF9-077D90B3AADC}" dt="2025-09-01T12:09:12.156" v="3083" actId="164"/>
          <ac:spMkLst>
            <pc:docMk/>
            <pc:sldMk cId="17613043" sldId="2147483173"/>
            <ac:spMk id="32" creationId="{374A2E0C-FD4C-A789-D9E8-C2856ED98C10}"/>
          </ac:spMkLst>
        </pc:spChg>
        <pc:spChg chg="add mod">
          <ac:chgData name="Mohamed Ali" userId="c0c10aba-c922-46fb-868a-1a879be00c0a" providerId="ADAL" clId="{DDBD1064-CDC2-4472-9EF9-077D90B3AADC}" dt="2025-09-01T12:40:42.468" v="3208" actId="20577"/>
          <ac:spMkLst>
            <pc:docMk/>
            <pc:sldMk cId="17613043" sldId="2147483173"/>
            <ac:spMk id="37" creationId="{A10718FB-8700-BDCC-0AAD-2BF25D6CBF21}"/>
          </ac:spMkLst>
        </pc:spChg>
        <pc:spChg chg="add mod">
          <ac:chgData name="Mohamed Ali" userId="c0c10aba-c922-46fb-868a-1a879be00c0a" providerId="ADAL" clId="{DDBD1064-CDC2-4472-9EF9-077D90B3AADC}" dt="2025-09-02T08:25:19.404" v="5383" actId="207"/>
          <ac:spMkLst>
            <pc:docMk/>
            <pc:sldMk cId="17613043" sldId="2147483173"/>
            <ac:spMk id="39" creationId="{1D6F550B-E535-3852-FF25-C1CE2AFA3C82}"/>
          </ac:spMkLst>
        </pc:spChg>
        <pc:spChg chg="add mod">
          <ac:chgData name="Mohamed Ali" userId="c0c10aba-c922-46fb-868a-1a879be00c0a" providerId="ADAL" clId="{DDBD1064-CDC2-4472-9EF9-077D90B3AADC}" dt="2025-09-01T12:47:02.657" v="3287"/>
          <ac:spMkLst>
            <pc:docMk/>
            <pc:sldMk cId="17613043" sldId="2147483173"/>
            <ac:spMk id="40" creationId="{E6974124-883F-C6AB-3722-27FA81F5ED02}"/>
          </ac:spMkLst>
        </pc:spChg>
        <pc:spChg chg="add mod">
          <ac:chgData name="Mohamed Ali" userId="c0c10aba-c922-46fb-868a-1a879be00c0a" providerId="ADAL" clId="{DDBD1064-CDC2-4472-9EF9-077D90B3AADC}" dt="2025-09-01T12:47:02.657" v="3287"/>
          <ac:spMkLst>
            <pc:docMk/>
            <pc:sldMk cId="17613043" sldId="2147483173"/>
            <ac:spMk id="41" creationId="{CC54CE39-5789-862F-415D-5B9BB8BDBA55}"/>
          </ac:spMkLst>
        </pc:spChg>
        <pc:spChg chg="add mod">
          <ac:chgData name="Mohamed Ali" userId="c0c10aba-c922-46fb-868a-1a879be00c0a" providerId="ADAL" clId="{DDBD1064-CDC2-4472-9EF9-077D90B3AADC}" dt="2025-09-01T12:47:02.657" v="3287"/>
          <ac:spMkLst>
            <pc:docMk/>
            <pc:sldMk cId="17613043" sldId="2147483173"/>
            <ac:spMk id="42" creationId="{D6E51FE0-0102-C5E7-EFD3-52C06BCE70D8}"/>
          </ac:spMkLst>
        </pc:spChg>
        <pc:spChg chg="add mod">
          <ac:chgData name="Mohamed Ali" userId="c0c10aba-c922-46fb-868a-1a879be00c0a" providerId="ADAL" clId="{DDBD1064-CDC2-4472-9EF9-077D90B3AADC}" dt="2025-09-01T12:09:07.082" v="3082" actId="164"/>
          <ac:spMkLst>
            <pc:docMk/>
            <pc:sldMk cId="17613043" sldId="2147483173"/>
            <ac:spMk id="53" creationId="{6BD0EA43-AF12-7EC3-398D-EC6F0CC538E1}"/>
          </ac:spMkLst>
        </pc:spChg>
        <pc:spChg chg="mod">
          <ac:chgData name="Mohamed Ali" userId="c0c10aba-c922-46fb-868a-1a879be00c0a" providerId="ADAL" clId="{DDBD1064-CDC2-4472-9EF9-077D90B3AADC}" dt="2025-09-01T10:27:16.337" v="1735" actId="207"/>
          <ac:spMkLst>
            <pc:docMk/>
            <pc:sldMk cId="17613043" sldId="2147483173"/>
            <ac:spMk id="56" creationId="{037B7129-DC91-702E-E523-5099C3930CA2}"/>
          </ac:spMkLst>
        </pc:spChg>
        <pc:spChg chg="mod">
          <ac:chgData name="Mohamed Ali" userId="c0c10aba-c922-46fb-868a-1a879be00c0a" providerId="ADAL" clId="{DDBD1064-CDC2-4472-9EF9-077D90B3AADC}" dt="2025-09-01T10:27:16.337" v="1735" actId="207"/>
          <ac:spMkLst>
            <pc:docMk/>
            <pc:sldMk cId="17613043" sldId="2147483173"/>
            <ac:spMk id="58" creationId="{B12F4785-DBD9-C503-EC85-73ABCC33F8C2}"/>
          </ac:spMkLst>
        </pc:spChg>
        <pc:spChg chg="mod">
          <ac:chgData name="Mohamed Ali" userId="c0c10aba-c922-46fb-868a-1a879be00c0a" providerId="ADAL" clId="{DDBD1064-CDC2-4472-9EF9-077D90B3AADC}" dt="2025-09-01T10:27:16.337" v="1735" actId="207"/>
          <ac:spMkLst>
            <pc:docMk/>
            <pc:sldMk cId="17613043" sldId="2147483173"/>
            <ac:spMk id="60" creationId="{BBFB0A51-B5B7-4B73-73FB-9FFDEDC034DF}"/>
          </ac:spMkLst>
        </pc:spChg>
        <pc:spChg chg="mod">
          <ac:chgData name="Mohamed Ali" userId="c0c10aba-c922-46fb-868a-1a879be00c0a" providerId="ADAL" clId="{DDBD1064-CDC2-4472-9EF9-077D90B3AADC}" dt="2025-09-01T10:27:16.337" v="1735" actId="207"/>
          <ac:spMkLst>
            <pc:docMk/>
            <pc:sldMk cId="17613043" sldId="2147483173"/>
            <ac:spMk id="62" creationId="{5AE43EAF-B4D4-E629-1AAD-D57EA6811043}"/>
          </ac:spMkLst>
        </pc:spChg>
        <pc:spChg chg="mod">
          <ac:chgData name="Mohamed Ali" userId="c0c10aba-c922-46fb-868a-1a879be00c0a" providerId="ADAL" clId="{DDBD1064-CDC2-4472-9EF9-077D90B3AADC}" dt="2025-09-01T13:04:45.466" v="3501"/>
          <ac:spMkLst>
            <pc:docMk/>
            <pc:sldMk cId="17613043" sldId="2147483173"/>
            <ac:spMk id="137" creationId="{FA086363-0B4F-3E43-9850-FCD621A6110C}"/>
          </ac:spMkLst>
        </pc:spChg>
        <pc:spChg chg="mod">
          <ac:chgData name="Mohamed Ali" userId="c0c10aba-c922-46fb-868a-1a879be00c0a" providerId="ADAL" clId="{DDBD1064-CDC2-4472-9EF9-077D90B3AADC}" dt="2025-09-01T13:04:36.907" v="3500"/>
          <ac:spMkLst>
            <pc:docMk/>
            <pc:sldMk cId="17613043" sldId="2147483173"/>
            <ac:spMk id="139" creationId="{C6760AC6-0E89-406C-C01F-6EA6CA2EB509}"/>
          </ac:spMkLst>
        </pc:spChg>
        <pc:spChg chg="mod">
          <ac:chgData name="Mohamed Ali" userId="c0c10aba-c922-46fb-868a-1a879be00c0a" providerId="ADAL" clId="{DDBD1064-CDC2-4472-9EF9-077D90B3AADC}" dt="2025-09-01T13:04:26.984" v="3499"/>
          <ac:spMkLst>
            <pc:docMk/>
            <pc:sldMk cId="17613043" sldId="2147483173"/>
            <ac:spMk id="141" creationId="{40F70272-2F1D-732A-867A-0A2701F34E42}"/>
          </ac:spMkLst>
        </pc:spChg>
        <pc:spChg chg="mod">
          <ac:chgData name="Mohamed Ali" userId="c0c10aba-c922-46fb-868a-1a879be00c0a" providerId="ADAL" clId="{DDBD1064-CDC2-4472-9EF9-077D90B3AADC}" dt="2025-09-01T10:24:03.299" v="1711"/>
          <ac:spMkLst>
            <pc:docMk/>
            <pc:sldMk cId="17613043" sldId="2147483173"/>
            <ac:spMk id="142" creationId="{FFB6508F-456D-048F-C8B6-AA11A704EC9E}"/>
          </ac:spMkLst>
        </pc:spChg>
        <pc:spChg chg="mod">
          <ac:chgData name="Mohamed Ali" userId="c0c10aba-c922-46fb-868a-1a879be00c0a" providerId="ADAL" clId="{DDBD1064-CDC2-4472-9EF9-077D90B3AADC}" dt="2025-09-01T13:04:16.702" v="3498"/>
          <ac:spMkLst>
            <pc:docMk/>
            <pc:sldMk cId="17613043" sldId="2147483173"/>
            <ac:spMk id="143" creationId="{A6C9D999-CC1C-B70A-5107-88EF4D02F9FA}"/>
          </ac:spMkLst>
        </pc:spChg>
        <pc:spChg chg="mod">
          <ac:chgData name="Mohamed Ali" userId="c0c10aba-c922-46fb-868a-1a879be00c0a" providerId="ADAL" clId="{DDBD1064-CDC2-4472-9EF9-077D90B3AADC}" dt="2025-09-01T10:27:09.295" v="1734" actId="207"/>
          <ac:spMkLst>
            <pc:docMk/>
            <pc:sldMk cId="17613043" sldId="2147483173"/>
            <ac:spMk id="146" creationId="{D05B4EBF-02D5-B551-E9D3-9A1D46E7A93A}"/>
          </ac:spMkLst>
        </pc:spChg>
        <pc:spChg chg="mod">
          <ac:chgData name="Mohamed Ali" userId="c0c10aba-c922-46fb-868a-1a879be00c0a" providerId="ADAL" clId="{DDBD1064-CDC2-4472-9EF9-077D90B3AADC}" dt="2025-09-01T10:27:09.295" v="1734" actId="207"/>
          <ac:spMkLst>
            <pc:docMk/>
            <pc:sldMk cId="17613043" sldId="2147483173"/>
            <ac:spMk id="148" creationId="{39E9A9BA-9C7F-1C5D-E782-8A6B21A02730}"/>
          </ac:spMkLst>
        </pc:spChg>
        <pc:spChg chg="mod">
          <ac:chgData name="Mohamed Ali" userId="c0c10aba-c922-46fb-868a-1a879be00c0a" providerId="ADAL" clId="{DDBD1064-CDC2-4472-9EF9-077D90B3AADC}" dt="2025-09-01T10:27:09.295" v="1734" actId="207"/>
          <ac:spMkLst>
            <pc:docMk/>
            <pc:sldMk cId="17613043" sldId="2147483173"/>
            <ac:spMk id="150" creationId="{093EF62B-D829-02DC-2DC5-44A0F9317C45}"/>
          </ac:spMkLst>
        </pc:spChg>
        <pc:spChg chg="mod">
          <ac:chgData name="Mohamed Ali" userId="c0c10aba-c922-46fb-868a-1a879be00c0a" providerId="ADAL" clId="{DDBD1064-CDC2-4472-9EF9-077D90B3AADC}" dt="2025-09-01T10:27:09.295" v="1734" actId="207"/>
          <ac:spMkLst>
            <pc:docMk/>
            <pc:sldMk cId="17613043" sldId="2147483173"/>
            <ac:spMk id="152" creationId="{25140C60-B0D3-E4BE-4913-8A56CE246136}"/>
          </ac:spMkLst>
        </pc:spChg>
        <pc:spChg chg="mod">
          <ac:chgData name="Mohamed Ali" userId="c0c10aba-c922-46fb-868a-1a879be00c0a" providerId="ADAL" clId="{DDBD1064-CDC2-4472-9EF9-077D90B3AADC}" dt="2025-09-01T13:04:03.591" v="3497"/>
          <ac:spMkLst>
            <pc:docMk/>
            <pc:sldMk cId="17613043" sldId="2147483173"/>
            <ac:spMk id="163" creationId="{4E5F3207-B165-572A-2A72-4201E3964313}"/>
          </ac:spMkLst>
        </pc:spChg>
        <pc:spChg chg="mod">
          <ac:chgData name="Mohamed Ali" userId="c0c10aba-c922-46fb-868a-1a879be00c0a" providerId="ADAL" clId="{DDBD1064-CDC2-4472-9EF9-077D90B3AADC}" dt="2025-09-01T10:24:09.596" v="1714"/>
          <ac:spMkLst>
            <pc:docMk/>
            <pc:sldMk cId="17613043" sldId="2147483173"/>
            <ac:spMk id="164" creationId="{E30B8AE3-D02D-F2D4-1D5F-196271788969}"/>
          </ac:spMkLst>
        </pc:spChg>
        <pc:spChg chg="mod">
          <ac:chgData name="Mohamed Ali" userId="c0c10aba-c922-46fb-868a-1a879be00c0a" providerId="ADAL" clId="{DDBD1064-CDC2-4472-9EF9-077D90B3AADC}" dt="2025-09-01T13:03:52.837" v="3496"/>
          <ac:spMkLst>
            <pc:docMk/>
            <pc:sldMk cId="17613043" sldId="2147483173"/>
            <ac:spMk id="165" creationId="{532F5F74-6EAF-0585-27D5-44D67D00BBCA}"/>
          </ac:spMkLst>
        </pc:spChg>
        <pc:spChg chg="mod">
          <ac:chgData name="Mohamed Ali" userId="c0c10aba-c922-46fb-868a-1a879be00c0a" providerId="ADAL" clId="{DDBD1064-CDC2-4472-9EF9-077D90B3AADC}" dt="2025-09-01T10:24:09.596" v="1714"/>
          <ac:spMkLst>
            <pc:docMk/>
            <pc:sldMk cId="17613043" sldId="2147483173"/>
            <ac:spMk id="166" creationId="{D65DDEFB-E1F0-F7D4-C72E-CC98D1690C0D}"/>
          </ac:spMkLst>
        </pc:spChg>
        <pc:spChg chg="mod">
          <ac:chgData name="Mohamed Ali" userId="c0c10aba-c922-46fb-868a-1a879be00c0a" providerId="ADAL" clId="{DDBD1064-CDC2-4472-9EF9-077D90B3AADC}" dt="2025-09-01T13:03:44.748" v="3495" actId="20577"/>
          <ac:spMkLst>
            <pc:docMk/>
            <pc:sldMk cId="17613043" sldId="2147483173"/>
            <ac:spMk id="167" creationId="{285A0FC5-DEDA-3AEB-3898-7DCBA7CD211D}"/>
          </ac:spMkLst>
        </pc:spChg>
        <pc:spChg chg="mod">
          <ac:chgData name="Mohamed Ali" userId="c0c10aba-c922-46fb-868a-1a879be00c0a" providerId="ADAL" clId="{DDBD1064-CDC2-4472-9EF9-077D90B3AADC}" dt="2025-09-01T10:24:09.596" v="1714"/>
          <ac:spMkLst>
            <pc:docMk/>
            <pc:sldMk cId="17613043" sldId="2147483173"/>
            <ac:spMk id="168" creationId="{0F2EDF72-4102-9205-C861-C8AC37EFD74F}"/>
          </ac:spMkLst>
        </pc:spChg>
        <pc:spChg chg="mod">
          <ac:chgData name="Mohamed Ali" userId="c0c10aba-c922-46fb-868a-1a879be00c0a" providerId="ADAL" clId="{DDBD1064-CDC2-4472-9EF9-077D90B3AADC}" dt="2025-09-01T13:03:18.541" v="3489"/>
          <ac:spMkLst>
            <pc:docMk/>
            <pc:sldMk cId="17613043" sldId="2147483173"/>
            <ac:spMk id="169" creationId="{FA9667FF-BB55-A372-D647-23AB22E6A9AD}"/>
          </ac:spMkLst>
        </pc:spChg>
        <pc:spChg chg="mod ord topLvl">
          <ac:chgData name="Mohamed Ali" userId="c0c10aba-c922-46fb-868a-1a879be00c0a" providerId="ADAL" clId="{DDBD1064-CDC2-4472-9EF9-077D90B3AADC}" dt="2025-09-01T10:51:55.938" v="2081" actId="164"/>
          <ac:spMkLst>
            <pc:docMk/>
            <pc:sldMk cId="17613043" sldId="2147483173"/>
            <ac:spMk id="171" creationId="{860E0A89-8BA0-846E-4759-544CC7B479A3}"/>
          </ac:spMkLst>
        </pc:spChg>
        <pc:spChg chg="mod ord topLvl">
          <ac:chgData name="Mohamed Ali" userId="c0c10aba-c922-46fb-868a-1a879be00c0a" providerId="ADAL" clId="{DDBD1064-CDC2-4472-9EF9-077D90B3AADC}" dt="2025-09-01T10:51:55.938" v="2081" actId="164"/>
          <ac:spMkLst>
            <pc:docMk/>
            <pc:sldMk cId="17613043" sldId="2147483173"/>
            <ac:spMk id="173" creationId="{AAB964AC-9D41-7B31-0228-CE5B34849D11}"/>
          </ac:spMkLst>
        </pc:spChg>
        <pc:spChg chg="mod ord topLvl">
          <ac:chgData name="Mohamed Ali" userId="c0c10aba-c922-46fb-868a-1a879be00c0a" providerId="ADAL" clId="{DDBD1064-CDC2-4472-9EF9-077D90B3AADC}" dt="2025-09-01T10:51:55.938" v="2081" actId="164"/>
          <ac:spMkLst>
            <pc:docMk/>
            <pc:sldMk cId="17613043" sldId="2147483173"/>
            <ac:spMk id="175" creationId="{4977A0B7-B2A6-311D-0A94-5B108329B03F}"/>
          </ac:spMkLst>
        </pc:spChg>
        <pc:spChg chg="mod ord">
          <ac:chgData name="Mohamed Ali" userId="c0c10aba-c922-46fb-868a-1a879be00c0a" providerId="ADAL" clId="{DDBD1064-CDC2-4472-9EF9-077D90B3AADC}" dt="2025-09-01T10:51:55.938" v="2081" actId="164"/>
          <ac:spMkLst>
            <pc:docMk/>
            <pc:sldMk cId="17613043" sldId="2147483173"/>
            <ac:spMk id="177" creationId="{D9DF920F-CC62-4D4E-D407-96446D669914}"/>
          </ac:spMkLst>
        </pc:spChg>
        <pc:spChg chg="mod ord topLvl">
          <ac:chgData name="Mohamed Ali" userId="c0c10aba-c922-46fb-868a-1a879be00c0a" providerId="ADAL" clId="{DDBD1064-CDC2-4472-9EF9-077D90B3AADC}" dt="2025-09-01T10:51:55.938" v="2081" actId="164"/>
          <ac:spMkLst>
            <pc:docMk/>
            <pc:sldMk cId="17613043" sldId="2147483173"/>
            <ac:spMk id="179" creationId="{27A895D4-444F-2203-E918-6BF9B1B3A7D9}"/>
          </ac:spMkLst>
        </pc:spChg>
        <pc:spChg chg="mod">
          <ac:chgData name="Mohamed Ali" userId="c0c10aba-c922-46fb-868a-1a879be00c0a" providerId="ADAL" clId="{DDBD1064-CDC2-4472-9EF9-077D90B3AADC}" dt="2025-09-01T13:00:40.286" v="3456"/>
          <ac:spMkLst>
            <pc:docMk/>
            <pc:sldMk cId="17613043" sldId="2147483173"/>
            <ac:spMk id="186" creationId="{D4085A29-AA71-F947-4F11-483A5A6A3066}"/>
          </ac:spMkLst>
        </pc:spChg>
        <pc:spChg chg="mod">
          <ac:chgData name="Mohamed Ali" userId="c0c10aba-c922-46fb-868a-1a879be00c0a" providerId="ADAL" clId="{DDBD1064-CDC2-4472-9EF9-077D90B3AADC}" dt="2025-09-01T13:00:31.920" v="3455" actId="20577"/>
          <ac:spMkLst>
            <pc:docMk/>
            <pc:sldMk cId="17613043" sldId="2147483173"/>
            <ac:spMk id="188" creationId="{10667E26-01A4-10D1-74CA-8AA0D121B79F}"/>
          </ac:spMkLst>
        </pc:spChg>
        <pc:spChg chg="mod">
          <ac:chgData name="Mohamed Ali" userId="c0c10aba-c922-46fb-868a-1a879be00c0a" providerId="ADAL" clId="{DDBD1064-CDC2-4472-9EF9-077D90B3AADC}" dt="2025-09-01T13:00:17.702" v="3451" actId="20577"/>
          <ac:spMkLst>
            <pc:docMk/>
            <pc:sldMk cId="17613043" sldId="2147483173"/>
            <ac:spMk id="190" creationId="{D976CA3B-AB1E-A2A9-2416-A801E75C7831}"/>
          </ac:spMkLst>
        </pc:spChg>
        <pc:spChg chg="mod">
          <ac:chgData name="Mohamed Ali" userId="c0c10aba-c922-46fb-868a-1a879be00c0a" providerId="ADAL" clId="{DDBD1064-CDC2-4472-9EF9-077D90B3AADC}" dt="2025-09-01T10:47:17.705" v="1971" actId="165"/>
          <ac:spMkLst>
            <pc:docMk/>
            <pc:sldMk cId="17613043" sldId="2147483173"/>
            <ac:spMk id="191" creationId="{50604B79-90EF-3191-3DDE-1C0F0B2B2177}"/>
          </ac:spMkLst>
        </pc:spChg>
        <pc:spChg chg="mod">
          <ac:chgData name="Mohamed Ali" userId="c0c10aba-c922-46fb-868a-1a879be00c0a" providerId="ADAL" clId="{DDBD1064-CDC2-4472-9EF9-077D90B3AADC}" dt="2025-09-01T13:00:02.078" v="3449" actId="20577"/>
          <ac:spMkLst>
            <pc:docMk/>
            <pc:sldMk cId="17613043" sldId="2147483173"/>
            <ac:spMk id="192" creationId="{AA78F411-186E-9DF1-C8A0-9C52217E882C}"/>
          </ac:spMkLst>
        </pc:spChg>
        <pc:spChg chg="mod">
          <ac:chgData name="Mohamed Ali" userId="c0c10aba-c922-46fb-868a-1a879be00c0a" providerId="ADAL" clId="{DDBD1064-CDC2-4472-9EF9-077D90B3AADC}" dt="2025-09-01T10:47:17.705" v="1971" actId="165"/>
          <ac:spMkLst>
            <pc:docMk/>
            <pc:sldMk cId="17613043" sldId="2147483173"/>
            <ac:spMk id="193" creationId="{8E6AF5B4-0BD3-1AB1-7A90-3D7FE61651F3}"/>
          </ac:spMkLst>
        </pc:spChg>
        <pc:spChg chg="mod">
          <ac:chgData name="Mohamed Ali" userId="c0c10aba-c922-46fb-868a-1a879be00c0a" providerId="ADAL" clId="{DDBD1064-CDC2-4472-9EF9-077D90B3AADC}" dt="2025-09-01T13:26:41.595" v="3916" actId="20577"/>
          <ac:spMkLst>
            <pc:docMk/>
            <pc:sldMk cId="17613043" sldId="2147483173"/>
            <ac:spMk id="194" creationId="{2592FF77-4848-DBA1-500C-58E8E385F6B6}"/>
          </ac:spMkLst>
        </pc:spChg>
        <pc:spChg chg="mod">
          <ac:chgData name="Mohamed Ali" userId="c0c10aba-c922-46fb-868a-1a879be00c0a" providerId="ADAL" clId="{DDBD1064-CDC2-4472-9EF9-077D90B3AADC}" dt="2025-09-01T10:27:03.126" v="1733" actId="207"/>
          <ac:spMkLst>
            <pc:docMk/>
            <pc:sldMk cId="17613043" sldId="2147483173"/>
            <ac:spMk id="196" creationId="{5271FA1F-EB42-89FD-FECF-98809915B5C0}"/>
          </ac:spMkLst>
        </pc:spChg>
        <pc:spChg chg="mod">
          <ac:chgData name="Mohamed Ali" userId="c0c10aba-c922-46fb-868a-1a879be00c0a" providerId="ADAL" clId="{DDBD1064-CDC2-4472-9EF9-077D90B3AADC}" dt="2025-09-01T10:27:03.126" v="1733" actId="207"/>
          <ac:spMkLst>
            <pc:docMk/>
            <pc:sldMk cId="17613043" sldId="2147483173"/>
            <ac:spMk id="198" creationId="{BA7FFEB1-7B43-3083-3BBE-379AE4F57C45}"/>
          </ac:spMkLst>
        </pc:spChg>
        <pc:spChg chg="mod">
          <ac:chgData name="Mohamed Ali" userId="c0c10aba-c922-46fb-868a-1a879be00c0a" providerId="ADAL" clId="{DDBD1064-CDC2-4472-9EF9-077D90B3AADC}" dt="2025-09-01T10:27:03.126" v="1733" actId="207"/>
          <ac:spMkLst>
            <pc:docMk/>
            <pc:sldMk cId="17613043" sldId="2147483173"/>
            <ac:spMk id="200" creationId="{43A306F1-2F9A-4B37-D15C-AE3FE1E620E5}"/>
          </ac:spMkLst>
        </pc:spChg>
        <pc:spChg chg="mod">
          <ac:chgData name="Mohamed Ali" userId="c0c10aba-c922-46fb-868a-1a879be00c0a" providerId="ADAL" clId="{DDBD1064-CDC2-4472-9EF9-077D90B3AADC}" dt="2025-09-01T10:27:03.126" v="1733" actId="207"/>
          <ac:spMkLst>
            <pc:docMk/>
            <pc:sldMk cId="17613043" sldId="2147483173"/>
            <ac:spMk id="202" creationId="{CC4236EF-5025-E709-F4CE-8B341AE995D7}"/>
          </ac:spMkLst>
        </pc:spChg>
        <pc:spChg chg="mod">
          <ac:chgData name="Mohamed Ali" userId="c0c10aba-c922-46fb-868a-1a879be00c0a" providerId="ADAL" clId="{DDBD1064-CDC2-4472-9EF9-077D90B3AADC}" dt="2025-09-01T10:24:56.992" v="1722"/>
          <ac:spMkLst>
            <pc:docMk/>
            <pc:sldMk cId="17613043" sldId="2147483173"/>
            <ac:spMk id="212" creationId="{726448E0-4E9F-C6B8-C1CC-F7F1655B948A}"/>
          </ac:spMkLst>
        </pc:spChg>
        <pc:spChg chg="mod">
          <ac:chgData name="Mohamed Ali" userId="c0c10aba-c922-46fb-868a-1a879be00c0a" providerId="ADAL" clId="{DDBD1064-CDC2-4472-9EF9-077D90B3AADC}" dt="2025-09-01T13:02:46.611" v="3488"/>
          <ac:spMkLst>
            <pc:docMk/>
            <pc:sldMk cId="17613043" sldId="2147483173"/>
            <ac:spMk id="213" creationId="{84220933-EBD1-F858-6287-002F89584DFD}"/>
          </ac:spMkLst>
        </pc:spChg>
        <pc:spChg chg="mod">
          <ac:chgData name="Mohamed Ali" userId="c0c10aba-c922-46fb-868a-1a879be00c0a" providerId="ADAL" clId="{DDBD1064-CDC2-4472-9EF9-077D90B3AADC}" dt="2025-09-01T10:24:56.992" v="1722"/>
          <ac:spMkLst>
            <pc:docMk/>
            <pc:sldMk cId="17613043" sldId="2147483173"/>
            <ac:spMk id="214" creationId="{7D62B288-62B6-FC70-5375-33BCB290D9DC}"/>
          </ac:spMkLst>
        </pc:spChg>
        <pc:spChg chg="mod">
          <ac:chgData name="Mohamed Ali" userId="c0c10aba-c922-46fb-868a-1a879be00c0a" providerId="ADAL" clId="{DDBD1064-CDC2-4472-9EF9-077D90B3AADC}" dt="2025-09-01T13:02:36.330" v="3487"/>
          <ac:spMkLst>
            <pc:docMk/>
            <pc:sldMk cId="17613043" sldId="2147483173"/>
            <ac:spMk id="215" creationId="{4FF29354-4429-56A3-F419-34E41DC70465}"/>
          </ac:spMkLst>
        </pc:spChg>
        <pc:spChg chg="mod">
          <ac:chgData name="Mohamed Ali" userId="c0c10aba-c922-46fb-868a-1a879be00c0a" providerId="ADAL" clId="{DDBD1064-CDC2-4472-9EF9-077D90B3AADC}" dt="2025-09-01T13:02:19.595" v="3486" actId="20577"/>
          <ac:spMkLst>
            <pc:docMk/>
            <pc:sldMk cId="17613043" sldId="2147483173"/>
            <ac:spMk id="217" creationId="{47558D59-87DE-D5B5-7C3B-E7AEE96E9E8D}"/>
          </ac:spMkLst>
        </pc:spChg>
        <pc:spChg chg="mod">
          <ac:chgData name="Mohamed Ali" userId="c0c10aba-c922-46fb-868a-1a879be00c0a" providerId="ADAL" clId="{DDBD1064-CDC2-4472-9EF9-077D90B3AADC}" dt="2025-09-01T10:24:56.992" v="1722"/>
          <ac:spMkLst>
            <pc:docMk/>
            <pc:sldMk cId="17613043" sldId="2147483173"/>
            <ac:spMk id="218" creationId="{E18DB285-DA7E-1C7D-B924-AA29AA6E97DE}"/>
          </ac:spMkLst>
        </pc:spChg>
        <pc:spChg chg="mod">
          <ac:chgData name="Mohamed Ali" userId="c0c10aba-c922-46fb-868a-1a879be00c0a" providerId="ADAL" clId="{DDBD1064-CDC2-4472-9EF9-077D90B3AADC}" dt="2025-09-01T13:01:57.711" v="3478"/>
          <ac:spMkLst>
            <pc:docMk/>
            <pc:sldMk cId="17613043" sldId="2147483173"/>
            <ac:spMk id="219" creationId="{0D93C3F4-10EA-1911-4F83-AFB3F6809D9C}"/>
          </ac:spMkLst>
        </pc:spChg>
        <pc:spChg chg="add mod">
          <ac:chgData name="Mohamed Ali" userId="c0c10aba-c922-46fb-868a-1a879be00c0a" providerId="ADAL" clId="{DDBD1064-CDC2-4472-9EF9-077D90B3AADC}" dt="2025-09-01T11:05:56.596" v="2417" actId="207"/>
          <ac:spMkLst>
            <pc:docMk/>
            <pc:sldMk cId="17613043" sldId="2147483173"/>
            <ac:spMk id="223" creationId="{FF5F2798-5517-02F2-00AF-936FEA437891}"/>
          </ac:spMkLst>
        </pc:spChg>
        <pc:grpChg chg="mod">
          <ac:chgData name="Mohamed Ali" userId="c0c10aba-c922-46fb-868a-1a879be00c0a" providerId="ADAL" clId="{DDBD1064-CDC2-4472-9EF9-077D90B3AADC}" dt="2025-09-01T10:23:55.160" v="1709" actId="164"/>
          <ac:grpSpMkLst>
            <pc:docMk/>
            <pc:sldMk cId="17613043" sldId="2147483173"/>
            <ac:grpSpMk id="3" creationId="{894A4B42-2C90-9598-847D-7C3A5C6865B5}"/>
          </ac:grpSpMkLst>
        </pc:grpChg>
        <pc:grpChg chg="add mod">
          <ac:chgData name="Mohamed Ali" userId="c0c10aba-c922-46fb-868a-1a879be00c0a" providerId="ADAL" clId="{DDBD1064-CDC2-4472-9EF9-077D90B3AADC}" dt="2025-09-01T13:01:45.419" v="3477" actId="14100"/>
          <ac:grpSpMkLst>
            <pc:docMk/>
            <pc:sldMk cId="17613043" sldId="2147483173"/>
            <ac:grpSpMk id="4" creationId="{6930A128-AD89-1C48-0480-4324954F3419}"/>
          </ac:grpSpMkLst>
        </pc:grpChg>
        <pc:grpChg chg="mod">
          <ac:chgData name="Mohamed Ali" userId="c0c10aba-c922-46fb-868a-1a879be00c0a" providerId="ADAL" clId="{DDBD1064-CDC2-4472-9EF9-077D90B3AADC}" dt="2025-09-01T10:23:55.160" v="1709" actId="164"/>
          <ac:grpSpMkLst>
            <pc:docMk/>
            <pc:sldMk cId="17613043" sldId="2147483173"/>
            <ac:grpSpMk id="7" creationId="{BA71F398-C43E-68B9-0949-AB4093870CE9}"/>
          </ac:grpSpMkLst>
        </pc:grpChg>
        <pc:grpChg chg="mod">
          <ac:chgData name="Mohamed Ali" userId="c0c10aba-c922-46fb-868a-1a879be00c0a" providerId="ADAL" clId="{DDBD1064-CDC2-4472-9EF9-077D90B3AADC}" dt="2025-09-01T10:23:55.160" v="1709" actId="164"/>
          <ac:grpSpMkLst>
            <pc:docMk/>
            <pc:sldMk cId="17613043" sldId="2147483173"/>
            <ac:grpSpMk id="12" creationId="{B4A249E2-62A9-7319-A4C7-13DB44EC8F77}"/>
          </ac:grpSpMkLst>
        </pc:grpChg>
        <pc:grpChg chg="add mod">
          <ac:chgData name="Mohamed Ali" userId="c0c10aba-c922-46fb-868a-1a879be00c0a" providerId="ADAL" clId="{DDBD1064-CDC2-4472-9EF9-077D90B3AADC}" dt="2025-09-01T13:01:34.427" v="3473" actId="14100"/>
          <ac:grpSpMkLst>
            <pc:docMk/>
            <pc:sldMk cId="17613043" sldId="2147483173"/>
            <ac:grpSpMk id="15" creationId="{1F4B003D-8F78-BB9E-E29C-DA2512B04659}"/>
          </ac:grpSpMkLst>
        </pc:grpChg>
        <pc:grpChg chg="add mod">
          <ac:chgData name="Mohamed Ali" userId="c0c10aba-c922-46fb-868a-1a879be00c0a" providerId="ADAL" clId="{DDBD1064-CDC2-4472-9EF9-077D90B3AADC}" dt="2025-09-01T13:01:04.699" v="3463" actId="14100"/>
          <ac:grpSpMkLst>
            <pc:docMk/>
            <pc:sldMk cId="17613043" sldId="2147483173"/>
            <ac:grpSpMk id="33" creationId="{78E0EFF8-C0C9-7C1F-7161-211E6169887E}"/>
          </ac:grpSpMkLst>
        </pc:grpChg>
        <pc:grpChg chg="add mod">
          <ac:chgData name="Mohamed Ali" userId="c0c10aba-c922-46fb-868a-1a879be00c0a" providerId="ADAL" clId="{DDBD1064-CDC2-4472-9EF9-077D90B3AADC}" dt="2025-09-01T13:01:09.265" v="3465" actId="14100"/>
          <ac:grpSpMkLst>
            <pc:docMk/>
            <pc:sldMk cId="17613043" sldId="2147483173"/>
            <ac:grpSpMk id="34" creationId="{15406BCA-CCB6-6610-718B-73B7105C46AF}"/>
          </ac:grpSpMkLst>
        </pc:grpChg>
        <pc:grpChg chg="add mod">
          <ac:chgData name="Mohamed Ali" userId="c0c10aba-c922-46fb-868a-1a879be00c0a" providerId="ADAL" clId="{DDBD1064-CDC2-4472-9EF9-077D90B3AADC}" dt="2025-09-01T13:01:16.235" v="3468" actId="1076"/>
          <ac:grpSpMkLst>
            <pc:docMk/>
            <pc:sldMk cId="17613043" sldId="2147483173"/>
            <ac:grpSpMk id="35" creationId="{16A0CAB1-4E84-EDD6-BF89-29058FC472EA}"/>
          </ac:grpSpMkLst>
        </pc:grpChg>
        <pc:grpChg chg="mod">
          <ac:chgData name="Mohamed Ali" userId="c0c10aba-c922-46fb-868a-1a879be00c0a" providerId="ADAL" clId="{DDBD1064-CDC2-4472-9EF9-077D90B3AADC}" dt="2025-09-01T12:09:23.964" v="3086" actId="164"/>
          <ac:grpSpMkLst>
            <pc:docMk/>
            <pc:sldMk cId="17613043" sldId="2147483173"/>
            <ac:grpSpMk id="54" creationId="{2BAFEFBE-C556-2DC3-BAA7-E821E48DCD99}"/>
          </ac:grpSpMkLst>
        </pc:grpChg>
        <pc:grpChg chg="mod">
          <ac:chgData name="Mohamed Ali" userId="c0c10aba-c922-46fb-868a-1a879be00c0a" providerId="ADAL" clId="{DDBD1064-CDC2-4472-9EF9-077D90B3AADC}" dt="2025-09-01T12:09:07.082" v="3082" actId="164"/>
          <ac:grpSpMkLst>
            <pc:docMk/>
            <pc:sldMk cId="17613043" sldId="2147483173"/>
            <ac:grpSpMk id="55" creationId="{69308A3B-D846-3B5B-D229-074898846302}"/>
          </ac:grpSpMkLst>
        </pc:grpChg>
        <pc:grpChg chg="mod">
          <ac:chgData name="Mohamed Ali" userId="c0c10aba-c922-46fb-868a-1a879be00c0a" providerId="ADAL" clId="{DDBD1064-CDC2-4472-9EF9-077D90B3AADC}" dt="2025-09-01T12:09:12.156" v="3083" actId="164"/>
          <ac:grpSpMkLst>
            <pc:docMk/>
            <pc:sldMk cId="17613043" sldId="2147483173"/>
            <ac:grpSpMk id="144" creationId="{52027B26-D4B1-B811-F6F0-07B8367FE4B7}"/>
          </ac:grpSpMkLst>
        </pc:grpChg>
        <pc:grpChg chg="mod ord">
          <ac:chgData name="Mohamed Ali" userId="c0c10aba-c922-46fb-868a-1a879be00c0a" providerId="ADAL" clId="{DDBD1064-CDC2-4472-9EF9-077D90B3AADC}" dt="2025-09-01T10:51:55.938" v="2081" actId="164"/>
          <ac:grpSpMkLst>
            <pc:docMk/>
            <pc:sldMk cId="17613043" sldId="2147483173"/>
            <ac:grpSpMk id="172" creationId="{5421E7D7-0F3B-CC72-5119-10E0B221DA2C}"/>
          </ac:grpSpMkLst>
        </pc:grpChg>
        <pc:grpChg chg="mod">
          <ac:chgData name="Mohamed Ali" userId="c0c10aba-c922-46fb-868a-1a879be00c0a" providerId="ADAL" clId="{DDBD1064-CDC2-4472-9EF9-077D90B3AADC}" dt="2025-09-01T10:51:55.938" v="2081" actId="164"/>
          <ac:grpSpMkLst>
            <pc:docMk/>
            <pc:sldMk cId="17613043" sldId="2147483173"/>
            <ac:grpSpMk id="174" creationId="{58977928-88A8-0AA0-3D48-A3B8B161D2F8}"/>
          </ac:grpSpMkLst>
        </pc:grpChg>
        <pc:grpChg chg="mod">
          <ac:chgData name="Mohamed Ali" userId="c0c10aba-c922-46fb-868a-1a879be00c0a" providerId="ADAL" clId="{DDBD1064-CDC2-4472-9EF9-077D90B3AADC}" dt="2025-09-01T12:09:15.884" v="3084" actId="164"/>
          <ac:grpSpMkLst>
            <pc:docMk/>
            <pc:sldMk cId="17613043" sldId="2147483173"/>
            <ac:grpSpMk id="195" creationId="{3B5E72A4-4F26-5523-7A4E-13AB46A7E5D1}"/>
          </ac:grpSpMkLst>
        </pc:grpChg>
        <pc:grpChg chg="mod">
          <ac:chgData name="Mohamed Ali" userId="c0c10aba-c922-46fb-868a-1a879be00c0a" providerId="ADAL" clId="{DDBD1064-CDC2-4472-9EF9-077D90B3AADC}" dt="2025-09-01T12:09:19.749" v="3085" actId="164"/>
          <ac:grpSpMkLst>
            <pc:docMk/>
            <pc:sldMk cId="17613043" sldId="2147483173"/>
            <ac:grpSpMk id="222" creationId="{74BF92DB-F169-D918-CD8F-2964F6E2042A}"/>
          </ac:grpSpMkLst>
        </pc:grpChg>
        <pc:picChg chg="add mod">
          <ac:chgData name="Mohamed Ali" userId="c0c10aba-c922-46fb-868a-1a879be00c0a" providerId="ADAL" clId="{DDBD1064-CDC2-4472-9EF9-077D90B3AADC}" dt="2025-09-02T08:24:48.844" v="5380" actId="1076"/>
          <ac:picMkLst>
            <pc:docMk/>
            <pc:sldMk cId="17613043" sldId="2147483173"/>
            <ac:picMk id="11" creationId="{EECEB2D4-A479-190A-A229-37EC9BBDD19A}"/>
          </ac:picMkLst>
        </pc:picChg>
        <pc:picChg chg="add mod">
          <ac:chgData name="Mohamed Ali" userId="c0c10aba-c922-46fb-868a-1a879be00c0a" providerId="ADAL" clId="{DDBD1064-CDC2-4472-9EF9-077D90B3AADC}" dt="2025-09-01T09:14:21.670" v="1629"/>
          <ac:picMkLst>
            <pc:docMk/>
            <pc:sldMk cId="17613043" sldId="2147483173"/>
            <ac:picMk id="14" creationId="{1C82AEFC-2D18-807C-AAC4-CD251F21A587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2974246679" sldId="2147483175"/>
        </pc:sldMkLst>
        <pc:spChg chg="add mod">
          <ac:chgData name="Mohamed Ali" userId="c0c10aba-c922-46fb-868a-1a879be00c0a" providerId="ADAL" clId="{DDBD1064-CDC2-4472-9EF9-077D90B3AADC}" dt="2025-09-01T12:47:08.108" v="3294"/>
          <ac:spMkLst>
            <pc:docMk/>
            <pc:sldMk cId="2974246679" sldId="2147483175"/>
            <ac:spMk id="4" creationId="{C0DA3293-1EC5-7283-AFB6-6D95076FF810}"/>
          </ac:spMkLst>
        </pc:spChg>
        <pc:spChg chg="add mod">
          <ac:chgData name="Mohamed Ali" userId="c0c10aba-c922-46fb-868a-1a879be00c0a" providerId="ADAL" clId="{DDBD1064-CDC2-4472-9EF9-077D90B3AADC}" dt="2025-09-01T11:00:05.273" v="2169" actId="164"/>
          <ac:spMkLst>
            <pc:docMk/>
            <pc:sldMk cId="2974246679" sldId="2147483175"/>
            <ac:spMk id="5" creationId="{5F167BC2-FDA7-8B46-B388-F981E70225A2}"/>
          </ac:spMkLst>
        </pc:spChg>
        <pc:spChg chg="add mod">
          <ac:chgData name="Mohamed Ali" userId="c0c10aba-c922-46fb-868a-1a879be00c0a" providerId="ADAL" clId="{DDBD1064-CDC2-4472-9EF9-077D90B3AADC}" dt="2025-09-01T11:00:05.273" v="2169" actId="164"/>
          <ac:spMkLst>
            <pc:docMk/>
            <pc:sldMk cId="2974246679" sldId="2147483175"/>
            <ac:spMk id="6" creationId="{607C7071-659C-A714-9C9B-B2499BE119E5}"/>
          </ac:spMkLst>
        </pc:spChg>
        <pc:spChg chg="add mod">
          <ac:chgData name="Mohamed Ali" userId="c0c10aba-c922-46fb-868a-1a879be00c0a" providerId="ADAL" clId="{DDBD1064-CDC2-4472-9EF9-077D90B3AADC}" dt="2025-09-01T11:02:08.871" v="2249" actId="207"/>
          <ac:spMkLst>
            <pc:docMk/>
            <pc:sldMk cId="2974246679" sldId="2147483175"/>
            <ac:spMk id="8" creationId="{3EED3FF0-841F-09F2-6E5F-5C171F40F9DB}"/>
          </ac:spMkLst>
        </pc:spChg>
        <pc:spChg chg="mod">
          <ac:chgData name="Mohamed Ali" userId="c0c10aba-c922-46fb-868a-1a879be00c0a" providerId="ADAL" clId="{DDBD1064-CDC2-4472-9EF9-077D90B3AADC}" dt="2025-09-01T10:57:10.713" v="2138"/>
          <ac:spMkLst>
            <pc:docMk/>
            <pc:sldMk cId="2974246679" sldId="2147483175"/>
            <ac:spMk id="10" creationId="{944A7E08-4496-8B8F-D567-552615AC6E18}"/>
          </ac:spMkLst>
        </pc:spChg>
        <pc:spChg chg="mod">
          <ac:chgData name="Mohamed Ali" userId="c0c10aba-c922-46fb-868a-1a879be00c0a" providerId="ADAL" clId="{DDBD1064-CDC2-4472-9EF9-077D90B3AADC}" dt="2025-09-01T13:18:26.467" v="3709"/>
          <ac:spMkLst>
            <pc:docMk/>
            <pc:sldMk cId="2974246679" sldId="2147483175"/>
            <ac:spMk id="11" creationId="{092EA0C9-2ECB-9D67-4661-5B9DFE5DAE90}"/>
          </ac:spMkLst>
        </pc:spChg>
        <pc:spChg chg="add mod">
          <ac:chgData name="Mohamed Ali" userId="c0c10aba-c922-46fb-868a-1a879be00c0a" providerId="ADAL" clId="{DDBD1064-CDC2-4472-9EF9-077D90B3AADC}" dt="2025-09-01T11:02:08.871" v="2249" actId="207"/>
          <ac:spMkLst>
            <pc:docMk/>
            <pc:sldMk cId="2974246679" sldId="2147483175"/>
            <ac:spMk id="12" creationId="{6B862B86-DFB9-407C-FE84-4A050659E768}"/>
          </ac:spMkLst>
        </pc:spChg>
        <pc:spChg chg="mod">
          <ac:chgData name="Mohamed Ali" userId="c0c10aba-c922-46fb-868a-1a879be00c0a" providerId="ADAL" clId="{DDBD1064-CDC2-4472-9EF9-077D90B3AADC}" dt="2025-09-01T11:02:08.871" v="2249" actId="207"/>
          <ac:spMkLst>
            <pc:docMk/>
            <pc:sldMk cId="2974246679" sldId="2147483175"/>
            <ac:spMk id="13" creationId="{841A4B25-0117-23B3-631A-C611DA48B485}"/>
          </ac:spMkLst>
        </pc:spChg>
        <pc:spChg chg="mod">
          <ac:chgData name="Mohamed Ali" userId="c0c10aba-c922-46fb-868a-1a879be00c0a" providerId="ADAL" clId="{DDBD1064-CDC2-4472-9EF9-077D90B3AADC}" dt="2025-09-01T11:02:08.871" v="2249" actId="207"/>
          <ac:spMkLst>
            <pc:docMk/>
            <pc:sldMk cId="2974246679" sldId="2147483175"/>
            <ac:spMk id="14" creationId="{76410295-03DE-CC8E-51B8-F8034EA27866}"/>
          </ac:spMkLst>
        </pc:spChg>
        <pc:spChg chg="add mod">
          <ac:chgData name="Mohamed Ali" userId="c0c10aba-c922-46fb-868a-1a879be00c0a" providerId="ADAL" clId="{DDBD1064-CDC2-4472-9EF9-077D90B3AADC}" dt="2025-09-01T13:18:12.838" v="3705"/>
          <ac:spMkLst>
            <pc:docMk/>
            <pc:sldMk cId="2974246679" sldId="2147483175"/>
            <ac:spMk id="16" creationId="{2D5D22D9-7FF2-DC56-D79B-A870397ACCEE}"/>
          </ac:spMkLst>
        </pc:spChg>
        <pc:spChg chg="add mod">
          <ac:chgData name="Mohamed Ali" userId="c0c10aba-c922-46fb-868a-1a879be00c0a" providerId="ADAL" clId="{DDBD1064-CDC2-4472-9EF9-077D90B3AADC}" dt="2025-09-01T13:18:19.037" v="3707"/>
          <ac:spMkLst>
            <pc:docMk/>
            <pc:sldMk cId="2974246679" sldId="2147483175"/>
            <ac:spMk id="17" creationId="{BCED4A8D-00E3-90B4-2FE6-699C5EEF8B72}"/>
          </ac:spMkLst>
        </pc:spChg>
        <pc:spChg chg="add mod">
          <ac:chgData name="Mohamed Ali" userId="c0c10aba-c922-46fb-868a-1a879be00c0a" providerId="ADAL" clId="{DDBD1064-CDC2-4472-9EF9-077D90B3AADC}" dt="2025-09-01T13:18:06.042" v="3703"/>
          <ac:spMkLst>
            <pc:docMk/>
            <pc:sldMk cId="2974246679" sldId="2147483175"/>
            <ac:spMk id="18" creationId="{1A541475-916F-FA43-4466-0D1739B66342}"/>
          </ac:spMkLst>
        </pc:spChg>
        <pc:spChg chg="add mod">
          <ac:chgData name="Mohamed Ali" userId="c0c10aba-c922-46fb-868a-1a879be00c0a" providerId="ADAL" clId="{DDBD1064-CDC2-4472-9EF9-077D90B3AADC}" dt="2025-09-01T12:47:08.108" v="3294"/>
          <ac:spMkLst>
            <pc:docMk/>
            <pc:sldMk cId="2974246679" sldId="2147483175"/>
            <ac:spMk id="23" creationId="{09B52F0B-57EB-3BD7-D340-8CEAB10CBD66}"/>
          </ac:spMkLst>
        </pc:spChg>
        <pc:spChg chg="add mod">
          <ac:chgData name="Mohamed Ali" userId="c0c10aba-c922-46fb-868a-1a879be00c0a" providerId="ADAL" clId="{DDBD1064-CDC2-4472-9EF9-077D90B3AADC}" dt="2025-09-01T12:47:08.108" v="3294"/>
          <ac:spMkLst>
            <pc:docMk/>
            <pc:sldMk cId="2974246679" sldId="2147483175"/>
            <ac:spMk id="25" creationId="{92684359-46B6-7841-8899-4186C1064C94}"/>
          </ac:spMkLst>
        </pc:spChg>
        <pc:spChg chg="add mod">
          <ac:chgData name="Mohamed Ali" userId="c0c10aba-c922-46fb-868a-1a879be00c0a" providerId="ADAL" clId="{DDBD1064-CDC2-4472-9EF9-077D90B3AADC}" dt="2025-09-01T11:06:12.522" v="2426"/>
          <ac:spMkLst>
            <pc:docMk/>
            <pc:sldMk cId="2974246679" sldId="2147483175"/>
            <ac:spMk id="26" creationId="{55ED671A-4A7A-85DD-BE19-C1A7A0BC49BC}"/>
          </ac:spMkLst>
        </pc:spChg>
        <pc:spChg chg="mod">
          <ac:chgData name="Mohamed Ali" userId="c0c10aba-c922-46fb-868a-1a879be00c0a" providerId="ADAL" clId="{DDBD1064-CDC2-4472-9EF9-077D90B3AADC}" dt="2025-09-01T11:01:22.874" v="2242" actId="207"/>
          <ac:spMkLst>
            <pc:docMk/>
            <pc:sldMk cId="2974246679" sldId="2147483175"/>
            <ac:spMk id="29" creationId="{118A40F0-9617-ADE3-2A94-8D645E42815B}"/>
          </ac:spMkLst>
        </pc:spChg>
        <pc:spChg chg="mod">
          <ac:chgData name="Mohamed Ali" userId="c0c10aba-c922-46fb-868a-1a879be00c0a" providerId="ADAL" clId="{DDBD1064-CDC2-4472-9EF9-077D90B3AADC}" dt="2025-09-01T07:53:25.221" v="1011"/>
          <ac:spMkLst>
            <pc:docMk/>
            <pc:sldMk cId="2974246679" sldId="2147483175"/>
            <ac:spMk id="30" creationId="{1C25842C-2A7C-BB9D-85D9-B9AB8AA338CE}"/>
          </ac:spMkLst>
        </pc:spChg>
        <pc:spChg chg="mod">
          <ac:chgData name="Mohamed Ali" userId="c0c10aba-c922-46fb-868a-1a879be00c0a" providerId="ADAL" clId="{DDBD1064-CDC2-4472-9EF9-077D90B3AADC}" dt="2025-09-01T13:18:35.920" v="3729" actId="20577"/>
          <ac:spMkLst>
            <pc:docMk/>
            <pc:sldMk cId="2974246679" sldId="2147483175"/>
            <ac:spMk id="31" creationId="{9C7593BD-A843-7C95-3ECD-28E78B1F4458}"/>
          </ac:spMkLst>
        </pc:spChg>
        <pc:spChg chg="add mod">
          <ac:chgData name="Mohamed Ali" userId="c0c10aba-c922-46fb-868a-1a879be00c0a" providerId="ADAL" clId="{DDBD1064-CDC2-4472-9EF9-077D90B3AADC}" dt="2025-09-01T13:38:15.109" v="4105" actId="20577"/>
          <ac:spMkLst>
            <pc:docMk/>
            <pc:sldMk cId="2974246679" sldId="2147483175"/>
            <ac:spMk id="50" creationId="{C7C01A1D-279D-F2D3-05DD-20E05D67A8C0}"/>
          </ac:spMkLst>
        </pc:spChg>
        <pc:spChg chg="add del mod">
          <ac:chgData name="Mohamed Ali" userId="c0c10aba-c922-46fb-868a-1a879be00c0a" providerId="ADAL" clId="{DDBD1064-CDC2-4472-9EF9-077D90B3AADC}" dt="2025-09-02T07:29:01.208" v="5136" actId="12084"/>
          <ac:spMkLst>
            <pc:docMk/>
            <pc:sldMk cId="2974246679" sldId="2147483175"/>
            <ac:spMk id="51" creationId="{959C3E2D-7513-AA1E-4E27-BBC2A63E0A25}"/>
          </ac:spMkLst>
        </pc:spChg>
        <pc:spChg chg="add del mod">
          <ac:chgData name="Mohamed Ali" userId="c0c10aba-c922-46fb-868a-1a879be00c0a" providerId="ADAL" clId="{DDBD1064-CDC2-4472-9EF9-077D90B3AADC}" dt="2025-09-02T07:17:59.923" v="5021" actId="478"/>
          <ac:spMkLst>
            <pc:docMk/>
            <pc:sldMk cId="2974246679" sldId="2147483175"/>
            <ac:spMk id="52" creationId="{EE7BD9B4-9348-AF00-1B5E-2066D63E33CE}"/>
          </ac:spMkLst>
        </pc:spChg>
        <pc:spChg chg="add mod">
          <ac:chgData name="Mohamed Ali" userId="c0c10aba-c922-46fb-868a-1a879be00c0a" providerId="ADAL" clId="{DDBD1064-CDC2-4472-9EF9-077D90B3AADC}" dt="2025-09-02T06:50:51.126" v="4732"/>
          <ac:spMkLst>
            <pc:docMk/>
            <pc:sldMk cId="2974246679" sldId="2147483175"/>
            <ac:spMk id="53" creationId="{E964FA67-8CB4-FDA3-E2A0-8B1EF6363408}"/>
          </ac:spMkLst>
        </pc:spChg>
        <pc:spChg chg="add mod">
          <ac:chgData name="Mohamed Ali" userId="c0c10aba-c922-46fb-868a-1a879be00c0a" providerId="ADAL" clId="{DDBD1064-CDC2-4472-9EF9-077D90B3AADC}" dt="2025-09-02T07:18:00.297" v="5022"/>
          <ac:spMkLst>
            <pc:docMk/>
            <pc:sldMk cId="2974246679" sldId="2147483175"/>
            <ac:spMk id="54" creationId="{17BDB354-C1A8-DB44-6C78-0A84477FF3AB}"/>
          </ac:spMkLst>
        </pc:spChg>
        <pc:spChg chg="add mod">
          <ac:chgData name="Mohamed Ali" userId="c0c10aba-c922-46fb-868a-1a879be00c0a" providerId="ADAL" clId="{DDBD1064-CDC2-4472-9EF9-077D90B3AADC}" dt="2025-09-02T07:19:15.156" v="5043" actId="20577"/>
          <ac:spMkLst>
            <pc:docMk/>
            <pc:sldMk cId="2974246679" sldId="2147483175"/>
            <ac:spMk id="55" creationId="{E771DC08-074E-0115-8516-D8228FA08F23}"/>
          </ac:spMkLst>
        </pc:spChg>
        <pc:spChg chg="add del mod">
          <ac:chgData name="Mohamed Ali" userId="c0c10aba-c922-46fb-868a-1a879be00c0a" providerId="ADAL" clId="{DDBD1064-CDC2-4472-9EF9-077D90B3AADC}" dt="2025-09-02T07:22:27.484" v="5069" actId="478"/>
          <ac:spMkLst>
            <pc:docMk/>
            <pc:sldMk cId="2974246679" sldId="2147483175"/>
            <ac:spMk id="56" creationId="{2CDB2C27-B778-7B5C-1B65-A268BFD91AF6}"/>
          </ac:spMkLst>
        </pc:spChg>
        <pc:spChg chg="add mod">
          <ac:chgData name="Mohamed Ali" userId="c0c10aba-c922-46fb-868a-1a879be00c0a" providerId="ADAL" clId="{DDBD1064-CDC2-4472-9EF9-077D90B3AADC}" dt="2025-09-02T07:18:47.979" v="5025"/>
          <ac:spMkLst>
            <pc:docMk/>
            <pc:sldMk cId="2974246679" sldId="2147483175"/>
            <ac:spMk id="57" creationId="{48DAF3ED-D2F2-397A-F5F8-9C46FC9E7D9E}"/>
          </ac:spMkLst>
        </pc:spChg>
        <pc:grpChg chg="mod">
          <ac:chgData name="Mohamed Ali" userId="c0c10aba-c922-46fb-868a-1a879be00c0a" providerId="ADAL" clId="{DDBD1064-CDC2-4472-9EF9-077D90B3AADC}" dt="2025-09-01T10:57:46.706" v="2142" actId="1076"/>
          <ac:grpSpMkLst>
            <pc:docMk/>
            <pc:sldMk cId="2974246679" sldId="2147483175"/>
            <ac:grpSpMk id="9" creationId="{76CEFB69-9CE9-82A6-2369-04D8494E0581}"/>
          </ac:grpSpMkLst>
        </pc:grpChg>
        <pc:graphicFrameChg chg="add mod modGraphic">
          <ac:chgData name="Mohamed Ali" userId="c0c10aba-c922-46fb-868a-1a879be00c0a" providerId="ADAL" clId="{DDBD1064-CDC2-4472-9EF9-077D90B3AADC}" dt="2025-09-02T07:30:16.359" v="5161" actId="12100"/>
          <ac:graphicFrameMkLst>
            <pc:docMk/>
            <pc:sldMk cId="2974246679" sldId="2147483175"/>
            <ac:graphicFrameMk id="58" creationId="{1DBF8814-85CD-ADEC-BD19-866F9C5ACB12}"/>
          </ac:graphicFrameMkLst>
        </pc:graphicFrameChg>
        <pc:graphicFrameChg chg="add del modGraphic">
          <ac:chgData name="Mohamed Ali" userId="c0c10aba-c922-46fb-868a-1a879be00c0a" providerId="ADAL" clId="{DDBD1064-CDC2-4472-9EF9-077D90B3AADC}" dt="2025-09-02T07:28:51.896" v="5135" actId="478"/>
          <ac:graphicFrameMkLst>
            <pc:docMk/>
            <pc:sldMk cId="2974246679" sldId="2147483175"/>
            <ac:graphicFrameMk id="59" creationId="{0BB9DDAF-18D0-6D1A-F434-DD0C33BC87E4}"/>
          </ac:graphicFrameMkLst>
        </pc:graphicFrameChg>
        <pc:graphicFrameChg chg="add mod modGraphic">
          <ac:chgData name="Mohamed Ali" userId="c0c10aba-c922-46fb-868a-1a879be00c0a" providerId="ADAL" clId="{DDBD1064-CDC2-4472-9EF9-077D90B3AADC}" dt="2025-09-02T07:30:10.932" v="5160" actId="12100"/>
          <ac:graphicFrameMkLst>
            <pc:docMk/>
            <pc:sldMk cId="2974246679" sldId="2147483175"/>
            <ac:graphicFrameMk id="60" creationId="{2A178C5C-BA5A-1118-C94A-3BC17790643C}"/>
          </ac:graphicFrameMkLst>
        </pc:graphicFrameChg>
        <pc:picChg chg="add mod">
          <ac:chgData name="Mohamed Ali" userId="c0c10aba-c922-46fb-868a-1a879be00c0a" providerId="ADAL" clId="{DDBD1064-CDC2-4472-9EF9-077D90B3AADC}" dt="2025-09-01T09:14:49.114" v="1640"/>
          <ac:picMkLst>
            <pc:docMk/>
            <pc:sldMk cId="2974246679" sldId="2147483175"/>
            <ac:picMk id="2" creationId="{EF5EA684-D8E8-D645-2AE0-84451DD79188}"/>
          </ac:picMkLst>
        </pc:picChg>
      </pc:sldChg>
      <pc:sldChg chg="modSp del mod">
        <pc:chgData name="Mohamed Ali" userId="c0c10aba-c922-46fb-868a-1a879be00c0a" providerId="ADAL" clId="{DDBD1064-CDC2-4472-9EF9-077D90B3AADC}" dt="2025-09-01T07:39:16.062" v="819" actId="47"/>
        <pc:sldMkLst>
          <pc:docMk/>
          <pc:sldMk cId="3915285991" sldId="2147483176"/>
        </pc:sldMkLst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0" sldId="2147483177"/>
        </pc:sldMkLst>
        <pc:spChg chg="add mod">
          <ac:chgData name="Mohamed Ali" userId="c0c10aba-c922-46fb-868a-1a879be00c0a" providerId="ADAL" clId="{DDBD1064-CDC2-4472-9EF9-077D90B3AADC}" dt="2025-09-01T11:05:58.062" v="2418"/>
          <ac:spMkLst>
            <pc:docMk/>
            <pc:sldMk cId="0" sldId="2147483177"/>
            <ac:spMk id="3" creationId="{AD6E2883-C4BA-A705-7A13-15202B94B1CD}"/>
          </ac:spMkLst>
        </pc:spChg>
        <pc:spChg chg="add mod">
          <ac:chgData name="Mohamed Ali" userId="c0c10aba-c922-46fb-868a-1a879be00c0a" providerId="ADAL" clId="{DDBD1064-CDC2-4472-9EF9-077D90B3AADC}" dt="2025-09-02T06:50:22.050" v="4710" actId="207"/>
          <ac:spMkLst>
            <pc:docMk/>
            <pc:sldMk cId="0" sldId="2147483177"/>
            <ac:spMk id="4" creationId="{B45426EF-66D1-D0A9-EDBC-E88C2DB547CD}"/>
          </ac:spMkLst>
        </pc:spChg>
        <pc:spChg chg="add mod">
          <ac:chgData name="Mohamed Ali" userId="c0c10aba-c922-46fb-868a-1a879be00c0a" providerId="ADAL" clId="{DDBD1064-CDC2-4472-9EF9-077D90B3AADC}" dt="2025-09-01T12:47:05.174" v="3290"/>
          <ac:spMkLst>
            <pc:docMk/>
            <pc:sldMk cId="0" sldId="2147483177"/>
            <ac:spMk id="7" creationId="{B14DCADB-C8EC-371B-7B0E-7585EC06185C}"/>
          </ac:spMkLst>
        </pc:spChg>
        <pc:spChg chg="add mod">
          <ac:chgData name="Mohamed Ali" userId="c0c10aba-c922-46fb-868a-1a879be00c0a" providerId="ADAL" clId="{DDBD1064-CDC2-4472-9EF9-077D90B3AADC}" dt="2025-09-01T12:47:05.174" v="3290"/>
          <ac:spMkLst>
            <pc:docMk/>
            <pc:sldMk cId="0" sldId="2147483177"/>
            <ac:spMk id="8" creationId="{945D1902-1ADA-0AD3-E5D0-487523BA25DF}"/>
          </ac:spMkLst>
        </pc:spChg>
        <pc:spChg chg="add mod">
          <ac:chgData name="Mohamed Ali" userId="c0c10aba-c922-46fb-868a-1a879be00c0a" providerId="ADAL" clId="{DDBD1064-CDC2-4472-9EF9-077D90B3AADC}" dt="2025-09-01T12:47:05.174" v="3290"/>
          <ac:spMkLst>
            <pc:docMk/>
            <pc:sldMk cId="0" sldId="2147483177"/>
            <ac:spMk id="9" creationId="{6D06D7C5-08A7-37A3-3840-21305196958A}"/>
          </ac:spMkLst>
        </pc:spChg>
        <pc:spChg chg="mod">
          <ac:chgData name="Mohamed Ali" userId="c0c10aba-c922-46fb-868a-1a879be00c0a" providerId="ADAL" clId="{DDBD1064-CDC2-4472-9EF9-077D90B3AADC}" dt="2025-09-01T13:05:33.198" v="3507" actId="207"/>
          <ac:spMkLst>
            <pc:docMk/>
            <pc:sldMk cId="0" sldId="2147483177"/>
            <ac:spMk id="31" creationId="{E890BA0B-8B8B-FB7D-5365-F9B0C99E2F7C}"/>
          </ac:spMkLst>
        </pc:spChg>
        <pc:spChg chg="mod">
          <ac:chgData name="Mohamed Ali" userId="c0c10aba-c922-46fb-868a-1a879be00c0a" providerId="ADAL" clId="{DDBD1064-CDC2-4472-9EF9-077D90B3AADC}" dt="2025-09-01T07:48:38.985" v="958" actId="113"/>
          <ac:spMkLst>
            <pc:docMk/>
            <pc:sldMk cId="0" sldId="2147483177"/>
            <ac:spMk id="32" creationId="{415CBA4D-6135-3B75-4DD2-F06594A1CEAD}"/>
          </ac:spMkLst>
        </pc:spChg>
        <pc:spChg chg="mod">
          <ac:chgData name="Mohamed Ali" userId="c0c10aba-c922-46fb-868a-1a879be00c0a" providerId="ADAL" clId="{DDBD1064-CDC2-4472-9EF9-077D90B3AADC}" dt="2025-09-01T13:10:30.627" v="3572" actId="20577"/>
          <ac:spMkLst>
            <pc:docMk/>
            <pc:sldMk cId="0" sldId="2147483177"/>
            <ac:spMk id="58" creationId="{8F491FB9-F766-C254-7989-C467624569C3}"/>
          </ac:spMkLst>
        </pc:spChg>
        <pc:spChg chg="mod">
          <ac:chgData name="Mohamed Ali" userId="c0c10aba-c922-46fb-868a-1a879be00c0a" providerId="ADAL" clId="{DDBD1064-CDC2-4472-9EF9-077D90B3AADC}" dt="2025-09-01T13:10:06.081" v="3562" actId="20577"/>
          <ac:spMkLst>
            <pc:docMk/>
            <pc:sldMk cId="0" sldId="2147483177"/>
            <ac:spMk id="60" creationId="{101C7031-D921-9545-1090-A8B667CD7C6A}"/>
          </ac:spMkLst>
        </pc:spChg>
        <pc:spChg chg="add del mod">
          <ac:chgData name="Mohamed Ali" userId="c0c10aba-c922-46fb-868a-1a879be00c0a" providerId="ADAL" clId="{DDBD1064-CDC2-4472-9EF9-077D90B3AADC}" dt="2025-09-01T13:10:04.735" v="3561" actId="20577"/>
          <ac:spMkLst>
            <pc:docMk/>
            <pc:sldMk cId="0" sldId="2147483177"/>
            <ac:spMk id="61" creationId="{1E23561B-7E34-BE19-0ED6-32E63E792BD6}"/>
          </ac:spMkLst>
        </pc:spChg>
        <pc:spChg chg="add del mod">
          <ac:chgData name="Mohamed Ali" userId="c0c10aba-c922-46fb-868a-1a879be00c0a" providerId="ADAL" clId="{DDBD1064-CDC2-4472-9EF9-077D90B3AADC}" dt="2025-09-02T06:12:38.078" v="4182" actId="12"/>
          <ac:spMkLst>
            <pc:docMk/>
            <pc:sldMk cId="0" sldId="2147483177"/>
            <ac:spMk id="62" creationId="{F463B1A1-6389-B409-4E61-210D24EDC1CD}"/>
          </ac:spMkLst>
        </pc:spChg>
        <pc:picChg chg="add mod">
          <ac:chgData name="Mohamed Ali" userId="c0c10aba-c922-46fb-868a-1a879be00c0a" providerId="ADAL" clId="{DDBD1064-CDC2-4472-9EF9-077D90B3AADC}" dt="2025-09-01T09:14:24.548" v="1631"/>
          <ac:picMkLst>
            <pc:docMk/>
            <pc:sldMk cId="0" sldId="2147483177"/>
            <ac:picMk id="6" creationId="{89A8294C-717D-F0CA-6426-615BBBBF34CD}"/>
          </ac:picMkLst>
        </pc:picChg>
        <pc:picChg chg="mod">
          <ac:chgData name="Mohamed Ali" userId="c0c10aba-c922-46fb-868a-1a879be00c0a" providerId="ADAL" clId="{DDBD1064-CDC2-4472-9EF9-077D90B3AADC}" dt="2025-09-01T13:08:18.592" v="3516"/>
          <ac:picMkLst>
            <pc:docMk/>
            <pc:sldMk cId="0" sldId="2147483177"/>
            <ac:picMk id="1026" creationId="{A2824773-F8F4-D10C-5BDE-EBFEBC684AB6}"/>
          </ac:picMkLst>
        </pc:picChg>
        <pc:cxnChg chg="mod">
          <ac:chgData name="Mohamed Ali" userId="c0c10aba-c922-46fb-868a-1a879be00c0a" providerId="ADAL" clId="{DDBD1064-CDC2-4472-9EF9-077D90B3AADC}" dt="2025-09-01T13:06:39.656" v="3513" actId="208"/>
          <ac:cxnSpMkLst>
            <pc:docMk/>
            <pc:sldMk cId="0" sldId="2147483177"/>
            <ac:cxnSpMk id="2" creationId="{A5373B90-421C-EC2F-788E-E9E7CE71E7DC}"/>
          </ac:cxnSpMkLst>
        </pc:cxnChg>
        <pc:cxnChg chg="mod">
          <ac:chgData name="Mohamed Ali" userId="c0c10aba-c922-46fb-868a-1a879be00c0a" providerId="ADAL" clId="{DDBD1064-CDC2-4472-9EF9-077D90B3AADC}" dt="2025-09-01T13:06:39.656" v="3513" actId="208"/>
          <ac:cxnSpMkLst>
            <pc:docMk/>
            <pc:sldMk cId="0" sldId="2147483177"/>
            <ac:cxnSpMk id="20" creationId="{74989FB5-8FD0-33D1-72F1-20D3F3372E11}"/>
          </ac:cxnSpMkLst>
        </pc:cxnChg>
        <pc:cxnChg chg="mod">
          <ac:chgData name="Mohamed Ali" userId="c0c10aba-c922-46fb-868a-1a879be00c0a" providerId="ADAL" clId="{DDBD1064-CDC2-4472-9EF9-077D90B3AADC}" dt="2025-09-01T13:06:39.656" v="3513" actId="208"/>
          <ac:cxnSpMkLst>
            <pc:docMk/>
            <pc:sldMk cId="0" sldId="2147483177"/>
            <ac:cxnSpMk id="21" creationId="{5ED26F9C-8785-192E-77DA-05AD262B7B53}"/>
          </ac:cxnSpMkLst>
        </pc:cxnChg>
        <pc:cxnChg chg="mod">
          <ac:chgData name="Mohamed Ali" userId="c0c10aba-c922-46fb-868a-1a879be00c0a" providerId="ADAL" clId="{DDBD1064-CDC2-4472-9EF9-077D90B3AADC}" dt="2025-09-01T13:06:39.656" v="3513" actId="208"/>
          <ac:cxnSpMkLst>
            <pc:docMk/>
            <pc:sldMk cId="0" sldId="2147483177"/>
            <ac:cxnSpMk id="24" creationId="{8360BC6F-45C5-E4BB-AA67-D8BC371EB1BC}"/>
          </ac:cxnSpMkLst>
        </pc:cxnChg>
        <pc:cxnChg chg="mod">
          <ac:chgData name="Mohamed Ali" userId="c0c10aba-c922-46fb-868a-1a879be00c0a" providerId="ADAL" clId="{DDBD1064-CDC2-4472-9EF9-077D90B3AADC}" dt="2025-09-01T13:06:39.656" v="3513" actId="208"/>
          <ac:cxnSpMkLst>
            <pc:docMk/>
            <pc:sldMk cId="0" sldId="2147483177"/>
            <ac:cxnSpMk id="26" creationId="{85ACD38E-94AF-7611-5335-091B1957C4CA}"/>
          </ac:cxnSpMkLst>
        </pc:cxnChg>
        <pc:cxnChg chg="mod">
          <ac:chgData name="Mohamed Ali" userId="c0c10aba-c922-46fb-868a-1a879be00c0a" providerId="ADAL" clId="{DDBD1064-CDC2-4472-9EF9-077D90B3AADC}" dt="2025-09-01T13:06:39.656" v="3513" actId="208"/>
          <ac:cxnSpMkLst>
            <pc:docMk/>
            <pc:sldMk cId="0" sldId="2147483177"/>
            <ac:cxnSpMk id="27" creationId="{6FCA94DD-160C-6046-3C0C-F18C195E8C56}"/>
          </ac:cxnSpMkLst>
        </pc:cxnChg>
        <pc:cxnChg chg="mod">
          <ac:chgData name="Mohamed Ali" userId="c0c10aba-c922-46fb-868a-1a879be00c0a" providerId="ADAL" clId="{DDBD1064-CDC2-4472-9EF9-077D90B3AADC}" dt="2025-09-01T13:06:39.656" v="3513" actId="208"/>
          <ac:cxnSpMkLst>
            <pc:docMk/>
            <pc:sldMk cId="0" sldId="2147483177"/>
            <ac:cxnSpMk id="29" creationId="{8202F0DB-975F-11AE-34D4-72EDF10E45EE}"/>
          </ac:cxnSpMkLst>
        </pc:cxnChg>
        <pc:cxnChg chg="add del mod">
          <ac:chgData name="Mohamed Ali" userId="c0c10aba-c922-46fb-868a-1a879be00c0a" providerId="ADAL" clId="{DDBD1064-CDC2-4472-9EF9-077D90B3AADC}" dt="2025-09-01T07:48:50.718" v="960" actId="478"/>
          <ac:cxnSpMkLst>
            <pc:docMk/>
            <pc:sldMk cId="0" sldId="2147483177"/>
            <ac:cxnSpMk id="44" creationId="{2C3D9C02-A38F-A476-BAEF-582B77BA67A3}"/>
          </ac:cxnSpMkLst>
        </pc:cxnChg>
        <pc:cxnChg chg="add del mod">
          <ac:chgData name="Mohamed Ali" userId="c0c10aba-c922-46fb-868a-1a879be00c0a" providerId="ADAL" clId="{DDBD1064-CDC2-4472-9EF9-077D90B3AADC}" dt="2025-09-01T07:48:50.718" v="960" actId="478"/>
          <ac:cxnSpMkLst>
            <pc:docMk/>
            <pc:sldMk cId="0" sldId="2147483177"/>
            <ac:cxnSpMk id="45" creationId="{49A4A6D2-D39B-867E-AEE8-7CFA76ECAA2D}"/>
          </ac:cxnSpMkLst>
        </pc:cxnChg>
        <pc:cxnChg chg="add del mod">
          <ac:chgData name="Mohamed Ali" userId="c0c10aba-c922-46fb-868a-1a879be00c0a" providerId="ADAL" clId="{DDBD1064-CDC2-4472-9EF9-077D90B3AADC}" dt="2025-09-01T07:48:50.718" v="960" actId="478"/>
          <ac:cxnSpMkLst>
            <pc:docMk/>
            <pc:sldMk cId="0" sldId="2147483177"/>
            <ac:cxnSpMk id="69" creationId="{61A904D0-EE48-04F1-84AA-86F154994093}"/>
          </ac:cxnSpMkLst>
        </pc:cxnChg>
        <pc:cxnChg chg="add del">
          <ac:chgData name="Mohamed Ali" userId="c0c10aba-c922-46fb-868a-1a879be00c0a" providerId="ADAL" clId="{DDBD1064-CDC2-4472-9EF9-077D90B3AADC}" dt="2025-09-01T07:48:50.718" v="960" actId="478"/>
          <ac:cxnSpMkLst>
            <pc:docMk/>
            <pc:sldMk cId="0" sldId="2147483177"/>
            <ac:cxnSpMk id="71" creationId="{0F197F04-95AC-CE04-21A3-A5BB34DF2BF4}"/>
          </ac:cxnSpMkLst>
        </pc:cxnChg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616176530" sldId="2147483178"/>
        </pc:sldMkLst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2283300974" sldId="2147483179"/>
        </pc:sldMkLst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1176762789" sldId="2147483180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2998406415" sldId="2147483181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1139528281" sldId="2147483182"/>
        </pc:sldMkLst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3028911095" sldId="2147483183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4075690040" sldId="2147483184"/>
        </pc:sldMkLst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1721261709" sldId="2147483185"/>
        </pc:sldMkLst>
        <pc:spChg chg="add mod">
          <ac:chgData name="Mohamed Ali" userId="c0c10aba-c922-46fb-868a-1a879be00c0a" providerId="ADAL" clId="{DDBD1064-CDC2-4472-9EF9-077D90B3AADC}" dt="2025-09-02T06:51:35.253" v="4788"/>
          <ac:spMkLst>
            <pc:docMk/>
            <pc:sldMk cId="1721261709" sldId="2147483185"/>
            <ac:spMk id="16" creationId="{EF942DC1-3508-0C9F-10E1-67EE598903E6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3663850806" sldId="2147483186"/>
        </pc:sldMkLst>
        <pc:spChg chg="add mod">
          <ac:chgData name="Mohamed Ali" userId="c0c10aba-c922-46fb-868a-1a879be00c0a" providerId="ADAL" clId="{DDBD1064-CDC2-4472-9EF9-077D90B3AADC}" dt="2025-09-02T06:51:35.883" v="4789"/>
          <ac:spMkLst>
            <pc:docMk/>
            <pc:sldMk cId="3663850806" sldId="2147483186"/>
            <ac:spMk id="57" creationId="{515493AD-8D81-F6EA-46E6-4E1EAC3E2FB4}"/>
          </ac:spMkLst>
        </pc:spChg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1784722518" sldId="2147483187"/>
        </pc:sldMkLst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1974277348" sldId="2147483188"/>
        </pc:sldMkLst>
        <pc:spChg chg="add mod">
          <ac:chgData name="Mohamed Ali" userId="c0c10aba-c922-46fb-868a-1a879be00c0a" providerId="ADAL" clId="{DDBD1064-CDC2-4472-9EF9-077D90B3AADC}" dt="2025-09-02T06:51:34.552" v="4787"/>
          <ac:spMkLst>
            <pc:docMk/>
            <pc:sldMk cId="1974277348" sldId="2147483188"/>
            <ac:spMk id="7" creationId="{D3BFEFBF-4E07-1456-F43B-027C894CF26D}"/>
          </ac:spMkLst>
        </pc:spChg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3091801364" sldId="2147483189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3085916449" sldId="2147483190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1279910752" sldId="2147483191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3902307008" sldId="2147483192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3014738879" sldId="2147483193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850463417" sldId="2147483194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2738519512" sldId="2147483195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245270641" sldId="2147483196"/>
        </pc:sldMkLst>
      </pc:sldChg>
      <pc:sldChg chg="addSp delSp modSp del mod ord">
        <pc:chgData name="Mohamed Ali" userId="c0c10aba-c922-46fb-868a-1a879be00c0a" providerId="ADAL" clId="{DDBD1064-CDC2-4472-9EF9-077D90B3AADC}" dt="2025-09-03T07:46:55.301" v="5388" actId="47"/>
        <pc:sldMkLst>
          <pc:docMk/>
          <pc:sldMk cId="941518949" sldId="2147483198"/>
        </pc:sldMkLst>
        <pc:spChg chg="add mod">
          <ac:chgData name="Mohamed Ali" userId="c0c10aba-c922-46fb-868a-1a879be00c0a" providerId="ADAL" clId="{DDBD1064-CDC2-4472-9EF9-077D90B3AADC}" dt="2025-09-01T11:06:27.654" v="2433"/>
          <ac:spMkLst>
            <pc:docMk/>
            <pc:sldMk cId="941518949" sldId="2147483198"/>
            <ac:spMk id="2" creationId="{9610CAE5-9976-E655-EDE6-7AC48A25F2A4}"/>
          </ac:spMkLst>
        </pc:spChg>
        <pc:spChg chg="add mod">
          <ac:chgData name="Mohamed Ali" userId="c0c10aba-c922-46fb-868a-1a879be00c0a" providerId="ADAL" clId="{DDBD1064-CDC2-4472-9EF9-077D90B3AADC}" dt="2025-09-01T12:47:11.606" v="3299"/>
          <ac:spMkLst>
            <pc:docMk/>
            <pc:sldMk cId="941518949" sldId="2147483198"/>
            <ac:spMk id="3" creationId="{1C8D1BB0-948C-EC67-7172-5AB08B794C60}"/>
          </ac:spMkLst>
        </pc:spChg>
        <pc:spChg chg="add mod">
          <ac:chgData name="Mohamed Ali" userId="c0c10aba-c922-46fb-868a-1a879be00c0a" providerId="ADAL" clId="{DDBD1064-CDC2-4472-9EF9-077D90B3AADC}" dt="2025-09-01T12:47:11.606" v="3299"/>
          <ac:spMkLst>
            <pc:docMk/>
            <pc:sldMk cId="941518949" sldId="2147483198"/>
            <ac:spMk id="6" creationId="{87085A62-468E-12D7-9046-EC6C272E6803}"/>
          </ac:spMkLst>
        </pc:spChg>
        <pc:spChg chg="add mod">
          <ac:chgData name="Mohamed Ali" userId="c0c10aba-c922-46fb-868a-1a879be00c0a" providerId="ADAL" clId="{DDBD1064-CDC2-4472-9EF9-077D90B3AADC}" dt="2025-09-01T12:47:11.606" v="3299"/>
          <ac:spMkLst>
            <pc:docMk/>
            <pc:sldMk cId="941518949" sldId="2147483198"/>
            <ac:spMk id="9" creationId="{ED248D31-FF2F-63A0-DFFE-54EA7F947F62}"/>
          </ac:spMkLst>
        </pc:spChg>
        <pc:spChg chg="mod">
          <ac:chgData name="Mohamed Ali" userId="c0c10aba-c922-46fb-868a-1a879be00c0a" providerId="ADAL" clId="{DDBD1064-CDC2-4472-9EF9-077D90B3AADC}" dt="2025-09-01T13:33:31.483" v="4034"/>
          <ac:spMkLst>
            <pc:docMk/>
            <pc:sldMk cId="941518949" sldId="2147483198"/>
            <ac:spMk id="81" creationId="{B714ABD1-DDDB-2F68-1830-AB91DF5A5529}"/>
          </ac:spMkLst>
        </pc:spChg>
        <pc:spChg chg="mod">
          <ac:chgData name="Mohamed Ali" userId="c0c10aba-c922-46fb-868a-1a879be00c0a" providerId="ADAL" clId="{DDBD1064-CDC2-4472-9EF9-077D90B3AADC}" dt="2025-09-01T13:33:31.483" v="4034"/>
          <ac:spMkLst>
            <pc:docMk/>
            <pc:sldMk cId="941518949" sldId="2147483198"/>
            <ac:spMk id="82" creationId="{5A6182B3-5BDF-C900-87E1-B93208E290A7}"/>
          </ac:spMkLst>
        </pc:spChg>
        <pc:spChg chg="mod">
          <ac:chgData name="Mohamed Ali" userId="c0c10aba-c922-46fb-868a-1a879be00c0a" providerId="ADAL" clId="{DDBD1064-CDC2-4472-9EF9-077D90B3AADC}" dt="2025-09-01T13:34:41.403" v="4049" actId="207"/>
          <ac:spMkLst>
            <pc:docMk/>
            <pc:sldMk cId="941518949" sldId="2147483198"/>
            <ac:spMk id="83" creationId="{2C6E596E-D101-64F7-B8CA-A857AF8AAE83}"/>
          </ac:spMkLst>
        </pc:spChg>
        <pc:spChg chg="mod">
          <ac:chgData name="Mohamed Ali" userId="c0c10aba-c922-46fb-868a-1a879be00c0a" providerId="ADAL" clId="{DDBD1064-CDC2-4472-9EF9-077D90B3AADC}" dt="2025-09-01T13:33:43.517" v="4036"/>
          <ac:spMkLst>
            <pc:docMk/>
            <pc:sldMk cId="941518949" sldId="2147483198"/>
            <ac:spMk id="85" creationId="{756B3EDC-34E7-4B3F-1393-11CB5D6B54A6}"/>
          </ac:spMkLst>
        </pc:spChg>
        <pc:spChg chg="mod">
          <ac:chgData name="Mohamed Ali" userId="c0c10aba-c922-46fb-868a-1a879be00c0a" providerId="ADAL" clId="{DDBD1064-CDC2-4472-9EF9-077D90B3AADC}" dt="2025-09-01T13:33:43.517" v="4036"/>
          <ac:spMkLst>
            <pc:docMk/>
            <pc:sldMk cId="941518949" sldId="2147483198"/>
            <ac:spMk id="86" creationId="{B7D9B452-DAD0-08C6-34F2-18FA5191B27C}"/>
          </ac:spMkLst>
        </pc:spChg>
        <pc:spChg chg="mod">
          <ac:chgData name="Mohamed Ali" userId="c0c10aba-c922-46fb-868a-1a879be00c0a" providerId="ADAL" clId="{DDBD1064-CDC2-4472-9EF9-077D90B3AADC}" dt="2025-09-01T13:33:54.332" v="4037" actId="1076"/>
          <ac:spMkLst>
            <pc:docMk/>
            <pc:sldMk cId="941518949" sldId="2147483198"/>
            <ac:spMk id="89" creationId="{6A08A9C1-5BC0-A13C-26B2-905ACA587BE2}"/>
          </ac:spMkLst>
        </pc:spChg>
        <pc:spChg chg="mod">
          <ac:chgData name="Mohamed Ali" userId="c0c10aba-c922-46fb-868a-1a879be00c0a" providerId="ADAL" clId="{DDBD1064-CDC2-4472-9EF9-077D90B3AADC}" dt="2025-09-01T13:33:43.517" v="4036"/>
          <ac:spMkLst>
            <pc:docMk/>
            <pc:sldMk cId="941518949" sldId="2147483198"/>
            <ac:spMk id="91" creationId="{6146CA57-ADB1-558B-5A6E-63B3C8B74B62}"/>
          </ac:spMkLst>
        </pc:spChg>
        <pc:spChg chg="mod">
          <ac:chgData name="Mohamed Ali" userId="c0c10aba-c922-46fb-868a-1a879be00c0a" providerId="ADAL" clId="{DDBD1064-CDC2-4472-9EF9-077D90B3AADC}" dt="2025-09-01T13:33:43.517" v="4036"/>
          <ac:spMkLst>
            <pc:docMk/>
            <pc:sldMk cId="941518949" sldId="2147483198"/>
            <ac:spMk id="92" creationId="{A785DCF6-9DD5-954D-3A45-5BAED81E156D}"/>
          </ac:spMkLst>
        </pc:spChg>
        <pc:spChg chg="mod">
          <ac:chgData name="Mohamed Ali" userId="c0c10aba-c922-46fb-868a-1a879be00c0a" providerId="ADAL" clId="{DDBD1064-CDC2-4472-9EF9-077D90B3AADC}" dt="2025-09-01T13:33:43.517" v="4036"/>
          <ac:spMkLst>
            <pc:docMk/>
            <pc:sldMk cId="941518949" sldId="2147483198"/>
            <ac:spMk id="94" creationId="{8BD540DF-606B-6D1E-0459-C8FA6E5B0F97}"/>
          </ac:spMkLst>
        </pc:spChg>
        <pc:spChg chg="mod">
          <ac:chgData name="Mohamed Ali" userId="c0c10aba-c922-46fb-868a-1a879be00c0a" providerId="ADAL" clId="{DDBD1064-CDC2-4472-9EF9-077D90B3AADC}" dt="2025-09-01T13:34:10.937" v="4043" actId="1035"/>
          <ac:spMkLst>
            <pc:docMk/>
            <pc:sldMk cId="941518949" sldId="2147483198"/>
            <ac:spMk id="97" creationId="{D0949674-60C0-AF87-F6D3-87E7D5B9D8D1}"/>
          </ac:spMkLst>
        </pc:spChg>
        <pc:spChg chg="mod">
          <ac:chgData name="Mohamed Ali" userId="c0c10aba-c922-46fb-868a-1a879be00c0a" providerId="ADAL" clId="{DDBD1064-CDC2-4472-9EF9-077D90B3AADC}" dt="2025-09-01T13:34:29.372" v="4046" actId="20577"/>
          <ac:spMkLst>
            <pc:docMk/>
            <pc:sldMk cId="941518949" sldId="2147483198"/>
            <ac:spMk id="98" creationId="{04EB62F0-8FF9-B92E-86A4-00CDCC62C242}"/>
          </ac:spMkLst>
        </pc:spChg>
        <pc:spChg chg="mod">
          <ac:chgData name="Mohamed Ali" userId="c0c10aba-c922-46fb-868a-1a879be00c0a" providerId="ADAL" clId="{DDBD1064-CDC2-4472-9EF9-077D90B3AADC}" dt="2025-09-01T13:33:43.517" v="4036"/>
          <ac:spMkLst>
            <pc:docMk/>
            <pc:sldMk cId="941518949" sldId="2147483198"/>
            <ac:spMk id="99" creationId="{A9B62FAF-3C43-57BD-7F05-994EDEF3122A}"/>
          </ac:spMkLst>
        </pc:spChg>
        <pc:spChg chg="mod">
          <ac:chgData name="Mohamed Ali" userId="c0c10aba-c922-46fb-868a-1a879be00c0a" providerId="ADAL" clId="{DDBD1064-CDC2-4472-9EF9-077D90B3AADC}" dt="2025-09-01T13:34:34.444" v="4047"/>
          <ac:spMkLst>
            <pc:docMk/>
            <pc:sldMk cId="941518949" sldId="2147483198"/>
            <ac:spMk id="100" creationId="{BA5DC736-AF5F-2C6E-5E06-2693D6078416}"/>
          </ac:spMkLst>
        </pc:spChg>
        <pc:spChg chg="add mod">
          <ac:chgData name="Mohamed Ali" userId="c0c10aba-c922-46fb-868a-1a879be00c0a" providerId="ADAL" clId="{DDBD1064-CDC2-4472-9EF9-077D90B3AADC}" dt="2025-09-02T06:50:57.564" v="4739"/>
          <ac:spMkLst>
            <pc:docMk/>
            <pc:sldMk cId="941518949" sldId="2147483198"/>
            <ac:spMk id="101" creationId="{85D7FC97-C129-CF3A-6A81-64A8BF2C6AD9}"/>
          </ac:spMkLst>
        </pc:spChg>
        <pc:grpChg chg="add mod">
          <ac:chgData name="Mohamed Ali" userId="c0c10aba-c922-46fb-868a-1a879be00c0a" providerId="ADAL" clId="{DDBD1064-CDC2-4472-9EF9-077D90B3AADC}" dt="2025-09-01T13:33:31.483" v="4034"/>
          <ac:grpSpMkLst>
            <pc:docMk/>
            <pc:sldMk cId="941518949" sldId="2147483198"/>
            <ac:grpSpMk id="79" creationId="{C816C837-BFE1-E3D3-BA2A-6D82F80C39D6}"/>
          </ac:grpSpMkLst>
        </pc:grpChg>
        <pc:grpChg chg="mod">
          <ac:chgData name="Mohamed Ali" userId="c0c10aba-c922-46fb-868a-1a879be00c0a" providerId="ADAL" clId="{DDBD1064-CDC2-4472-9EF9-077D90B3AADC}" dt="2025-09-01T13:33:31.483" v="4034"/>
          <ac:grpSpMkLst>
            <pc:docMk/>
            <pc:sldMk cId="941518949" sldId="2147483198"/>
            <ac:grpSpMk id="80" creationId="{E7284D55-3C00-88FC-B20E-E8655F24E1BF}"/>
          </ac:grpSpMkLst>
        </pc:grpChg>
        <pc:picChg chg="add mod">
          <ac:chgData name="Mohamed Ali" userId="c0c10aba-c922-46fb-868a-1a879be00c0a" providerId="ADAL" clId="{DDBD1064-CDC2-4472-9EF9-077D90B3AADC}" dt="2025-09-01T09:15:07.326" v="1651"/>
          <ac:picMkLst>
            <pc:docMk/>
            <pc:sldMk cId="941518949" sldId="2147483198"/>
            <ac:picMk id="37" creationId="{71E7BAFD-64D4-0118-9817-86AC0548E467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1T13:34:57.502" v="4051" actId="47"/>
        <pc:sldMkLst>
          <pc:docMk/>
          <pc:sldMk cId="4044712881" sldId="2147483199"/>
        </pc:sldMkLst>
      </pc:sldChg>
      <pc:sldChg chg="addSp delSp modSp del mod">
        <pc:chgData name="Mohamed Ali" userId="c0c10aba-c922-46fb-868a-1a879be00c0a" providerId="ADAL" clId="{DDBD1064-CDC2-4472-9EF9-077D90B3AADC}" dt="2025-09-01T13:34:57.502" v="4051" actId="47"/>
        <pc:sldMkLst>
          <pc:docMk/>
          <pc:sldMk cId="1317993965" sldId="2147483200"/>
        </pc:sldMkLst>
      </pc:sldChg>
      <pc:sldChg chg="addSp delSp modSp del mod">
        <pc:chgData name="Mohamed Ali" userId="c0c10aba-c922-46fb-868a-1a879be00c0a" providerId="ADAL" clId="{DDBD1064-CDC2-4472-9EF9-077D90B3AADC}" dt="2025-09-01T13:34:57.502" v="4051" actId="47"/>
        <pc:sldMkLst>
          <pc:docMk/>
          <pc:sldMk cId="1233262096" sldId="2147483201"/>
        </pc:sldMkLst>
      </pc:sldChg>
      <pc:sldChg chg="addSp delSp modSp del mod">
        <pc:chgData name="Mohamed Ali" userId="c0c10aba-c922-46fb-868a-1a879be00c0a" providerId="ADAL" clId="{DDBD1064-CDC2-4472-9EF9-077D90B3AADC}" dt="2025-09-01T13:34:57.502" v="4051" actId="47"/>
        <pc:sldMkLst>
          <pc:docMk/>
          <pc:sldMk cId="14351803" sldId="2147483202"/>
        </pc:sldMkLst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4172168873" sldId="2147483203"/>
        </pc:sldMkLst>
        <pc:spChg chg="add mod">
          <ac:chgData name="Mohamed Ali" userId="c0c10aba-c922-46fb-868a-1a879be00c0a" providerId="ADAL" clId="{DDBD1064-CDC2-4472-9EF9-077D90B3AADC}" dt="2025-09-01T11:06:33.316" v="2440"/>
          <ac:spMkLst>
            <pc:docMk/>
            <pc:sldMk cId="4172168873" sldId="2147483203"/>
            <ac:spMk id="2" creationId="{39DC68B9-704A-3F83-FCB8-333F804A40BA}"/>
          </ac:spMkLst>
        </pc:spChg>
        <pc:spChg chg="add mod">
          <ac:chgData name="Mohamed Ali" userId="c0c10aba-c922-46fb-868a-1a879be00c0a" providerId="ADAL" clId="{DDBD1064-CDC2-4472-9EF9-077D90B3AADC}" dt="2025-09-01T12:47:16.751" v="3306"/>
          <ac:spMkLst>
            <pc:docMk/>
            <pc:sldMk cId="4172168873" sldId="2147483203"/>
            <ac:spMk id="10" creationId="{AD8033CF-46F3-074A-3997-C44E8672B2B6}"/>
          </ac:spMkLst>
        </pc:spChg>
        <pc:spChg chg="add mod">
          <ac:chgData name="Mohamed Ali" userId="c0c10aba-c922-46fb-868a-1a879be00c0a" providerId="ADAL" clId="{DDBD1064-CDC2-4472-9EF9-077D90B3AADC}" dt="2025-09-01T12:47:16.751" v="3306"/>
          <ac:spMkLst>
            <pc:docMk/>
            <pc:sldMk cId="4172168873" sldId="2147483203"/>
            <ac:spMk id="11" creationId="{5AD28126-FDF0-6B00-F26A-41810E5D2CD2}"/>
          </ac:spMkLst>
        </pc:spChg>
        <pc:spChg chg="add mod">
          <ac:chgData name="Mohamed Ali" userId="c0c10aba-c922-46fb-868a-1a879be00c0a" providerId="ADAL" clId="{DDBD1064-CDC2-4472-9EF9-077D90B3AADC}" dt="2025-09-01T12:47:16.751" v="3306"/>
          <ac:spMkLst>
            <pc:docMk/>
            <pc:sldMk cId="4172168873" sldId="2147483203"/>
            <ac:spMk id="12" creationId="{C5B39050-EBA6-385C-9042-5A98A4A5C857}"/>
          </ac:spMkLst>
        </pc:spChg>
        <pc:spChg chg="mod">
          <ac:chgData name="Mohamed Ali" userId="c0c10aba-c922-46fb-868a-1a879be00c0a" providerId="ADAL" clId="{DDBD1064-CDC2-4472-9EF9-077D90B3AADC}" dt="2025-09-01T13:35:04.159" v="4053"/>
          <ac:spMkLst>
            <pc:docMk/>
            <pc:sldMk cId="4172168873" sldId="2147483203"/>
            <ac:spMk id="15" creationId="{A848E96A-A817-688A-E070-3F1841DADE9E}"/>
          </ac:spMkLst>
        </pc:spChg>
        <pc:spChg chg="mod">
          <ac:chgData name="Mohamed Ali" userId="c0c10aba-c922-46fb-868a-1a879be00c0a" providerId="ADAL" clId="{DDBD1064-CDC2-4472-9EF9-077D90B3AADC}" dt="2025-09-01T13:35:25.269" v="4058" actId="208"/>
          <ac:spMkLst>
            <pc:docMk/>
            <pc:sldMk cId="4172168873" sldId="2147483203"/>
            <ac:spMk id="16" creationId="{A29A782F-DDC1-386B-AACA-B5C20CC24B8E}"/>
          </ac:spMkLst>
        </pc:spChg>
        <pc:spChg chg="mod">
          <ac:chgData name="Mohamed Ali" userId="c0c10aba-c922-46fb-868a-1a879be00c0a" providerId="ADAL" clId="{DDBD1064-CDC2-4472-9EF9-077D90B3AADC}" dt="2025-09-01T13:35:04.159" v="4053"/>
          <ac:spMkLst>
            <pc:docMk/>
            <pc:sldMk cId="4172168873" sldId="2147483203"/>
            <ac:spMk id="17" creationId="{E1F79761-802F-8D99-1D0B-6868F08E387F}"/>
          </ac:spMkLst>
        </pc:spChg>
        <pc:spChg chg="mod">
          <ac:chgData name="Mohamed Ali" userId="c0c10aba-c922-46fb-868a-1a879be00c0a" providerId="ADAL" clId="{DDBD1064-CDC2-4472-9EF9-077D90B3AADC}" dt="2025-09-01T13:35:32.779" v="4060" actId="207"/>
          <ac:spMkLst>
            <pc:docMk/>
            <pc:sldMk cId="4172168873" sldId="2147483203"/>
            <ac:spMk id="18" creationId="{5A9D9D7A-164A-D9A1-AC57-8EE90438989A}"/>
          </ac:spMkLst>
        </pc:spChg>
        <pc:spChg chg="add mod">
          <ac:chgData name="Mohamed Ali" userId="c0c10aba-c922-46fb-868a-1a879be00c0a" providerId="ADAL" clId="{DDBD1064-CDC2-4472-9EF9-077D90B3AADC}" dt="2025-09-02T06:50:58.399" v="4740"/>
          <ac:spMkLst>
            <pc:docMk/>
            <pc:sldMk cId="4172168873" sldId="2147483203"/>
            <ac:spMk id="19" creationId="{3200DCBB-A23F-A018-BDF1-0280DB17D225}"/>
          </ac:spMkLst>
        </pc:spChg>
        <pc:spChg chg="mod">
          <ac:chgData name="Mohamed Ali" userId="c0c10aba-c922-46fb-868a-1a879be00c0a" providerId="ADAL" clId="{DDBD1064-CDC2-4472-9EF9-077D90B3AADC}" dt="2025-09-01T13:35:13.685" v="4055" actId="207"/>
          <ac:spMkLst>
            <pc:docMk/>
            <pc:sldMk cId="4172168873" sldId="2147483203"/>
            <ac:spMk id="9305" creationId="{A7E06EC7-6A53-FD8B-65B4-4F3A0D68C6FA}"/>
          </ac:spMkLst>
        </pc:spChg>
        <pc:spChg chg="mod">
          <ac:chgData name="Mohamed Ali" userId="c0c10aba-c922-46fb-868a-1a879be00c0a" providerId="ADAL" clId="{DDBD1064-CDC2-4472-9EF9-077D90B3AADC}" dt="2025-09-01T13:35:10.779" v="4054" actId="207"/>
          <ac:spMkLst>
            <pc:docMk/>
            <pc:sldMk cId="4172168873" sldId="2147483203"/>
            <ac:spMk id="9312" creationId="{12181809-6AE7-FC11-E2BD-514FF7370D9D}"/>
          </ac:spMkLst>
        </pc:spChg>
        <pc:spChg chg="mod">
          <ac:chgData name="Mohamed Ali" userId="c0c10aba-c922-46fb-868a-1a879be00c0a" providerId="ADAL" clId="{DDBD1064-CDC2-4472-9EF9-077D90B3AADC}" dt="2025-09-01T13:35:19.997" v="4057" actId="207"/>
          <ac:spMkLst>
            <pc:docMk/>
            <pc:sldMk cId="4172168873" sldId="2147483203"/>
            <ac:spMk id="9321" creationId="{A4D29757-1010-E6D2-85C7-06D6CC2A60E6}"/>
          </ac:spMkLst>
        </pc:spChg>
        <pc:spChg chg="mod">
          <ac:chgData name="Mohamed Ali" userId="c0c10aba-c922-46fb-868a-1a879be00c0a" providerId="ADAL" clId="{DDBD1064-CDC2-4472-9EF9-077D90B3AADC}" dt="2025-09-01T07:30:51.688" v="548" actId="313"/>
          <ac:spMkLst>
            <pc:docMk/>
            <pc:sldMk cId="4172168873" sldId="2147483203"/>
            <ac:spMk id="9327" creationId="{11271F65-A923-875B-322C-CD9A38D2D00D}"/>
          </ac:spMkLst>
        </pc:spChg>
        <pc:spChg chg="mod">
          <ac:chgData name="Mohamed Ali" userId="c0c10aba-c922-46fb-868a-1a879be00c0a" providerId="ADAL" clId="{DDBD1064-CDC2-4472-9EF9-077D90B3AADC}" dt="2025-09-01T13:35:17.157" v="4056" actId="207"/>
          <ac:spMkLst>
            <pc:docMk/>
            <pc:sldMk cId="4172168873" sldId="2147483203"/>
            <ac:spMk id="9328" creationId="{9FC3E0BA-A865-56A1-CE57-C375664B3A81}"/>
          </ac:spMkLst>
        </pc:spChg>
        <pc:grpChg chg="add mod">
          <ac:chgData name="Mohamed Ali" userId="c0c10aba-c922-46fb-868a-1a879be00c0a" providerId="ADAL" clId="{DDBD1064-CDC2-4472-9EF9-077D90B3AADC}" dt="2025-09-01T13:35:04.159" v="4053"/>
          <ac:grpSpMkLst>
            <pc:docMk/>
            <pc:sldMk cId="4172168873" sldId="2147483203"/>
            <ac:grpSpMk id="13" creationId="{366A1F9F-ED93-AD7E-33F4-B7E5B1FAE2DA}"/>
          </ac:grpSpMkLst>
        </pc:grpChg>
        <pc:grpChg chg="mod">
          <ac:chgData name="Mohamed Ali" userId="c0c10aba-c922-46fb-868a-1a879be00c0a" providerId="ADAL" clId="{DDBD1064-CDC2-4472-9EF9-077D90B3AADC}" dt="2025-09-01T13:35:04.159" v="4053"/>
          <ac:grpSpMkLst>
            <pc:docMk/>
            <pc:sldMk cId="4172168873" sldId="2147483203"/>
            <ac:grpSpMk id="14" creationId="{6ED4EFF0-BE93-6FFC-C3A7-FD062A38D38B}"/>
          </ac:grpSpMkLst>
        </pc:grpChg>
        <pc:picChg chg="add mod">
          <ac:chgData name="Mohamed Ali" userId="c0c10aba-c922-46fb-868a-1a879be00c0a" providerId="ADAL" clId="{DDBD1064-CDC2-4472-9EF9-077D90B3AADC}" dt="2025-09-01T09:15:23.583" v="1665"/>
          <ac:picMkLst>
            <pc:docMk/>
            <pc:sldMk cId="4172168873" sldId="2147483203"/>
            <ac:picMk id="9283" creationId="{0DC9B37E-6600-4A02-E4E3-DDC02AEF579E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333309909" sldId="2147483204"/>
        </pc:sldMkLst>
        <pc:spChg chg="add mod">
          <ac:chgData name="Mohamed Ali" userId="c0c10aba-c922-46fb-868a-1a879be00c0a" providerId="ADAL" clId="{DDBD1064-CDC2-4472-9EF9-077D90B3AADC}" dt="2025-09-01T11:06:25.347" v="2432"/>
          <ac:spMkLst>
            <pc:docMk/>
            <pc:sldMk cId="3333309909" sldId="2147483204"/>
            <ac:spMk id="3" creationId="{00768E62-E52A-4FF0-0696-C2404295D9B9}"/>
          </ac:spMkLst>
        </pc:spChg>
        <pc:spChg chg="add mod">
          <ac:chgData name="Mohamed Ali" userId="c0c10aba-c922-46fb-868a-1a879be00c0a" providerId="ADAL" clId="{DDBD1064-CDC2-4472-9EF9-077D90B3AADC}" dt="2025-09-01T12:47:10.982" v="3298"/>
          <ac:spMkLst>
            <pc:docMk/>
            <pc:sldMk cId="3333309909" sldId="2147483204"/>
            <ac:spMk id="9" creationId="{2D79B92F-55F1-EAE6-A336-26F21E91C3A6}"/>
          </ac:spMkLst>
        </pc:spChg>
        <pc:spChg chg="add mod">
          <ac:chgData name="Mohamed Ali" userId="c0c10aba-c922-46fb-868a-1a879be00c0a" providerId="ADAL" clId="{DDBD1064-CDC2-4472-9EF9-077D90B3AADC}" dt="2025-09-01T12:47:10.982" v="3298"/>
          <ac:spMkLst>
            <pc:docMk/>
            <pc:sldMk cId="3333309909" sldId="2147483204"/>
            <ac:spMk id="10" creationId="{5D11661B-EE36-7492-3D2C-C4493850716C}"/>
          </ac:spMkLst>
        </pc:spChg>
        <pc:spChg chg="add mod">
          <ac:chgData name="Mohamed Ali" userId="c0c10aba-c922-46fb-868a-1a879be00c0a" providerId="ADAL" clId="{DDBD1064-CDC2-4472-9EF9-077D90B3AADC}" dt="2025-09-01T12:47:10.982" v="3298"/>
          <ac:spMkLst>
            <pc:docMk/>
            <pc:sldMk cId="3333309909" sldId="2147483204"/>
            <ac:spMk id="11" creationId="{6D65B444-758F-8721-A54C-4DB7DA00B2F8}"/>
          </ac:spMkLst>
        </pc:spChg>
        <pc:spChg chg="mod">
          <ac:chgData name="Mohamed Ali" userId="c0c10aba-c922-46fb-868a-1a879be00c0a" providerId="ADAL" clId="{DDBD1064-CDC2-4472-9EF9-077D90B3AADC}" dt="2025-09-01T08:04:37.375" v="1062"/>
          <ac:spMkLst>
            <pc:docMk/>
            <pc:sldMk cId="3333309909" sldId="2147483204"/>
            <ac:spMk id="31" creationId="{D166F4FB-65F6-DE9E-805D-027E7BFF625B}"/>
          </ac:spMkLst>
        </pc:spChg>
        <pc:spChg chg="mod">
          <ac:chgData name="Mohamed Ali" userId="c0c10aba-c922-46fb-868a-1a879be00c0a" providerId="ADAL" clId="{DDBD1064-CDC2-4472-9EF9-077D90B3AADC}" dt="2025-09-01T08:04:50.095" v="1064" actId="113"/>
          <ac:spMkLst>
            <pc:docMk/>
            <pc:sldMk cId="3333309909" sldId="2147483204"/>
            <ac:spMk id="32" creationId="{BE43E21D-BC94-25DF-EB4B-A313D2C7E1F8}"/>
          </ac:spMkLst>
        </pc:spChg>
        <pc:spChg chg="add mod">
          <ac:chgData name="Mohamed Ali" userId="c0c10aba-c922-46fb-868a-1a879be00c0a" providerId="ADAL" clId="{DDBD1064-CDC2-4472-9EF9-077D90B3AADC}" dt="2025-09-02T06:50:52.175" v="4734"/>
          <ac:spMkLst>
            <pc:docMk/>
            <pc:sldMk cId="3333309909" sldId="2147483204"/>
            <ac:spMk id="46" creationId="{A610FDA0-4990-F066-3F0B-0E9198B9BFBD}"/>
          </ac:spMkLst>
        </pc:spChg>
        <pc:spChg chg="mod">
          <ac:chgData name="Mohamed Ali" userId="c0c10aba-c922-46fb-868a-1a879be00c0a" providerId="ADAL" clId="{DDBD1064-CDC2-4472-9EF9-077D90B3AADC}" dt="2025-09-01T13:23:52.875" v="3878" actId="20577"/>
          <ac:spMkLst>
            <pc:docMk/>
            <pc:sldMk cId="3333309909" sldId="2147483204"/>
            <ac:spMk id="58" creationId="{3FEB17FD-6AF5-6165-E860-079A1CB09729}"/>
          </ac:spMkLst>
        </pc:spChg>
        <pc:spChg chg="mod">
          <ac:chgData name="Mohamed Ali" userId="c0c10aba-c922-46fb-868a-1a879be00c0a" providerId="ADAL" clId="{DDBD1064-CDC2-4472-9EF9-077D90B3AADC}" dt="2025-09-01T13:24:09.483" v="3892" actId="20577"/>
          <ac:spMkLst>
            <pc:docMk/>
            <pc:sldMk cId="3333309909" sldId="2147483204"/>
            <ac:spMk id="59" creationId="{44B273FD-4A18-8776-B8B2-732BDE7FEBCB}"/>
          </ac:spMkLst>
        </pc:spChg>
        <pc:spChg chg="mod">
          <ac:chgData name="Mohamed Ali" userId="c0c10aba-c922-46fb-868a-1a879be00c0a" providerId="ADAL" clId="{DDBD1064-CDC2-4472-9EF9-077D90B3AADC}" dt="2025-09-01T13:23:10.304" v="3855" actId="20577"/>
          <ac:spMkLst>
            <pc:docMk/>
            <pc:sldMk cId="3333309909" sldId="2147483204"/>
            <ac:spMk id="60" creationId="{19C6BE02-841A-E7CC-2440-611D868506AC}"/>
          </ac:spMkLst>
        </pc:spChg>
        <pc:spChg chg="mod">
          <ac:chgData name="Mohamed Ali" userId="c0c10aba-c922-46fb-868a-1a879be00c0a" providerId="ADAL" clId="{DDBD1064-CDC2-4472-9EF9-077D90B3AADC}" dt="2025-09-01T13:23:30.762" v="3862" actId="20577"/>
          <ac:spMkLst>
            <pc:docMk/>
            <pc:sldMk cId="3333309909" sldId="2147483204"/>
            <ac:spMk id="61" creationId="{96AEC241-0FA0-C776-4CDE-9A2FDBE143BF}"/>
          </ac:spMkLst>
        </pc:spChg>
        <pc:spChg chg="mod">
          <ac:chgData name="Mohamed Ali" userId="c0c10aba-c922-46fb-868a-1a879be00c0a" providerId="ADAL" clId="{DDBD1064-CDC2-4472-9EF9-077D90B3AADC}" dt="2025-09-01T13:22:37.088" v="3836" actId="20577"/>
          <ac:spMkLst>
            <pc:docMk/>
            <pc:sldMk cId="3333309909" sldId="2147483204"/>
            <ac:spMk id="62" creationId="{235D3912-4E33-013A-3DF7-0F8401AAD36A}"/>
          </ac:spMkLst>
        </pc:spChg>
        <pc:picChg chg="add mod">
          <ac:chgData name="Mohamed Ali" userId="c0c10aba-c922-46fb-868a-1a879be00c0a" providerId="ADAL" clId="{DDBD1064-CDC2-4472-9EF9-077D90B3AADC}" dt="2025-09-01T09:15:00.079" v="1648"/>
          <ac:picMkLst>
            <pc:docMk/>
            <pc:sldMk cId="3333309909" sldId="2147483204"/>
            <ac:picMk id="8" creationId="{44DAD0FB-94A9-570A-12F9-47EF57CFE413}"/>
          </ac:picMkLst>
        </pc:picChg>
        <pc:cxnChg chg="mod">
          <ac:chgData name="Mohamed Ali" userId="c0c10aba-c922-46fb-868a-1a879be00c0a" providerId="ADAL" clId="{DDBD1064-CDC2-4472-9EF9-077D90B3AADC}" dt="2025-09-01T13:20:54.299" v="3773" actId="1076"/>
          <ac:cxnSpMkLst>
            <pc:docMk/>
            <pc:sldMk cId="3333309909" sldId="2147483204"/>
            <ac:cxnSpMk id="2" creationId="{F80CFB7F-FBC0-D34C-05F3-1349D3D9D58A}"/>
          </ac:cxnSpMkLst>
        </pc:cxnChg>
        <pc:cxnChg chg="mod">
          <ac:chgData name="Mohamed Ali" userId="c0c10aba-c922-46fb-868a-1a879be00c0a" providerId="ADAL" clId="{DDBD1064-CDC2-4472-9EF9-077D90B3AADC}" dt="2025-09-01T13:20:17.327" v="3770" actId="208"/>
          <ac:cxnSpMkLst>
            <pc:docMk/>
            <pc:sldMk cId="3333309909" sldId="2147483204"/>
            <ac:cxnSpMk id="20" creationId="{FCD7B390-11F0-03A5-9222-68F06D2FAFED}"/>
          </ac:cxnSpMkLst>
        </pc:cxnChg>
        <pc:cxnChg chg="mod">
          <ac:chgData name="Mohamed Ali" userId="c0c10aba-c922-46fb-868a-1a879be00c0a" providerId="ADAL" clId="{DDBD1064-CDC2-4472-9EF9-077D90B3AADC}" dt="2025-09-01T13:20:17.327" v="3770" actId="208"/>
          <ac:cxnSpMkLst>
            <pc:docMk/>
            <pc:sldMk cId="3333309909" sldId="2147483204"/>
            <ac:cxnSpMk id="21" creationId="{ED7E0448-4004-0242-CB5E-5E27E6C76538}"/>
          </ac:cxnSpMkLst>
        </pc:cxnChg>
        <pc:cxnChg chg="mod">
          <ac:chgData name="Mohamed Ali" userId="c0c10aba-c922-46fb-868a-1a879be00c0a" providerId="ADAL" clId="{DDBD1064-CDC2-4472-9EF9-077D90B3AADC}" dt="2025-09-01T13:20:17.327" v="3770" actId="208"/>
          <ac:cxnSpMkLst>
            <pc:docMk/>
            <pc:sldMk cId="3333309909" sldId="2147483204"/>
            <ac:cxnSpMk id="24" creationId="{F8F4C6D0-12DE-9625-29D4-9A1D422B8450}"/>
          </ac:cxnSpMkLst>
        </pc:cxnChg>
        <pc:cxnChg chg="mod">
          <ac:chgData name="Mohamed Ali" userId="c0c10aba-c922-46fb-868a-1a879be00c0a" providerId="ADAL" clId="{DDBD1064-CDC2-4472-9EF9-077D90B3AADC}" dt="2025-09-01T13:20:17.327" v="3770" actId="208"/>
          <ac:cxnSpMkLst>
            <pc:docMk/>
            <pc:sldMk cId="3333309909" sldId="2147483204"/>
            <ac:cxnSpMk id="26" creationId="{7036849F-A45E-036F-3693-4B19F86D0DC0}"/>
          </ac:cxnSpMkLst>
        </pc:cxnChg>
        <pc:cxnChg chg="mod">
          <ac:chgData name="Mohamed Ali" userId="c0c10aba-c922-46fb-868a-1a879be00c0a" providerId="ADAL" clId="{DDBD1064-CDC2-4472-9EF9-077D90B3AADC}" dt="2025-09-01T13:20:17.327" v="3770" actId="208"/>
          <ac:cxnSpMkLst>
            <pc:docMk/>
            <pc:sldMk cId="3333309909" sldId="2147483204"/>
            <ac:cxnSpMk id="29" creationId="{6BDA6215-BF99-5282-5BB2-9D4CF50B123E}"/>
          </ac:cxnSpMkLst>
        </pc:cxnChg>
        <pc:cxnChg chg="add mod">
          <ac:chgData name="Mohamed Ali" userId="c0c10aba-c922-46fb-868a-1a879be00c0a" providerId="ADAL" clId="{DDBD1064-CDC2-4472-9EF9-077D90B3AADC}" dt="2025-09-01T13:20:49.634" v="3772" actId="208"/>
          <ac:cxnSpMkLst>
            <pc:docMk/>
            <pc:sldMk cId="3333309909" sldId="2147483204"/>
            <ac:cxnSpMk id="42" creationId="{14CC4E3D-3644-97F2-846F-912C740EDE3E}"/>
          </ac:cxnSpMkLst>
        </pc:cxnChg>
        <pc:cxnChg chg="mod">
          <ac:chgData name="Mohamed Ali" userId="c0c10aba-c922-46fb-868a-1a879be00c0a" providerId="ADAL" clId="{DDBD1064-CDC2-4472-9EF9-077D90B3AADC}" dt="2025-09-01T13:21:09.593" v="3776" actId="1038"/>
          <ac:cxnSpMkLst>
            <pc:docMk/>
            <pc:sldMk cId="3333309909" sldId="2147483204"/>
            <ac:cxnSpMk id="45" creationId="{D50C9BA2-E7A7-D7E7-B7F0-A0C113695416}"/>
          </ac:cxnSpMkLst>
        </pc:cxnChg>
      </pc:sldChg>
      <pc:sldChg chg="addSp delSp modSp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435605524" sldId="2147483205"/>
        </pc:sldMkLst>
        <pc:spChg chg="add mod">
          <ac:chgData name="Mohamed Ali" userId="c0c10aba-c922-46fb-868a-1a879be00c0a" providerId="ADAL" clId="{DDBD1064-CDC2-4472-9EF9-077D90B3AADC}" dt="2025-09-01T11:04:57.325" v="2377" actId="782"/>
          <ac:spMkLst>
            <pc:docMk/>
            <pc:sldMk cId="1435605524" sldId="2147483205"/>
            <ac:spMk id="2" creationId="{B8A6A07E-7D74-3038-A070-C2A406AEA2CC}"/>
          </ac:spMkLst>
        </pc:spChg>
        <pc:spChg chg="add mod">
          <ac:chgData name="Mohamed Ali" userId="c0c10aba-c922-46fb-868a-1a879be00c0a" providerId="ADAL" clId="{DDBD1064-CDC2-4472-9EF9-077D90B3AADC}" dt="2025-09-01T11:32:17.827" v="2802" actId="164"/>
          <ac:spMkLst>
            <pc:docMk/>
            <pc:sldMk cId="1435605524" sldId="2147483205"/>
            <ac:spMk id="3" creationId="{C563AD4E-D70C-92D2-75F1-FF5DE3EB8387}"/>
          </ac:spMkLst>
        </pc:spChg>
        <pc:spChg chg="add mod">
          <ac:chgData name="Mohamed Ali" userId="c0c10aba-c922-46fb-868a-1a879be00c0a" providerId="ADAL" clId="{DDBD1064-CDC2-4472-9EF9-077D90B3AADC}" dt="2025-09-01T11:36:25.519" v="2864"/>
          <ac:spMkLst>
            <pc:docMk/>
            <pc:sldMk cId="1435605524" sldId="2147483205"/>
            <ac:spMk id="4" creationId="{4AE19959-CAA3-C4C1-76FB-0D8E33E9641C}"/>
          </ac:spMkLst>
        </pc:spChg>
        <pc:spChg chg="mod">
          <ac:chgData name="Mohamed Ali" userId="c0c10aba-c922-46fb-868a-1a879be00c0a" providerId="ADAL" clId="{DDBD1064-CDC2-4472-9EF9-077D90B3AADC}" dt="2025-09-01T11:34:10.539" v="2839" actId="1076"/>
          <ac:spMkLst>
            <pc:docMk/>
            <pc:sldMk cId="1435605524" sldId="2147483205"/>
            <ac:spMk id="5" creationId="{58446E9F-DCA5-1217-C185-11D995694D54}"/>
          </ac:spMkLst>
        </pc:spChg>
        <pc:spChg chg="mod">
          <ac:chgData name="Mohamed Ali" userId="c0c10aba-c922-46fb-868a-1a879be00c0a" providerId="ADAL" clId="{DDBD1064-CDC2-4472-9EF9-077D90B3AADC}" dt="2025-09-01T12:57:36.447" v="3428" actId="20577"/>
          <ac:spMkLst>
            <pc:docMk/>
            <pc:sldMk cId="1435605524" sldId="2147483205"/>
            <ac:spMk id="6" creationId="{898EC796-98D8-1E83-6A23-05C52AD49B5C}"/>
          </ac:spMkLst>
        </pc:spChg>
        <pc:spChg chg="add mod">
          <ac:chgData name="Mohamed Ali" userId="c0c10aba-c922-46fb-868a-1a879be00c0a" providerId="ADAL" clId="{DDBD1064-CDC2-4472-9EF9-077D90B3AADC}" dt="2025-09-01T11:32:14.292" v="2801" actId="164"/>
          <ac:spMkLst>
            <pc:docMk/>
            <pc:sldMk cId="1435605524" sldId="2147483205"/>
            <ac:spMk id="7" creationId="{85486E3D-9861-6291-C6FC-29086625388E}"/>
          </ac:spMkLst>
        </pc:spChg>
        <pc:spChg chg="add mod">
          <ac:chgData name="Mohamed Ali" userId="c0c10aba-c922-46fb-868a-1a879be00c0a" providerId="ADAL" clId="{DDBD1064-CDC2-4472-9EF9-077D90B3AADC}" dt="2025-09-01T11:35:43.894" v="2859" actId="20577"/>
          <ac:spMkLst>
            <pc:docMk/>
            <pc:sldMk cId="1435605524" sldId="2147483205"/>
            <ac:spMk id="8" creationId="{64E30FCA-EBE5-8C05-98AE-5EFCC0BE4066}"/>
          </ac:spMkLst>
        </pc:spChg>
        <pc:spChg chg="add mod">
          <ac:chgData name="Mohamed Ali" userId="c0c10aba-c922-46fb-868a-1a879be00c0a" providerId="ADAL" clId="{DDBD1064-CDC2-4472-9EF9-077D90B3AADC}" dt="2025-09-01T12:46:54.490" v="3278"/>
          <ac:spMkLst>
            <pc:docMk/>
            <pc:sldMk cId="1435605524" sldId="2147483205"/>
            <ac:spMk id="14" creationId="{8DD049B4-F2C4-6D49-63ED-22D052ABD424}"/>
          </ac:spMkLst>
        </pc:spChg>
        <pc:spChg chg="add mod">
          <ac:chgData name="Mohamed Ali" userId="c0c10aba-c922-46fb-868a-1a879be00c0a" providerId="ADAL" clId="{DDBD1064-CDC2-4472-9EF9-077D90B3AADC}" dt="2025-09-01T11:32:24.529" v="2803" actId="164"/>
          <ac:spMkLst>
            <pc:docMk/>
            <pc:sldMk cId="1435605524" sldId="2147483205"/>
            <ac:spMk id="15" creationId="{F0B23674-5CF8-07DB-B83F-FDB5B7A33E79}"/>
          </ac:spMkLst>
        </pc:spChg>
        <pc:spChg chg="add mod">
          <ac:chgData name="Mohamed Ali" userId="c0c10aba-c922-46fb-868a-1a879be00c0a" providerId="ADAL" clId="{DDBD1064-CDC2-4472-9EF9-077D90B3AADC}" dt="2025-09-01T11:32:36.579" v="2807" actId="164"/>
          <ac:spMkLst>
            <pc:docMk/>
            <pc:sldMk cId="1435605524" sldId="2147483205"/>
            <ac:spMk id="16" creationId="{A609ECEF-91EF-5F33-EBF2-B32A286E7DF3}"/>
          </ac:spMkLst>
        </pc:spChg>
        <pc:spChg chg="mod">
          <ac:chgData name="Mohamed Ali" userId="c0c10aba-c922-46fb-868a-1a879be00c0a" providerId="ADAL" clId="{DDBD1064-CDC2-4472-9EF9-077D90B3AADC}" dt="2025-09-01T08:42:10.110" v="1379" actId="207"/>
          <ac:spMkLst>
            <pc:docMk/>
            <pc:sldMk cId="1435605524" sldId="2147483205"/>
            <ac:spMk id="18" creationId="{3A0BEEAA-6136-FC1A-7180-B28A8AEF81E9}"/>
          </ac:spMkLst>
        </pc:spChg>
        <pc:spChg chg="add mod">
          <ac:chgData name="Mohamed Ali" userId="c0c10aba-c922-46fb-868a-1a879be00c0a" providerId="ADAL" clId="{DDBD1064-CDC2-4472-9EF9-077D90B3AADC}" dt="2025-09-01T11:32:40.989" v="2808" actId="164"/>
          <ac:spMkLst>
            <pc:docMk/>
            <pc:sldMk cId="1435605524" sldId="2147483205"/>
            <ac:spMk id="19" creationId="{6E5AEED8-E29B-F6B6-D9B5-5DF19705D3EF}"/>
          </ac:spMkLst>
        </pc:spChg>
        <pc:spChg chg="add mod">
          <ac:chgData name="Mohamed Ali" userId="c0c10aba-c922-46fb-868a-1a879be00c0a" providerId="ADAL" clId="{DDBD1064-CDC2-4472-9EF9-077D90B3AADC}" dt="2025-09-01T12:46:54.490" v="3278"/>
          <ac:spMkLst>
            <pc:docMk/>
            <pc:sldMk cId="1435605524" sldId="2147483205"/>
            <ac:spMk id="20" creationId="{CEE26727-F711-6605-E5AE-B928FA9EC2D6}"/>
          </ac:spMkLst>
        </pc:spChg>
        <pc:spChg chg="add mod">
          <ac:chgData name="Mohamed Ali" userId="c0c10aba-c922-46fb-868a-1a879be00c0a" providerId="ADAL" clId="{DDBD1064-CDC2-4472-9EF9-077D90B3AADC}" dt="2025-09-01T11:32:40.989" v="2808" actId="164"/>
          <ac:spMkLst>
            <pc:docMk/>
            <pc:sldMk cId="1435605524" sldId="2147483205"/>
            <ac:spMk id="21" creationId="{54162CD0-B98C-2368-0DFA-62F44D422E67}"/>
          </ac:spMkLst>
        </pc:spChg>
        <pc:spChg chg="add mod">
          <ac:chgData name="Mohamed Ali" userId="c0c10aba-c922-46fb-868a-1a879be00c0a" providerId="ADAL" clId="{DDBD1064-CDC2-4472-9EF9-077D90B3AADC}" dt="2025-09-01T11:35:07.280" v="2846" actId="1076"/>
          <ac:spMkLst>
            <pc:docMk/>
            <pc:sldMk cId="1435605524" sldId="2147483205"/>
            <ac:spMk id="23" creationId="{960C3E2C-2AEC-E347-6F0C-937D27261F28}"/>
          </ac:spMkLst>
        </pc:spChg>
        <pc:spChg chg="add mod">
          <ac:chgData name="Mohamed Ali" userId="c0c10aba-c922-46fb-868a-1a879be00c0a" providerId="ADAL" clId="{DDBD1064-CDC2-4472-9EF9-077D90B3AADC}" dt="2025-09-01T11:35:21.888" v="2852" actId="1076"/>
          <ac:spMkLst>
            <pc:docMk/>
            <pc:sldMk cId="1435605524" sldId="2147483205"/>
            <ac:spMk id="24" creationId="{A59A9BAA-5EA0-4D07-85F6-6CE0F9224D59}"/>
          </ac:spMkLst>
        </pc:spChg>
        <pc:spChg chg="add mod">
          <ac:chgData name="Mohamed Ali" userId="c0c10aba-c922-46fb-868a-1a879be00c0a" providerId="ADAL" clId="{DDBD1064-CDC2-4472-9EF9-077D90B3AADC}" dt="2025-09-01T12:46:54.490" v="3278"/>
          <ac:spMkLst>
            <pc:docMk/>
            <pc:sldMk cId="1435605524" sldId="2147483205"/>
            <ac:spMk id="25" creationId="{16DA8A1B-22AA-8CD6-304C-F57A77B7B797}"/>
          </ac:spMkLst>
        </pc:spChg>
        <pc:spChg chg="add mod">
          <ac:chgData name="Mohamed Ali" userId="c0c10aba-c922-46fb-868a-1a879be00c0a" providerId="ADAL" clId="{DDBD1064-CDC2-4472-9EF9-077D90B3AADC}" dt="2025-09-02T06:50:41.959" v="4719"/>
          <ac:spMkLst>
            <pc:docMk/>
            <pc:sldMk cId="1435605524" sldId="2147483205"/>
            <ac:spMk id="26" creationId="{3680EE81-6D9B-94A0-823F-79C6DAEC18CB}"/>
          </ac:spMkLst>
        </pc:spChg>
        <pc:spChg chg="mod">
          <ac:chgData name="Mohamed Ali" userId="c0c10aba-c922-46fb-868a-1a879be00c0a" providerId="ADAL" clId="{DDBD1064-CDC2-4472-9EF9-077D90B3AADC}" dt="2025-09-01T08:42:14.380" v="1380" actId="207"/>
          <ac:spMkLst>
            <pc:docMk/>
            <pc:sldMk cId="1435605524" sldId="2147483205"/>
            <ac:spMk id="33" creationId="{2C035B86-4229-24BB-A201-A7C066E35CC2}"/>
          </ac:spMkLst>
        </pc:spChg>
        <pc:spChg chg="mod topLvl">
          <ac:chgData name="Mohamed Ali" userId="c0c10aba-c922-46fb-868a-1a879be00c0a" providerId="ADAL" clId="{DDBD1064-CDC2-4472-9EF9-077D90B3AADC}" dt="2025-09-01T11:35:56.347" v="2860"/>
          <ac:spMkLst>
            <pc:docMk/>
            <pc:sldMk cId="1435605524" sldId="2147483205"/>
            <ac:spMk id="43" creationId="{922FE87C-A576-6DB2-370B-605EEA1FB5B8}"/>
          </ac:spMkLst>
        </pc:spChg>
        <pc:spChg chg="mod topLvl">
          <ac:chgData name="Mohamed Ali" userId="c0c10aba-c922-46fb-868a-1a879be00c0a" providerId="ADAL" clId="{DDBD1064-CDC2-4472-9EF9-077D90B3AADC}" dt="2025-09-01T11:36:17.429" v="2863"/>
          <ac:spMkLst>
            <pc:docMk/>
            <pc:sldMk cId="1435605524" sldId="2147483205"/>
            <ac:spMk id="44" creationId="{3D702083-7C58-8601-A6B7-C121B7E4ED5A}"/>
          </ac:spMkLst>
        </pc:spChg>
        <pc:spChg chg="mod topLvl">
          <ac:chgData name="Mohamed Ali" userId="c0c10aba-c922-46fb-868a-1a879be00c0a" providerId="ADAL" clId="{DDBD1064-CDC2-4472-9EF9-077D90B3AADC}" dt="2025-09-01T11:36:10.349" v="2862"/>
          <ac:spMkLst>
            <pc:docMk/>
            <pc:sldMk cId="1435605524" sldId="2147483205"/>
            <ac:spMk id="45" creationId="{7C1B952B-A813-EC28-E295-98BAF93CF4FD}"/>
          </ac:spMkLst>
        </pc:spChg>
        <pc:spChg chg="mod topLvl">
          <ac:chgData name="Mohamed Ali" userId="c0c10aba-c922-46fb-868a-1a879be00c0a" providerId="ADAL" clId="{DDBD1064-CDC2-4472-9EF9-077D90B3AADC}" dt="2025-09-01T11:36:04.001" v="2861"/>
          <ac:spMkLst>
            <pc:docMk/>
            <pc:sldMk cId="1435605524" sldId="2147483205"/>
            <ac:spMk id="46" creationId="{EB55F9A2-A638-1F5B-BD70-534DA61404D8}"/>
          </ac:spMkLst>
        </pc:spChg>
        <pc:spChg chg="add mod">
          <ac:chgData name="Mohamed Ali" userId="c0c10aba-c922-46fb-868a-1a879be00c0a" providerId="ADAL" clId="{DDBD1064-CDC2-4472-9EF9-077D90B3AADC}" dt="2025-09-01T11:35:34.106" v="2856" actId="1076"/>
          <ac:spMkLst>
            <pc:docMk/>
            <pc:sldMk cId="1435605524" sldId="2147483205"/>
            <ac:spMk id="47" creationId="{BFA56ECB-2C7B-A7B3-D626-9F2C90711CB1}"/>
          </ac:spMkLst>
        </pc:spChg>
        <pc:spChg chg="mod">
          <ac:chgData name="Mohamed Ali" userId="c0c10aba-c922-46fb-868a-1a879be00c0a" providerId="ADAL" clId="{DDBD1064-CDC2-4472-9EF9-077D90B3AADC}" dt="2025-09-01T11:31:37.989" v="2797" actId="14100"/>
          <ac:spMkLst>
            <pc:docMk/>
            <pc:sldMk cId="1435605524" sldId="2147483205"/>
            <ac:spMk id="48" creationId="{DD29655F-9FA2-1E7F-01F4-F156294675A0}"/>
          </ac:spMkLst>
        </pc:spChg>
        <pc:grpChg chg="add mod">
          <ac:chgData name="Mohamed Ali" userId="c0c10aba-c922-46fb-868a-1a879be00c0a" providerId="ADAL" clId="{DDBD1064-CDC2-4472-9EF9-077D90B3AADC}" dt="2025-09-01T11:34:03.941" v="2838" actId="1036"/>
          <ac:grpSpMkLst>
            <pc:docMk/>
            <pc:sldMk cId="1435605524" sldId="2147483205"/>
            <ac:grpSpMk id="9" creationId="{18783753-899D-FA67-961C-EF11886785AD}"/>
          </ac:grpSpMkLst>
        </pc:grpChg>
        <pc:grpChg chg="add mod">
          <ac:chgData name="Mohamed Ali" userId="c0c10aba-c922-46fb-868a-1a879be00c0a" providerId="ADAL" clId="{DDBD1064-CDC2-4472-9EF9-077D90B3AADC}" dt="2025-09-01T11:34:03.941" v="2838" actId="1036"/>
          <ac:grpSpMkLst>
            <pc:docMk/>
            <pc:sldMk cId="1435605524" sldId="2147483205"/>
            <ac:grpSpMk id="10" creationId="{7D69638C-7F06-7F56-0122-084B70B4FEAA}"/>
          </ac:grpSpMkLst>
        </pc:grpChg>
        <pc:grpChg chg="add mod">
          <ac:chgData name="Mohamed Ali" userId="c0c10aba-c922-46fb-868a-1a879be00c0a" providerId="ADAL" clId="{DDBD1064-CDC2-4472-9EF9-077D90B3AADC}" dt="2025-09-01T11:34:03.941" v="2838" actId="1036"/>
          <ac:grpSpMkLst>
            <pc:docMk/>
            <pc:sldMk cId="1435605524" sldId="2147483205"/>
            <ac:grpSpMk id="11" creationId="{F153898C-0680-6CED-B56F-0B7F0E1344DA}"/>
          </ac:grpSpMkLst>
        </pc:grpChg>
        <pc:grpChg chg="add mod">
          <ac:chgData name="Mohamed Ali" userId="c0c10aba-c922-46fb-868a-1a879be00c0a" providerId="ADAL" clId="{DDBD1064-CDC2-4472-9EF9-077D90B3AADC}" dt="2025-09-01T11:34:03.941" v="2838" actId="1036"/>
          <ac:grpSpMkLst>
            <pc:docMk/>
            <pc:sldMk cId="1435605524" sldId="2147483205"/>
            <ac:grpSpMk id="12" creationId="{FB641603-0814-8317-9EE9-1F21C31ECA5F}"/>
          </ac:grpSpMkLst>
        </pc:grpChg>
        <pc:grpChg chg="add mod">
          <ac:chgData name="Mohamed Ali" userId="c0c10aba-c922-46fb-868a-1a879be00c0a" providerId="ADAL" clId="{DDBD1064-CDC2-4472-9EF9-077D90B3AADC}" dt="2025-09-01T11:34:03.941" v="2838" actId="1036"/>
          <ac:grpSpMkLst>
            <pc:docMk/>
            <pc:sldMk cId="1435605524" sldId="2147483205"/>
            <ac:grpSpMk id="13" creationId="{D1A9B712-792F-AE8E-843C-7C4E1CF729CB}"/>
          </ac:grpSpMkLst>
        </pc:grpChg>
        <pc:picChg chg="mod">
          <ac:chgData name="Mohamed Ali" userId="c0c10aba-c922-46fb-868a-1a879be00c0a" providerId="ADAL" clId="{DDBD1064-CDC2-4472-9EF9-077D90B3AADC}" dt="2025-09-01T11:34:10.539" v="2839" actId="1076"/>
          <ac:picMkLst>
            <pc:docMk/>
            <pc:sldMk cId="1435605524" sldId="2147483205"/>
            <ac:picMk id="17" creationId="{D4C6B9A6-48C9-0E38-8EF9-6C974262804D}"/>
          </ac:picMkLst>
        </pc:picChg>
        <pc:picChg chg="add mod">
          <ac:chgData name="Mohamed Ali" userId="c0c10aba-c922-46fb-868a-1a879be00c0a" providerId="ADAL" clId="{DDBD1064-CDC2-4472-9EF9-077D90B3AADC}" dt="2025-09-01T09:13:51.263" v="1613"/>
          <ac:picMkLst>
            <pc:docMk/>
            <pc:sldMk cId="1435605524" sldId="2147483205"/>
            <ac:picMk id="50" creationId="{237FDDB1-0F4E-FA2C-05E2-C0E3B2D0970E}"/>
          </ac:picMkLst>
        </pc:picChg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1066803573" sldId="2147483206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4259104500" sldId="2147483207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473633670" sldId="2147483208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3911110517" sldId="2147483209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3332201614" sldId="2147483210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4044814885" sldId="2147483211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1747213994" sldId="2147483212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3087529723" sldId="2147483213"/>
        </pc:sldMkLst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467894970" sldId="2147483214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1244717915" sldId="2147483215"/>
        </pc:sldMkLst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2970769003" sldId="2147483216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2332926674" sldId="2147483217"/>
        </pc:sldMkLst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3470109147" sldId="2147483221"/>
        </pc:sldMkLst>
        <pc:spChg chg="add mod">
          <ac:chgData name="Mohamed Ali" userId="c0c10aba-c922-46fb-868a-1a879be00c0a" providerId="ADAL" clId="{DDBD1064-CDC2-4472-9EF9-077D90B3AADC}" dt="2025-09-01T12:49:46.544" v="3366" actId="242"/>
          <ac:spMkLst>
            <pc:docMk/>
            <pc:sldMk cId="3470109147" sldId="2147483221"/>
            <ac:spMk id="8" creationId="{DBA9F6C2-D773-8EC4-4B92-BCF4BEB78FFB}"/>
          </ac:spMkLst>
        </pc:spChg>
        <pc:spChg chg="add mod">
          <ac:chgData name="Mohamed Ali" userId="c0c10aba-c922-46fb-868a-1a879be00c0a" providerId="ADAL" clId="{DDBD1064-CDC2-4472-9EF9-077D90B3AADC}" dt="2025-09-01T12:47:26.835" v="3320"/>
          <ac:spMkLst>
            <pc:docMk/>
            <pc:sldMk cId="3470109147" sldId="2147483221"/>
            <ac:spMk id="9" creationId="{506B8558-4683-D666-0CAC-1BB61A729C81}"/>
          </ac:spMkLst>
        </pc:spChg>
        <pc:spChg chg="add mod">
          <ac:chgData name="Mohamed Ali" userId="c0c10aba-c922-46fb-868a-1a879be00c0a" providerId="ADAL" clId="{DDBD1064-CDC2-4472-9EF9-077D90B3AADC}" dt="2025-09-01T12:47:26.835" v="3320"/>
          <ac:spMkLst>
            <pc:docMk/>
            <pc:sldMk cId="3470109147" sldId="2147483221"/>
            <ac:spMk id="15" creationId="{735473EC-39EA-8617-13AC-A1325D102022}"/>
          </ac:spMkLst>
        </pc:spChg>
        <pc:spChg chg="add mod">
          <ac:chgData name="Mohamed Ali" userId="c0c10aba-c922-46fb-868a-1a879be00c0a" providerId="ADAL" clId="{DDBD1064-CDC2-4472-9EF9-077D90B3AADC}" dt="2025-09-01T12:47:26.835" v="3320"/>
          <ac:spMkLst>
            <pc:docMk/>
            <pc:sldMk cId="3470109147" sldId="2147483221"/>
            <ac:spMk id="16" creationId="{BCC4F0E2-69A5-FDC2-411F-87E124B09D13}"/>
          </ac:spMkLst>
        </pc:spChg>
        <pc:spChg chg="mod">
          <ac:chgData name="Mohamed Ali" userId="c0c10aba-c922-46fb-868a-1a879be00c0a" providerId="ADAL" clId="{DDBD1064-CDC2-4472-9EF9-077D90B3AADC}" dt="2025-09-01T07:31:02.248" v="591" actId="313"/>
          <ac:spMkLst>
            <pc:docMk/>
            <pc:sldMk cId="3470109147" sldId="2147483221"/>
            <ac:spMk id="22" creationId="{ADFC14EE-AF48-20CD-739C-203441BDE4A5}"/>
          </ac:spMkLst>
        </pc:spChg>
        <pc:spChg chg="add mod">
          <ac:chgData name="Mohamed Ali" userId="c0c10aba-c922-46fb-868a-1a879be00c0a" providerId="ADAL" clId="{DDBD1064-CDC2-4472-9EF9-077D90B3AADC}" dt="2025-09-02T06:51:11.854" v="4754"/>
          <ac:spMkLst>
            <pc:docMk/>
            <pc:sldMk cId="3470109147" sldId="2147483221"/>
            <ac:spMk id="24" creationId="{B69729CF-0FC0-4A00-2B75-3881626BBC74}"/>
          </ac:spMkLst>
        </pc:spChg>
        <pc:picChg chg="add mod">
          <ac:chgData name="Mohamed Ali" userId="c0c10aba-c922-46fb-868a-1a879be00c0a" providerId="ADAL" clId="{DDBD1064-CDC2-4472-9EF9-077D90B3AADC}" dt="2025-09-01T11:07:53.570" v="2480"/>
          <ac:picMkLst>
            <pc:docMk/>
            <pc:sldMk cId="3470109147" sldId="2147483221"/>
            <ac:picMk id="2" creationId="{2888DAAD-4526-FD8B-17BE-F443E274F500}"/>
          </ac:picMkLst>
        </pc:picChg>
        <pc:picChg chg="add mod">
          <ac:chgData name="Mohamed Ali" userId="c0c10aba-c922-46fb-868a-1a879be00c0a" providerId="ADAL" clId="{DDBD1064-CDC2-4472-9EF9-077D90B3AADC}" dt="2025-09-02T08:07:48.365" v="5334" actId="1076"/>
          <ac:picMkLst>
            <pc:docMk/>
            <pc:sldMk cId="3470109147" sldId="2147483221"/>
            <ac:picMk id="26" creationId="{1697D6EE-7188-B2CC-9452-61F4EF28C45D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6:03.922" v="5385" actId="47"/>
        <pc:sldMkLst>
          <pc:docMk/>
          <pc:sldMk cId="347897276" sldId="2147483222"/>
        </pc:sldMkLst>
        <pc:spChg chg="add mod">
          <ac:chgData name="Mohamed Ali" userId="c0c10aba-c922-46fb-868a-1a879be00c0a" providerId="ADAL" clId="{DDBD1064-CDC2-4472-9EF9-077D90B3AADC}" dt="2025-09-01T12:49:49.748" v="3367" actId="242"/>
          <ac:spMkLst>
            <pc:docMk/>
            <pc:sldMk cId="347897276" sldId="2147483222"/>
            <ac:spMk id="5" creationId="{11A95326-A08F-16B0-EE42-03DD69F55638}"/>
          </ac:spMkLst>
        </pc:spChg>
        <pc:spChg chg="add mod">
          <ac:chgData name="Mohamed Ali" userId="c0c10aba-c922-46fb-868a-1a879be00c0a" providerId="ADAL" clId="{DDBD1064-CDC2-4472-9EF9-077D90B3AADC}" dt="2025-09-01T12:47:27.520" v="3321"/>
          <ac:spMkLst>
            <pc:docMk/>
            <pc:sldMk cId="347897276" sldId="2147483222"/>
            <ac:spMk id="10" creationId="{08E7B66B-7BCD-E30A-3CAF-92F4514723A0}"/>
          </ac:spMkLst>
        </pc:spChg>
        <pc:spChg chg="add mod">
          <ac:chgData name="Mohamed Ali" userId="c0c10aba-c922-46fb-868a-1a879be00c0a" providerId="ADAL" clId="{DDBD1064-CDC2-4472-9EF9-077D90B3AADC}" dt="2025-09-01T12:47:27.520" v="3321"/>
          <ac:spMkLst>
            <pc:docMk/>
            <pc:sldMk cId="347897276" sldId="2147483222"/>
            <ac:spMk id="17" creationId="{5EAD0B5F-884D-0929-3365-0C6378C2DFEB}"/>
          </ac:spMkLst>
        </pc:spChg>
        <pc:spChg chg="add mod">
          <ac:chgData name="Mohamed Ali" userId="c0c10aba-c922-46fb-868a-1a879be00c0a" providerId="ADAL" clId="{DDBD1064-CDC2-4472-9EF9-077D90B3AADC}" dt="2025-09-01T12:47:27.520" v="3321"/>
          <ac:spMkLst>
            <pc:docMk/>
            <pc:sldMk cId="347897276" sldId="2147483222"/>
            <ac:spMk id="21" creationId="{981203AA-C6E3-E498-EA3D-1AD87C394661}"/>
          </ac:spMkLst>
        </pc:spChg>
        <pc:spChg chg="add mod">
          <ac:chgData name="Mohamed Ali" userId="c0c10aba-c922-46fb-868a-1a879be00c0a" providerId="ADAL" clId="{DDBD1064-CDC2-4472-9EF9-077D90B3AADC}" dt="2025-09-02T06:51:12.407" v="4755"/>
          <ac:spMkLst>
            <pc:docMk/>
            <pc:sldMk cId="347897276" sldId="2147483222"/>
            <ac:spMk id="22" creationId="{9341B8A2-7449-2BC2-B9AD-3304308D2D5D}"/>
          </ac:spMkLst>
        </pc:spChg>
        <pc:picChg chg="add mod">
          <ac:chgData name="Mohamed Ali" userId="c0c10aba-c922-46fb-868a-1a879be00c0a" providerId="ADAL" clId="{DDBD1064-CDC2-4472-9EF9-077D90B3AADC}" dt="2025-09-01T11:08:02.974" v="2487"/>
          <ac:picMkLst>
            <pc:docMk/>
            <pc:sldMk cId="347897276" sldId="2147483222"/>
            <ac:picMk id="3" creationId="{E2376026-D9DE-3C0B-824E-245FECB56142}"/>
          </ac:picMkLst>
        </pc:pic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2703276165" sldId="2147483225"/>
        </pc:sldMkLst>
        <pc:spChg chg="add mod">
          <ac:chgData name="Mohamed Ali" userId="c0c10aba-c922-46fb-868a-1a879be00c0a" providerId="ADAL" clId="{DDBD1064-CDC2-4472-9EF9-077D90B3AADC}" dt="2025-09-02T06:51:34.032" v="4786"/>
          <ac:spMkLst>
            <pc:docMk/>
            <pc:sldMk cId="2703276165" sldId="2147483225"/>
            <ac:spMk id="9" creationId="{BF0E31BB-278A-5B47-B2A8-EDFDCE6DC5F1}"/>
          </ac:spMkLst>
        </pc:spChg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2191293775" sldId="2147483226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1195933487" sldId="2147483227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2012025210" sldId="2147483228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241382088" sldId="2147483229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3388287033" sldId="2147483230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2039439206" sldId="2147483231"/>
        </pc:sldMkLst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356377777" sldId="2147483236"/>
        </pc:sldMkLst>
        <pc:spChg chg="add mod">
          <ac:chgData name="Mohamed Ali" userId="c0c10aba-c922-46fb-868a-1a879be00c0a" providerId="ADAL" clId="{DDBD1064-CDC2-4472-9EF9-077D90B3AADC}" dt="2025-09-02T06:51:30.005" v="4780"/>
          <ac:spMkLst>
            <pc:docMk/>
            <pc:sldMk cId="356377777" sldId="2147483236"/>
            <ac:spMk id="19" creationId="{B31F0A2E-7F80-1997-1461-934430DB4023}"/>
          </ac:spMkLst>
        </pc:spChg>
      </pc:sldChg>
      <pc:sldChg chg="addSp delSp modSp del mod">
        <pc:chgData name="Mohamed Ali" userId="c0c10aba-c922-46fb-868a-1a879be00c0a" providerId="ADAL" clId="{DDBD1064-CDC2-4472-9EF9-077D90B3AADC}" dt="2025-09-03T07:44:11.514" v="5384" actId="47"/>
        <pc:sldMkLst>
          <pc:docMk/>
          <pc:sldMk cId="1824518651" sldId="2147483242"/>
        </pc:sldMkLst>
        <pc:spChg chg="add mod">
          <ac:chgData name="Mohamed Ali" userId="c0c10aba-c922-46fb-868a-1a879be00c0a" providerId="ADAL" clId="{DDBD1064-CDC2-4472-9EF9-077D90B3AADC}" dt="2025-09-02T06:51:30.643" v="4781"/>
          <ac:spMkLst>
            <pc:docMk/>
            <pc:sldMk cId="1824518651" sldId="2147483242"/>
            <ac:spMk id="19" creationId="{0E4EB40D-718F-0097-8F34-BD9EA1B596F0}"/>
          </ac:spMkLst>
        </pc:spChg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3248263389" sldId="2147483244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2584011644" sldId="2147483245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3946629737" sldId="2147483246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3045454541" sldId="2147483248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2993364638" sldId="2147483249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4024270898" sldId="2147483250"/>
        </pc:sldMkLst>
      </pc:sldChg>
      <pc:sldChg chg="modSp del mod">
        <pc:chgData name="Mohamed Ali" userId="c0c10aba-c922-46fb-868a-1a879be00c0a" providerId="ADAL" clId="{DDBD1064-CDC2-4472-9EF9-077D90B3AADC}" dt="2025-09-01T07:39:03.281" v="818" actId="47"/>
        <pc:sldMkLst>
          <pc:docMk/>
          <pc:sldMk cId="1585213887" sldId="2147483251"/>
        </pc:sldMkLst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3800751085" sldId="2147483252"/>
        </pc:sldMkLst>
      </pc:sldChg>
      <pc:sldChg chg="del">
        <pc:chgData name="Mohamed Ali" userId="c0c10aba-c922-46fb-868a-1a879be00c0a" providerId="ADAL" clId="{DDBD1064-CDC2-4472-9EF9-077D90B3AADC}" dt="2025-09-01T07:39:03.281" v="818" actId="47"/>
        <pc:sldMkLst>
          <pc:docMk/>
          <pc:sldMk cId="2688846939" sldId="2147483253"/>
        </pc:sldMkLst>
      </pc:sldChg>
      <pc:sldChg chg="del">
        <pc:chgData name="Mohamed Ali" userId="c0c10aba-c922-46fb-868a-1a879be00c0a" providerId="ADAL" clId="{DDBD1064-CDC2-4472-9EF9-077D90B3AADC}" dt="2025-09-01T08:30:01.254" v="1340" actId="2696"/>
        <pc:sldMkLst>
          <pc:docMk/>
          <pc:sldMk cId="3825972478" sldId="2147483254"/>
        </pc:sldMkLst>
      </pc:sldChg>
      <pc:sldChg chg="addSp delSp modSp add del mod">
        <pc:chgData name="Mohamed Ali" userId="c0c10aba-c922-46fb-868a-1a879be00c0a" providerId="ADAL" clId="{DDBD1064-CDC2-4472-9EF9-077D90B3AADC}" dt="2025-09-01T13:13:41.820" v="3578" actId="2696"/>
        <pc:sldMkLst>
          <pc:docMk/>
          <pc:sldMk cId="2884553765" sldId="2147483255"/>
        </pc:sldMkLst>
      </pc:sldChg>
      <pc:sldChg chg="addSp delSp modSp add del mod">
        <pc:chgData name="Mohamed Ali" userId="c0c10aba-c922-46fb-868a-1a879be00c0a" providerId="ADAL" clId="{DDBD1064-CDC2-4472-9EF9-077D90B3AADC}" dt="2025-09-01T13:13:41.820" v="3578" actId="2696"/>
        <pc:sldMkLst>
          <pc:docMk/>
          <pc:sldMk cId="4004069077" sldId="2147483256"/>
        </pc:sldMkLst>
      </pc:sldChg>
      <pc:sldChg chg="addSp delSp modSp add del mod">
        <pc:chgData name="Mohamed Ali" userId="c0c10aba-c922-46fb-868a-1a879be00c0a" providerId="ADAL" clId="{DDBD1064-CDC2-4472-9EF9-077D90B3AADC}" dt="2025-09-01T13:34:57.502" v="4051" actId="47"/>
        <pc:sldMkLst>
          <pc:docMk/>
          <pc:sldMk cId="3666222490" sldId="2147483257"/>
        </pc:sldMkLst>
      </pc:sldChg>
      <pc:sldChg chg="addSp delSp modSp add del mod">
        <pc:chgData name="Mohamed Ali" userId="c0c10aba-c922-46fb-868a-1a879be00c0a" providerId="ADAL" clId="{DDBD1064-CDC2-4472-9EF9-077D90B3AADC}" dt="2025-09-01T13:34:57.502" v="4051" actId="47"/>
        <pc:sldMkLst>
          <pc:docMk/>
          <pc:sldMk cId="3936795448" sldId="2147483258"/>
        </pc:sldMkLst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355755494" sldId="2147483259"/>
        </pc:sldMkLst>
        <pc:spChg chg="add mod">
          <ac:chgData name="Mohamed Ali" userId="c0c10aba-c922-46fb-868a-1a879be00c0a" providerId="ADAL" clId="{DDBD1064-CDC2-4472-9EF9-077D90B3AADC}" dt="2025-09-01T11:06:34.082" v="2441"/>
          <ac:spMkLst>
            <pc:docMk/>
            <pc:sldMk cId="3355755494" sldId="2147483259"/>
            <ac:spMk id="3" creationId="{D262325A-6D43-9B9E-D646-6976760177E8}"/>
          </ac:spMkLst>
        </pc:spChg>
        <pc:spChg chg="add mod">
          <ac:chgData name="Mohamed Ali" userId="c0c10aba-c922-46fb-868a-1a879be00c0a" providerId="ADAL" clId="{DDBD1064-CDC2-4472-9EF9-077D90B3AADC}" dt="2025-09-01T12:47:17.280" v="3307"/>
          <ac:spMkLst>
            <pc:docMk/>
            <pc:sldMk cId="3355755494" sldId="2147483259"/>
            <ac:spMk id="7" creationId="{D6F67C36-B819-E11B-354A-A0BB2803AFCB}"/>
          </ac:spMkLst>
        </pc:spChg>
        <pc:spChg chg="add mod">
          <ac:chgData name="Mohamed Ali" userId="c0c10aba-c922-46fb-868a-1a879be00c0a" providerId="ADAL" clId="{DDBD1064-CDC2-4472-9EF9-077D90B3AADC}" dt="2025-09-01T12:47:17.280" v="3307"/>
          <ac:spMkLst>
            <pc:docMk/>
            <pc:sldMk cId="3355755494" sldId="2147483259"/>
            <ac:spMk id="8" creationId="{74D183D6-1566-2FFE-6AE2-DE72AA233114}"/>
          </ac:spMkLst>
        </pc:spChg>
        <pc:spChg chg="add mod">
          <ac:chgData name="Mohamed Ali" userId="c0c10aba-c922-46fb-868a-1a879be00c0a" providerId="ADAL" clId="{DDBD1064-CDC2-4472-9EF9-077D90B3AADC}" dt="2025-09-01T12:47:17.280" v="3307"/>
          <ac:spMkLst>
            <pc:docMk/>
            <pc:sldMk cId="3355755494" sldId="2147483259"/>
            <ac:spMk id="9" creationId="{CA8A9E60-D8C5-D18F-CABD-825BB0F9411D}"/>
          </ac:spMkLst>
        </pc:spChg>
        <pc:spChg chg="add mod">
          <ac:chgData name="Mohamed Ali" userId="c0c10aba-c922-46fb-868a-1a879be00c0a" providerId="ADAL" clId="{DDBD1064-CDC2-4472-9EF9-077D90B3AADC}" dt="2025-09-02T06:50:59.139" v="4741"/>
          <ac:spMkLst>
            <pc:docMk/>
            <pc:sldMk cId="3355755494" sldId="2147483259"/>
            <ac:spMk id="10" creationId="{81926BB0-E62E-4BEF-E514-BEF12E534006}"/>
          </ac:spMkLst>
        </pc:spChg>
        <pc:spChg chg="mod">
          <ac:chgData name="Mohamed Ali" userId="c0c10aba-c922-46fb-868a-1a879be00c0a" providerId="ADAL" clId="{DDBD1064-CDC2-4472-9EF9-077D90B3AADC}" dt="2025-09-01T08:11:09.795" v="1141"/>
          <ac:spMkLst>
            <pc:docMk/>
            <pc:sldMk cId="3355755494" sldId="2147483259"/>
            <ac:spMk id="31" creationId="{BBE4B1BD-8873-1CDB-51E0-0FE2779C38D5}"/>
          </ac:spMkLst>
        </pc:spChg>
        <pc:spChg chg="mod">
          <ac:chgData name="Mohamed Ali" userId="c0c10aba-c922-46fb-868a-1a879be00c0a" providerId="ADAL" clId="{DDBD1064-CDC2-4472-9EF9-077D90B3AADC}" dt="2025-09-01T08:11:21.638" v="1143" actId="113"/>
          <ac:spMkLst>
            <pc:docMk/>
            <pc:sldMk cId="3355755494" sldId="2147483259"/>
            <ac:spMk id="32" creationId="{34F30623-83CA-C6CE-5B9C-5A118069C29E}"/>
          </ac:spMkLst>
        </pc:spChg>
        <pc:picChg chg="add mod">
          <ac:chgData name="Mohamed Ali" userId="c0c10aba-c922-46fb-868a-1a879be00c0a" providerId="ADAL" clId="{DDBD1064-CDC2-4472-9EF9-077D90B3AADC}" dt="2025-09-01T09:15:25.861" v="1667"/>
          <ac:picMkLst>
            <pc:docMk/>
            <pc:sldMk cId="3355755494" sldId="2147483259"/>
            <ac:picMk id="6" creationId="{78AF2334-4689-FCCE-BA65-94C7E9D75156}"/>
          </ac:picMkLst>
        </pc:pic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974535096" sldId="2147483260"/>
        </pc:sldMkLst>
        <pc:spChg chg="add mod">
          <ac:chgData name="Mohamed Ali" userId="c0c10aba-c922-46fb-868a-1a879be00c0a" providerId="ADAL" clId="{DDBD1064-CDC2-4472-9EF9-077D90B3AADC}" dt="2025-09-01T11:06:34.721" v="2442"/>
          <ac:spMkLst>
            <pc:docMk/>
            <pc:sldMk cId="1974535096" sldId="2147483260"/>
            <ac:spMk id="3" creationId="{674EC059-DC20-14FC-64D4-C3032958C4C2}"/>
          </ac:spMkLst>
        </pc:spChg>
        <pc:spChg chg="add mod">
          <ac:chgData name="Mohamed Ali" userId="c0c10aba-c922-46fb-868a-1a879be00c0a" providerId="ADAL" clId="{DDBD1064-CDC2-4472-9EF9-077D90B3AADC}" dt="2025-09-01T12:47:17.995" v="3308"/>
          <ac:spMkLst>
            <pc:docMk/>
            <pc:sldMk cId="1974535096" sldId="2147483260"/>
            <ac:spMk id="5" creationId="{E031F4DF-E6B5-6151-FCDA-FB18503AA641}"/>
          </ac:spMkLst>
        </pc:spChg>
        <pc:spChg chg="mod">
          <ac:chgData name="Mohamed Ali" userId="c0c10aba-c922-46fb-868a-1a879be00c0a" providerId="ADAL" clId="{DDBD1064-CDC2-4472-9EF9-077D90B3AADC}" dt="2025-09-01T08:13:43.353" v="1145" actId="207"/>
          <ac:spMkLst>
            <pc:docMk/>
            <pc:sldMk cId="1974535096" sldId="2147483260"/>
            <ac:spMk id="8" creationId="{3763C18C-8F5C-A8A2-8172-F3C7452D3883}"/>
          </ac:spMkLst>
        </pc:spChg>
        <pc:spChg chg="add mod">
          <ac:chgData name="Mohamed Ali" userId="c0c10aba-c922-46fb-868a-1a879be00c0a" providerId="ADAL" clId="{DDBD1064-CDC2-4472-9EF9-077D90B3AADC}" dt="2025-09-01T12:47:17.995" v="3308"/>
          <ac:spMkLst>
            <pc:docMk/>
            <pc:sldMk cId="1974535096" sldId="2147483260"/>
            <ac:spMk id="10" creationId="{A8E846C2-F6D8-EDF5-51B3-BED5118EC6AB}"/>
          </ac:spMkLst>
        </pc:spChg>
        <pc:spChg chg="add mod">
          <ac:chgData name="Mohamed Ali" userId="c0c10aba-c922-46fb-868a-1a879be00c0a" providerId="ADAL" clId="{DDBD1064-CDC2-4472-9EF9-077D90B3AADC}" dt="2025-09-01T12:47:17.995" v="3308"/>
          <ac:spMkLst>
            <pc:docMk/>
            <pc:sldMk cId="1974535096" sldId="2147483260"/>
            <ac:spMk id="11" creationId="{F8B47282-CDC5-446C-9A6D-F7E8B0408932}"/>
          </ac:spMkLst>
        </pc:spChg>
        <pc:spChg chg="add mod">
          <ac:chgData name="Mohamed Ali" userId="c0c10aba-c922-46fb-868a-1a879be00c0a" providerId="ADAL" clId="{DDBD1064-CDC2-4472-9EF9-077D90B3AADC}" dt="2025-09-02T06:50:59.809" v="4742"/>
          <ac:spMkLst>
            <pc:docMk/>
            <pc:sldMk cId="1974535096" sldId="2147483260"/>
            <ac:spMk id="12" creationId="{D7F6E083-4E05-E560-0AA1-89C016A20573}"/>
          </ac:spMkLst>
        </pc:spChg>
        <pc:picChg chg="add mod">
          <ac:chgData name="Mohamed Ali" userId="c0c10aba-c922-46fb-868a-1a879be00c0a" providerId="ADAL" clId="{DDBD1064-CDC2-4472-9EF9-077D90B3AADC}" dt="2025-09-01T09:15:32.261" v="1670"/>
          <ac:picMkLst>
            <pc:docMk/>
            <pc:sldMk cId="1974535096" sldId="2147483260"/>
            <ac:picMk id="2" creationId="{CC58E848-A4B7-BCA2-45AB-4B529604290F}"/>
          </ac:picMkLst>
        </pc:pic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2615178799" sldId="2147483261"/>
        </pc:sldMkLst>
        <pc:spChg chg="add mod">
          <ac:chgData name="Mohamed Ali" userId="c0c10aba-c922-46fb-868a-1a879be00c0a" providerId="ADAL" clId="{DDBD1064-CDC2-4472-9EF9-077D90B3AADC}" dt="2025-09-01T11:06:35.435" v="2443"/>
          <ac:spMkLst>
            <pc:docMk/>
            <pc:sldMk cId="2615178799" sldId="2147483261"/>
            <ac:spMk id="3" creationId="{514964D5-9061-78D3-36FA-DB7B9FFAD4E4}"/>
          </ac:spMkLst>
        </pc:spChg>
        <pc:spChg chg="add mod">
          <ac:chgData name="Mohamed Ali" userId="c0c10aba-c922-46fb-868a-1a879be00c0a" providerId="ADAL" clId="{DDBD1064-CDC2-4472-9EF9-077D90B3AADC}" dt="2025-09-01T12:47:18.898" v="3309"/>
          <ac:spMkLst>
            <pc:docMk/>
            <pc:sldMk cId="2615178799" sldId="2147483261"/>
            <ac:spMk id="4" creationId="{5D4F0028-CAA4-06E3-FF0A-B3B334AC7931}"/>
          </ac:spMkLst>
        </pc:spChg>
        <pc:spChg chg="add mod">
          <ac:chgData name="Mohamed Ali" userId="c0c10aba-c922-46fb-868a-1a879be00c0a" providerId="ADAL" clId="{DDBD1064-CDC2-4472-9EF9-077D90B3AADC}" dt="2025-09-01T12:47:18.898" v="3309"/>
          <ac:spMkLst>
            <pc:docMk/>
            <pc:sldMk cId="2615178799" sldId="2147483261"/>
            <ac:spMk id="5" creationId="{1C738941-C237-B50B-D139-10C41E1D3FA2}"/>
          </ac:spMkLst>
        </pc:spChg>
        <pc:spChg chg="add mod">
          <ac:chgData name="Mohamed Ali" userId="c0c10aba-c922-46fb-868a-1a879be00c0a" providerId="ADAL" clId="{DDBD1064-CDC2-4472-9EF9-077D90B3AADC}" dt="2025-09-01T12:47:18.898" v="3309"/>
          <ac:spMkLst>
            <pc:docMk/>
            <pc:sldMk cId="2615178799" sldId="2147483261"/>
            <ac:spMk id="6" creationId="{B53C6217-CCF9-9771-EC54-5576D3888D31}"/>
          </ac:spMkLst>
        </pc:spChg>
        <pc:spChg chg="add mod">
          <ac:chgData name="Mohamed Ali" userId="c0c10aba-c922-46fb-868a-1a879be00c0a" providerId="ADAL" clId="{DDBD1064-CDC2-4472-9EF9-077D90B3AADC}" dt="2025-09-02T06:51:00.440" v="4743"/>
          <ac:spMkLst>
            <pc:docMk/>
            <pc:sldMk cId="2615178799" sldId="2147483261"/>
            <ac:spMk id="7" creationId="{3FCF67F5-5645-88CD-AD12-A109CE0F6D62}"/>
          </ac:spMkLst>
        </pc:spChg>
        <pc:picChg chg="add mod">
          <ac:chgData name="Mohamed Ali" userId="c0c10aba-c922-46fb-868a-1a879be00c0a" providerId="ADAL" clId="{DDBD1064-CDC2-4472-9EF9-077D90B3AADC}" dt="2025-09-01T09:15:35.438" v="1672"/>
          <ac:picMkLst>
            <pc:docMk/>
            <pc:sldMk cId="2615178799" sldId="2147483261"/>
            <ac:picMk id="2" creationId="{B9F2228D-41FC-A8EA-894E-7A68138D71CE}"/>
          </ac:picMkLst>
        </pc:pic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650441768" sldId="2147483262"/>
        </pc:sldMkLst>
        <pc:spChg chg="add mod">
          <ac:chgData name="Mohamed Ali" userId="c0c10aba-c922-46fb-868a-1a879be00c0a" providerId="ADAL" clId="{DDBD1064-CDC2-4472-9EF9-077D90B3AADC}" dt="2025-09-01T12:47:19.638" v="3310"/>
          <ac:spMkLst>
            <pc:docMk/>
            <pc:sldMk cId="650441768" sldId="2147483262"/>
            <ac:spMk id="3" creationId="{02AFBAF4-FCEE-FA9A-91A5-F540C3C8392D}"/>
          </ac:spMkLst>
        </pc:spChg>
        <pc:spChg chg="add mod">
          <ac:chgData name="Mohamed Ali" userId="c0c10aba-c922-46fb-868a-1a879be00c0a" providerId="ADAL" clId="{DDBD1064-CDC2-4472-9EF9-077D90B3AADC}" dt="2025-09-01T12:47:19.638" v="3310"/>
          <ac:spMkLst>
            <pc:docMk/>
            <pc:sldMk cId="650441768" sldId="2147483262"/>
            <ac:spMk id="4" creationId="{11DDBA54-B820-314C-F405-5788E147E9C2}"/>
          </ac:spMkLst>
        </pc:spChg>
        <pc:spChg chg="add mod">
          <ac:chgData name="Mohamed Ali" userId="c0c10aba-c922-46fb-868a-1a879be00c0a" providerId="ADAL" clId="{DDBD1064-CDC2-4472-9EF9-077D90B3AADC}" dt="2025-09-01T11:06:40.147" v="2447"/>
          <ac:spMkLst>
            <pc:docMk/>
            <pc:sldMk cId="650441768" sldId="2147483262"/>
            <ac:spMk id="5" creationId="{E2B5EB9F-762A-C98E-B475-8A2708EF5735}"/>
          </ac:spMkLst>
        </pc:spChg>
        <pc:spChg chg="add mod">
          <ac:chgData name="Mohamed Ali" userId="c0c10aba-c922-46fb-868a-1a879be00c0a" providerId="ADAL" clId="{DDBD1064-CDC2-4472-9EF9-077D90B3AADC}" dt="2025-09-01T12:47:19.638" v="3310"/>
          <ac:spMkLst>
            <pc:docMk/>
            <pc:sldMk cId="650441768" sldId="2147483262"/>
            <ac:spMk id="6" creationId="{C6254328-B017-357D-26B6-A9E234212E78}"/>
          </ac:spMkLst>
        </pc:spChg>
        <pc:spChg chg="add mod">
          <ac:chgData name="Mohamed Ali" userId="c0c10aba-c922-46fb-868a-1a879be00c0a" providerId="ADAL" clId="{DDBD1064-CDC2-4472-9EF9-077D90B3AADC}" dt="2025-09-02T06:51:01.090" v="4744"/>
          <ac:spMkLst>
            <pc:docMk/>
            <pc:sldMk cId="650441768" sldId="2147483262"/>
            <ac:spMk id="7" creationId="{3CD7541C-53A3-1FA5-A82D-E2E8AEC94EB8}"/>
          </ac:spMkLst>
        </pc:spChg>
        <pc:picChg chg="add mod">
          <ac:chgData name="Mohamed Ali" userId="c0c10aba-c922-46fb-868a-1a879be00c0a" providerId="ADAL" clId="{DDBD1064-CDC2-4472-9EF9-077D90B3AADC}" dt="2025-09-01T09:15:37.595" v="1674"/>
          <ac:picMkLst>
            <pc:docMk/>
            <pc:sldMk cId="650441768" sldId="2147483262"/>
            <ac:picMk id="2" creationId="{336B5FD2-2D8D-C507-6EDE-D9FF87E9F875}"/>
          </ac:picMkLst>
        </pc:pic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056178278" sldId="2147483263"/>
        </pc:sldMkLst>
        <pc:spChg chg="add mod">
          <ac:chgData name="Mohamed Ali" userId="c0c10aba-c922-46fb-868a-1a879be00c0a" providerId="ADAL" clId="{DDBD1064-CDC2-4472-9EF9-077D90B3AADC}" dt="2025-09-01T11:06:45.140" v="2449"/>
          <ac:spMkLst>
            <pc:docMk/>
            <pc:sldMk cId="1056178278" sldId="2147483263"/>
            <ac:spMk id="3" creationId="{25AB43C8-82BE-F5C3-011E-E4E73F5407E5}"/>
          </ac:spMkLst>
        </pc:spChg>
        <pc:spChg chg="add mod">
          <ac:chgData name="Mohamed Ali" userId="c0c10aba-c922-46fb-868a-1a879be00c0a" providerId="ADAL" clId="{DDBD1064-CDC2-4472-9EF9-077D90B3AADC}" dt="2025-09-01T12:47:20.325" v="3311"/>
          <ac:spMkLst>
            <pc:docMk/>
            <pc:sldMk cId="1056178278" sldId="2147483263"/>
            <ac:spMk id="4" creationId="{AFA782D8-F6C1-ACF7-FA6E-ABED57B8DECC}"/>
          </ac:spMkLst>
        </pc:spChg>
        <pc:spChg chg="add mod">
          <ac:chgData name="Mohamed Ali" userId="c0c10aba-c922-46fb-868a-1a879be00c0a" providerId="ADAL" clId="{DDBD1064-CDC2-4472-9EF9-077D90B3AADC}" dt="2025-09-01T12:47:20.325" v="3311"/>
          <ac:spMkLst>
            <pc:docMk/>
            <pc:sldMk cId="1056178278" sldId="2147483263"/>
            <ac:spMk id="5" creationId="{808D6155-C958-E1BD-77C6-783390D4DA71}"/>
          </ac:spMkLst>
        </pc:spChg>
        <pc:spChg chg="add mod">
          <ac:chgData name="Mohamed Ali" userId="c0c10aba-c922-46fb-868a-1a879be00c0a" providerId="ADAL" clId="{DDBD1064-CDC2-4472-9EF9-077D90B3AADC}" dt="2025-09-01T12:47:20.325" v="3311"/>
          <ac:spMkLst>
            <pc:docMk/>
            <pc:sldMk cId="1056178278" sldId="2147483263"/>
            <ac:spMk id="6" creationId="{41403E8C-1EFB-FB0A-CA0C-3B89F17AC0DD}"/>
          </ac:spMkLst>
        </pc:spChg>
        <pc:spChg chg="add mod">
          <ac:chgData name="Mohamed Ali" userId="c0c10aba-c922-46fb-868a-1a879be00c0a" providerId="ADAL" clId="{DDBD1064-CDC2-4472-9EF9-077D90B3AADC}" dt="2025-09-02T06:51:01.643" v="4745"/>
          <ac:spMkLst>
            <pc:docMk/>
            <pc:sldMk cId="1056178278" sldId="2147483263"/>
            <ac:spMk id="7" creationId="{58A36C17-7548-CC04-F5FF-DAFAD8AB5DAF}"/>
          </ac:spMkLst>
        </pc:spChg>
        <pc:picChg chg="add mod">
          <ac:chgData name="Mohamed Ali" userId="c0c10aba-c922-46fb-868a-1a879be00c0a" providerId="ADAL" clId="{DDBD1064-CDC2-4472-9EF9-077D90B3AADC}" dt="2025-09-01T09:15:39.972" v="1676"/>
          <ac:picMkLst>
            <pc:docMk/>
            <pc:sldMk cId="1056178278" sldId="2147483263"/>
            <ac:picMk id="2" creationId="{AA275B23-FCFC-4FFB-B583-6F54EB968EEB}"/>
          </ac:picMkLst>
        </pc:pic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568071720" sldId="2147483264"/>
        </pc:sldMkLst>
        <pc:spChg chg="add mod">
          <ac:chgData name="Mohamed Ali" userId="c0c10aba-c922-46fb-868a-1a879be00c0a" providerId="ADAL" clId="{DDBD1064-CDC2-4472-9EF9-077D90B3AADC}" dt="2025-09-01T11:06:50.085" v="2451"/>
          <ac:spMkLst>
            <pc:docMk/>
            <pc:sldMk cId="1568071720" sldId="2147483264"/>
            <ac:spMk id="3" creationId="{12D2E46B-DF87-3833-4719-54235F228387}"/>
          </ac:spMkLst>
        </pc:spChg>
        <pc:spChg chg="add mod">
          <ac:chgData name="Mohamed Ali" userId="c0c10aba-c922-46fb-868a-1a879be00c0a" providerId="ADAL" clId="{DDBD1064-CDC2-4472-9EF9-077D90B3AADC}" dt="2025-09-01T12:47:21.057" v="3312"/>
          <ac:spMkLst>
            <pc:docMk/>
            <pc:sldMk cId="1568071720" sldId="2147483264"/>
            <ac:spMk id="4" creationId="{E0489BA3-995D-BE33-85F3-77D6015173A7}"/>
          </ac:spMkLst>
        </pc:spChg>
        <pc:spChg chg="add mod">
          <ac:chgData name="Mohamed Ali" userId="c0c10aba-c922-46fb-868a-1a879be00c0a" providerId="ADAL" clId="{DDBD1064-CDC2-4472-9EF9-077D90B3AADC}" dt="2025-09-01T12:47:21.057" v="3312"/>
          <ac:spMkLst>
            <pc:docMk/>
            <pc:sldMk cId="1568071720" sldId="2147483264"/>
            <ac:spMk id="5" creationId="{14F500A0-E6C9-853B-A930-466710BBDDC5}"/>
          </ac:spMkLst>
        </pc:spChg>
        <pc:spChg chg="add mod">
          <ac:chgData name="Mohamed Ali" userId="c0c10aba-c922-46fb-868a-1a879be00c0a" providerId="ADAL" clId="{DDBD1064-CDC2-4472-9EF9-077D90B3AADC}" dt="2025-09-01T12:47:21.057" v="3312"/>
          <ac:spMkLst>
            <pc:docMk/>
            <pc:sldMk cId="1568071720" sldId="2147483264"/>
            <ac:spMk id="6" creationId="{E8DC005F-B0B3-069F-99A7-CA644209351D}"/>
          </ac:spMkLst>
        </pc:spChg>
        <pc:spChg chg="add mod">
          <ac:chgData name="Mohamed Ali" userId="c0c10aba-c922-46fb-868a-1a879be00c0a" providerId="ADAL" clId="{DDBD1064-CDC2-4472-9EF9-077D90B3AADC}" dt="2025-09-02T06:51:02.165" v="4746"/>
          <ac:spMkLst>
            <pc:docMk/>
            <pc:sldMk cId="1568071720" sldId="2147483264"/>
            <ac:spMk id="7" creationId="{089A056B-3978-B441-E8E1-378B09852B5B}"/>
          </ac:spMkLst>
        </pc:spChg>
        <pc:picChg chg="add mod">
          <ac:chgData name="Mohamed Ali" userId="c0c10aba-c922-46fb-868a-1a879be00c0a" providerId="ADAL" clId="{DDBD1064-CDC2-4472-9EF9-077D90B3AADC}" dt="2025-09-01T09:15:42.164" v="1678"/>
          <ac:picMkLst>
            <pc:docMk/>
            <pc:sldMk cId="1568071720" sldId="2147483264"/>
            <ac:picMk id="2" creationId="{B1F98159-DBB3-22B4-E0F6-040DC0CC2039}"/>
          </ac:picMkLst>
        </pc:pic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221684485" sldId="2147483265"/>
        </pc:sldMkLst>
        <pc:spChg chg="add mod">
          <ac:chgData name="Mohamed Ali" userId="c0c10aba-c922-46fb-868a-1a879be00c0a" providerId="ADAL" clId="{DDBD1064-CDC2-4472-9EF9-077D90B3AADC}" dt="2025-09-01T11:06:54.717" v="2453"/>
          <ac:spMkLst>
            <pc:docMk/>
            <pc:sldMk cId="221684485" sldId="2147483265"/>
            <ac:spMk id="3" creationId="{730EBE58-2D31-EF07-E626-F090EDC27316}"/>
          </ac:spMkLst>
        </pc:spChg>
        <pc:spChg chg="add mod">
          <ac:chgData name="Mohamed Ali" userId="c0c10aba-c922-46fb-868a-1a879be00c0a" providerId="ADAL" clId="{DDBD1064-CDC2-4472-9EF9-077D90B3AADC}" dt="2025-09-01T12:47:21.901" v="3313"/>
          <ac:spMkLst>
            <pc:docMk/>
            <pc:sldMk cId="221684485" sldId="2147483265"/>
            <ac:spMk id="4" creationId="{E3C00E9B-A6F8-1A6C-3942-2206719373E9}"/>
          </ac:spMkLst>
        </pc:spChg>
        <pc:spChg chg="add mod">
          <ac:chgData name="Mohamed Ali" userId="c0c10aba-c922-46fb-868a-1a879be00c0a" providerId="ADAL" clId="{DDBD1064-CDC2-4472-9EF9-077D90B3AADC}" dt="2025-09-01T12:47:21.901" v="3313"/>
          <ac:spMkLst>
            <pc:docMk/>
            <pc:sldMk cId="221684485" sldId="2147483265"/>
            <ac:spMk id="5" creationId="{0A688F6D-8FD9-4208-E154-1092DD19622A}"/>
          </ac:spMkLst>
        </pc:spChg>
        <pc:spChg chg="add mod">
          <ac:chgData name="Mohamed Ali" userId="c0c10aba-c922-46fb-868a-1a879be00c0a" providerId="ADAL" clId="{DDBD1064-CDC2-4472-9EF9-077D90B3AADC}" dt="2025-09-01T12:47:21.901" v="3313"/>
          <ac:spMkLst>
            <pc:docMk/>
            <pc:sldMk cId="221684485" sldId="2147483265"/>
            <ac:spMk id="6" creationId="{175C4BBB-5DB9-45A7-4FCF-E092032E6C51}"/>
          </ac:spMkLst>
        </pc:spChg>
        <pc:spChg chg="add mod">
          <ac:chgData name="Mohamed Ali" userId="c0c10aba-c922-46fb-868a-1a879be00c0a" providerId="ADAL" clId="{DDBD1064-CDC2-4472-9EF9-077D90B3AADC}" dt="2025-09-02T06:51:02.781" v="4747"/>
          <ac:spMkLst>
            <pc:docMk/>
            <pc:sldMk cId="221684485" sldId="2147483265"/>
            <ac:spMk id="7" creationId="{64E53276-9B21-074F-BDFF-24F66B32F164}"/>
          </ac:spMkLst>
        </pc:spChg>
        <pc:picChg chg="add mod">
          <ac:chgData name="Mohamed Ali" userId="c0c10aba-c922-46fb-868a-1a879be00c0a" providerId="ADAL" clId="{DDBD1064-CDC2-4472-9EF9-077D90B3AADC}" dt="2025-09-01T09:15:47.245" v="1680"/>
          <ac:picMkLst>
            <pc:docMk/>
            <pc:sldMk cId="221684485" sldId="2147483265"/>
            <ac:picMk id="2" creationId="{1C68BA11-7D9B-AF58-E3F0-53FE0027B0AD}"/>
          </ac:picMkLst>
        </pc:pic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598403823" sldId="2147483266"/>
        </pc:sldMkLst>
        <pc:spChg chg="add mod">
          <ac:chgData name="Mohamed Ali" userId="c0c10aba-c922-46fb-868a-1a879be00c0a" providerId="ADAL" clId="{DDBD1064-CDC2-4472-9EF9-077D90B3AADC}" dt="2025-09-01T12:47:22.498" v="3314"/>
          <ac:spMkLst>
            <pc:docMk/>
            <pc:sldMk cId="598403823" sldId="2147483266"/>
            <ac:spMk id="2" creationId="{10F0DD17-3C5A-8564-DE77-AACB9CB9F502}"/>
          </ac:spMkLst>
        </pc:spChg>
        <pc:spChg chg="add mod">
          <ac:chgData name="Mohamed Ali" userId="c0c10aba-c922-46fb-868a-1a879be00c0a" providerId="ADAL" clId="{DDBD1064-CDC2-4472-9EF9-077D90B3AADC}" dt="2025-09-01T11:07:10.545" v="2457"/>
          <ac:spMkLst>
            <pc:docMk/>
            <pc:sldMk cId="598403823" sldId="2147483266"/>
            <ac:spMk id="11" creationId="{FE475EF1-7E83-03FE-ECFE-A1BE0A058335}"/>
          </ac:spMkLst>
        </pc:spChg>
        <pc:spChg chg="add mod">
          <ac:chgData name="Mohamed Ali" userId="c0c10aba-c922-46fb-868a-1a879be00c0a" providerId="ADAL" clId="{DDBD1064-CDC2-4472-9EF9-077D90B3AADC}" dt="2025-09-01T12:47:22.498" v="3314"/>
          <ac:spMkLst>
            <pc:docMk/>
            <pc:sldMk cId="598403823" sldId="2147483266"/>
            <ac:spMk id="12" creationId="{492A8AC4-9AE9-E8CF-E704-88F6ACEB79F2}"/>
          </ac:spMkLst>
        </pc:spChg>
        <pc:spChg chg="add mod">
          <ac:chgData name="Mohamed Ali" userId="c0c10aba-c922-46fb-868a-1a879be00c0a" providerId="ADAL" clId="{DDBD1064-CDC2-4472-9EF9-077D90B3AADC}" dt="2025-09-01T12:47:22.498" v="3314"/>
          <ac:spMkLst>
            <pc:docMk/>
            <pc:sldMk cId="598403823" sldId="2147483266"/>
            <ac:spMk id="13" creationId="{8F9ED577-6536-99AC-3EB4-8573C6A7D518}"/>
          </ac:spMkLst>
        </pc:spChg>
        <pc:spChg chg="add mod">
          <ac:chgData name="Mohamed Ali" userId="c0c10aba-c922-46fb-868a-1a879be00c0a" providerId="ADAL" clId="{DDBD1064-CDC2-4472-9EF9-077D90B3AADC}" dt="2025-09-02T06:51:03.282" v="4748"/>
          <ac:spMkLst>
            <pc:docMk/>
            <pc:sldMk cId="598403823" sldId="2147483266"/>
            <ac:spMk id="14" creationId="{6201E6A7-99C4-9D9A-C976-3E4C630029BF}"/>
          </ac:spMkLst>
        </pc:spChg>
        <pc:picChg chg="add mod">
          <ac:chgData name="Mohamed Ali" userId="c0c10aba-c922-46fb-868a-1a879be00c0a" providerId="ADAL" clId="{DDBD1064-CDC2-4472-9EF9-077D90B3AADC}" dt="2025-09-01T11:07:10.545" v="2457"/>
          <ac:picMkLst>
            <pc:docMk/>
            <pc:sldMk cId="598403823" sldId="2147483266"/>
            <ac:picMk id="10" creationId="{8E479A43-F1FE-C7B2-2EF9-1336F175D206}"/>
          </ac:picMkLst>
        </pc:picChg>
      </pc:sldChg>
      <pc:sldChg chg="add del">
        <pc:chgData name="Mohamed Ali" userId="c0c10aba-c922-46fb-868a-1a879be00c0a" providerId="ADAL" clId="{DDBD1064-CDC2-4472-9EF9-077D90B3AADC}" dt="2025-09-01T11:24:38.765" v="2761" actId="47"/>
        <pc:sldMkLst>
          <pc:docMk/>
          <pc:sldMk cId="112914310" sldId="2147483267"/>
        </pc:sldMkLst>
      </pc:sldChg>
      <pc:sldChg chg="modSp add del mod">
        <pc:chgData name="Mohamed Ali" userId="c0c10aba-c922-46fb-868a-1a879be00c0a" providerId="ADAL" clId="{DDBD1064-CDC2-4472-9EF9-077D90B3AADC}" dt="2025-09-01T12:05:59.189" v="3029" actId="47"/>
        <pc:sldMkLst>
          <pc:docMk/>
          <pc:sldMk cId="1402971675" sldId="2147483267"/>
        </pc:sldMkLst>
      </pc:sldChg>
      <pc:sldChg chg="addSp delSp modSp add del mod">
        <pc:chgData name="Mohamed Ali" userId="c0c10aba-c922-46fb-868a-1a879be00c0a" providerId="ADAL" clId="{DDBD1064-CDC2-4472-9EF9-077D90B3AADC}" dt="2025-09-01T12:05:41.858" v="3026" actId="47"/>
        <pc:sldMkLst>
          <pc:docMk/>
          <pc:sldMk cId="441516459" sldId="2147483268"/>
        </pc:sldMkLst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080219097" sldId="2147483273"/>
        </pc:sldMkLst>
        <pc:spChg chg="mod">
          <ac:chgData name="Mohamed Ali" userId="c0c10aba-c922-46fb-868a-1a879be00c0a" providerId="ADAL" clId="{DDBD1064-CDC2-4472-9EF9-077D90B3AADC}" dt="2025-09-01T12:02:05.480" v="2994" actId="255"/>
          <ac:spMkLst>
            <pc:docMk/>
            <pc:sldMk cId="3080219097" sldId="2147483273"/>
            <ac:spMk id="2" creationId="{2801271F-C26C-09B6-3C99-BD58C9AC19A0}"/>
          </ac:spMkLst>
        </pc:spChg>
        <pc:spChg chg="add mod">
          <ac:chgData name="Mohamed Ali" userId="c0c10aba-c922-46fb-868a-1a879be00c0a" providerId="ADAL" clId="{DDBD1064-CDC2-4472-9EF9-077D90B3AADC}" dt="2025-09-02T06:50:43.087" v="4721"/>
          <ac:spMkLst>
            <pc:docMk/>
            <pc:sldMk cId="3080219097" sldId="2147483273"/>
            <ac:spMk id="3" creationId="{A8218C76-29EF-A2E1-11C9-5FC4F63B1A4E}"/>
          </ac:spMkLst>
        </pc:spChg>
        <pc:spChg chg="mod">
          <ac:chgData name="Mohamed Ali" userId="c0c10aba-c922-46fb-868a-1a879be00c0a" providerId="ADAL" clId="{DDBD1064-CDC2-4472-9EF9-077D90B3AADC}" dt="2025-09-01T12:02:30.193" v="3023" actId="1036"/>
          <ac:spMkLst>
            <pc:docMk/>
            <pc:sldMk cId="3080219097" sldId="2147483273"/>
            <ac:spMk id="5" creationId="{97AA28F8-266C-3E04-96BB-FCDD180DC2B7}"/>
          </ac:spMkLst>
        </pc:spChg>
        <pc:spChg chg="mod">
          <ac:chgData name="Mohamed Ali" userId="c0c10aba-c922-46fb-868a-1a879be00c0a" providerId="ADAL" clId="{DDBD1064-CDC2-4472-9EF9-077D90B3AADC}" dt="2025-09-01T12:02:36.592" v="3025" actId="20577"/>
          <ac:spMkLst>
            <pc:docMk/>
            <pc:sldMk cId="3080219097" sldId="2147483273"/>
            <ac:spMk id="7" creationId="{62522F72-6C47-5BA5-02A9-9AD45C967C49}"/>
          </ac:spMkLst>
        </pc:spChg>
        <pc:spChg chg="add mod">
          <ac:chgData name="Mohamed Ali" userId="c0c10aba-c922-46fb-868a-1a879be00c0a" providerId="ADAL" clId="{DDBD1064-CDC2-4472-9EF9-077D90B3AADC}" dt="2025-09-01T11:44:48.078" v="2876"/>
          <ac:spMkLst>
            <pc:docMk/>
            <pc:sldMk cId="3080219097" sldId="2147483273"/>
            <ac:spMk id="8" creationId="{A653E395-04C5-C9CC-5951-A01B44F957F4}"/>
          </ac:spMkLst>
        </pc:spChg>
        <pc:spChg chg="add mod">
          <ac:chgData name="Mohamed Ali" userId="c0c10aba-c922-46fb-868a-1a879be00c0a" providerId="ADAL" clId="{DDBD1064-CDC2-4472-9EF9-077D90B3AADC}" dt="2025-09-01T11:45:46.750" v="2885"/>
          <ac:spMkLst>
            <pc:docMk/>
            <pc:sldMk cId="3080219097" sldId="2147483273"/>
            <ac:spMk id="10" creationId="{BC7E1DCB-3BCB-62F7-A412-DFB9C269401D}"/>
          </ac:spMkLst>
        </pc:spChg>
        <pc:spChg chg="mod">
          <ac:chgData name="Mohamed Ali" userId="c0c10aba-c922-46fb-868a-1a879be00c0a" providerId="ADAL" clId="{DDBD1064-CDC2-4472-9EF9-077D90B3AADC}" dt="2025-09-01T12:02:30.193" v="3023" actId="1036"/>
          <ac:spMkLst>
            <pc:docMk/>
            <pc:sldMk cId="3080219097" sldId="2147483273"/>
            <ac:spMk id="15" creationId="{0E3DE56F-471D-B3CB-DDA6-257B43D35CE4}"/>
          </ac:spMkLst>
        </pc:spChg>
        <pc:spChg chg="add mod">
          <ac:chgData name="Mohamed Ali" userId="c0c10aba-c922-46fb-868a-1a879be00c0a" providerId="ADAL" clId="{DDBD1064-CDC2-4472-9EF9-077D90B3AADC}" dt="2025-09-01T12:46:56.642" v="3280"/>
          <ac:spMkLst>
            <pc:docMk/>
            <pc:sldMk cId="3080219097" sldId="2147483273"/>
            <ac:spMk id="16" creationId="{DD8C6DD2-10E5-59BD-251D-D63B26E7EF6A}"/>
          </ac:spMkLst>
        </pc:spChg>
        <pc:spChg chg="add mod">
          <ac:chgData name="Mohamed Ali" userId="c0c10aba-c922-46fb-868a-1a879be00c0a" providerId="ADAL" clId="{DDBD1064-CDC2-4472-9EF9-077D90B3AADC}" dt="2025-09-01T12:46:56.642" v="3280"/>
          <ac:spMkLst>
            <pc:docMk/>
            <pc:sldMk cId="3080219097" sldId="2147483273"/>
            <ac:spMk id="17" creationId="{5650BEEA-6AE4-F6CD-8157-59178CE6D1E9}"/>
          </ac:spMkLst>
        </pc:spChg>
        <pc:spChg chg="add mod">
          <ac:chgData name="Mohamed Ali" userId="c0c10aba-c922-46fb-868a-1a879be00c0a" providerId="ADAL" clId="{DDBD1064-CDC2-4472-9EF9-077D90B3AADC}" dt="2025-09-01T12:46:56.642" v="3280"/>
          <ac:spMkLst>
            <pc:docMk/>
            <pc:sldMk cId="3080219097" sldId="2147483273"/>
            <ac:spMk id="19" creationId="{159BAD6E-E11C-7B74-1450-22BD18F54624}"/>
          </ac:spMkLst>
        </pc:spChg>
        <pc:spChg chg="mod">
          <ac:chgData name="Mohamed Ali" userId="c0c10aba-c922-46fb-868a-1a879be00c0a" providerId="ADAL" clId="{DDBD1064-CDC2-4472-9EF9-077D90B3AADC}" dt="2025-09-01T11:42:26.617" v="2871" actId="2711"/>
          <ac:spMkLst>
            <pc:docMk/>
            <pc:sldMk cId="3080219097" sldId="2147483273"/>
            <ac:spMk id="26" creationId="{C3934F55-D726-7012-84C9-1516FEB66302}"/>
          </ac:spMkLst>
        </pc:spChg>
        <pc:spChg chg="mod">
          <ac:chgData name="Mohamed Ali" userId="c0c10aba-c922-46fb-868a-1a879be00c0a" providerId="ADAL" clId="{DDBD1064-CDC2-4472-9EF9-077D90B3AADC}" dt="2025-09-01T11:42:26.617" v="2871" actId="2711"/>
          <ac:spMkLst>
            <pc:docMk/>
            <pc:sldMk cId="3080219097" sldId="2147483273"/>
            <ac:spMk id="29" creationId="{A1B15653-E46F-BCEE-AD22-1ABF9F590D5F}"/>
          </ac:spMkLst>
        </pc:spChg>
        <pc:spChg chg="mod">
          <ac:chgData name="Mohamed Ali" userId="c0c10aba-c922-46fb-868a-1a879be00c0a" providerId="ADAL" clId="{DDBD1064-CDC2-4472-9EF9-077D90B3AADC}" dt="2025-09-01T11:42:26.617" v="2871" actId="2711"/>
          <ac:spMkLst>
            <pc:docMk/>
            <pc:sldMk cId="3080219097" sldId="2147483273"/>
            <ac:spMk id="39" creationId="{C35CEA32-525B-5E18-6E94-607E9E9440CA}"/>
          </ac:spMkLst>
        </pc:spChg>
        <pc:picChg chg="add mod">
          <ac:chgData name="Mohamed Ali" userId="c0c10aba-c922-46fb-868a-1a879be00c0a" providerId="ADAL" clId="{DDBD1064-CDC2-4472-9EF9-077D90B3AADC}" dt="2025-09-01T11:44:48.078" v="2876"/>
          <ac:picMkLst>
            <pc:docMk/>
            <pc:sldMk cId="3080219097" sldId="2147483273"/>
            <ac:picMk id="4" creationId="{E3C1673F-5A61-E184-C537-9B3C8E33844F}"/>
          </ac:picMkLst>
        </pc:picChg>
        <pc:picChg chg="mod">
          <ac:chgData name="Mohamed Ali" userId="c0c10aba-c922-46fb-868a-1a879be00c0a" providerId="ADAL" clId="{DDBD1064-CDC2-4472-9EF9-077D90B3AADC}" dt="2025-09-01T11:45:11.036" v="2879" actId="1076"/>
          <ac:picMkLst>
            <pc:docMk/>
            <pc:sldMk cId="3080219097" sldId="2147483273"/>
            <ac:picMk id="6" creationId="{D50E600E-C878-D19E-D104-9FBC06C23F59}"/>
          </ac:picMkLst>
        </pc:picChg>
        <pc:picChg chg="mod">
          <ac:chgData name="Mohamed Ali" userId="c0c10aba-c922-46fb-868a-1a879be00c0a" providerId="ADAL" clId="{DDBD1064-CDC2-4472-9EF9-077D90B3AADC}" dt="2025-09-01T11:46:42.770" v="2887" actId="1076"/>
          <ac:picMkLst>
            <pc:docMk/>
            <pc:sldMk cId="3080219097" sldId="2147483273"/>
            <ac:picMk id="9" creationId="{1AC5AE8B-AD2E-5D2E-BC5E-3F91F2AA1249}"/>
          </ac:picMkLst>
        </pc:picChg>
        <pc:picChg chg="mod">
          <ac:chgData name="Mohamed Ali" userId="c0c10aba-c922-46fb-868a-1a879be00c0a" providerId="ADAL" clId="{DDBD1064-CDC2-4472-9EF9-077D90B3AADC}" dt="2025-09-01T12:02:30.193" v="3023" actId="1036"/>
          <ac:picMkLst>
            <pc:docMk/>
            <pc:sldMk cId="3080219097" sldId="2147483273"/>
            <ac:picMk id="11" creationId="{0367292F-754C-4EFA-6ED9-0274344EA116}"/>
          </ac:picMkLst>
        </pc:picChg>
        <pc:picChg chg="add mod">
          <ac:chgData name="Mohamed Ali" userId="c0c10aba-c922-46fb-868a-1a879be00c0a" providerId="ADAL" clId="{DDBD1064-CDC2-4472-9EF9-077D90B3AADC}" dt="2025-09-01T12:02:23.332" v="3010" actId="1036"/>
          <ac:picMkLst>
            <pc:docMk/>
            <pc:sldMk cId="3080219097" sldId="2147483273"/>
            <ac:picMk id="12" creationId="{FA8F136B-0E13-04AD-0814-80ABAFF713D2}"/>
          </ac:picMkLst>
        </pc:picChg>
        <pc:picChg chg="add mod">
          <ac:chgData name="Mohamed Ali" userId="c0c10aba-c922-46fb-868a-1a879be00c0a" providerId="ADAL" clId="{DDBD1064-CDC2-4472-9EF9-077D90B3AADC}" dt="2025-09-01T12:02:23.332" v="3010" actId="1036"/>
          <ac:picMkLst>
            <pc:docMk/>
            <pc:sldMk cId="3080219097" sldId="2147483273"/>
            <ac:picMk id="13" creationId="{816A606B-A1C1-8479-1F63-F39B46A903D0}"/>
          </ac:picMkLst>
        </pc:picChg>
        <pc:picChg chg="mod">
          <ac:chgData name="Mohamed Ali" userId="c0c10aba-c922-46fb-868a-1a879be00c0a" providerId="ADAL" clId="{DDBD1064-CDC2-4472-9EF9-077D90B3AADC}" dt="2025-09-01T12:02:30.193" v="3023" actId="1036"/>
          <ac:picMkLst>
            <pc:docMk/>
            <pc:sldMk cId="3080219097" sldId="2147483273"/>
            <ac:picMk id="14" creationId="{432BBE46-40BA-72C9-F8E8-77462603A61F}"/>
          </ac:picMkLst>
        </pc:picChg>
        <pc:picChg chg="mod">
          <ac:chgData name="Mohamed Ali" userId="c0c10aba-c922-46fb-868a-1a879be00c0a" providerId="ADAL" clId="{DDBD1064-CDC2-4472-9EF9-077D90B3AADC}" dt="2025-09-01T11:45:24.104" v="2881" actId="1076"/>
          <ac:picMkLst>
            <pc:docMk/>
            <pc:sldMk cId="3080219097" sldId="2147483273"/>
            <ac:picMk id="20" creationId="{92D71F2A-622D-4261-C505-C715E6117103}"/>
          </ac:picMkLst>
        </pc:picChg>
        <pc:picChg chg="mod">
          <ac:chgData name="Mohamed Ali" userId="c0c10aba-c922-46fb-868a-1a879be00c0a" providerId="ADAL" clId="{DDBD1064-CDC2-4472-9EF9-077D90B3AADC}" dt="2025-09-01T11:45:24.104" v="2881" actId="1076"/>
          <ac:picMkLst>
            <pc:docMk/>
            <pc:sldMk cId="3080219097" sldId="2147483273"/>
            <ac:picMk id="1026" creationId="{22CC2525-C648-AF5C-C175-60EDB48762BB}"/>
          </ac:picMkLst>
        </pc:picChg>
      </pc:sldChg>
      <pc:sldChg chg="addSp delSp modSp add del">
        <pc:chgData name="Mohamed Ali" userId="c0c10aba-c922-46fb-868a-1a879be00c0a" providerId="ADAL" clId="{DDBD1064-CDC2-4472-9EF9-077D90B3AADC}" dt="2025-09-01T13:10:37.737" v="3573" actId="47"/>
        <pc:sldMkLst>
          <pc:docMk/>
          <pc:sldMk cId="389153850" sldId="2147483274"/>
        </pc:sldMkLst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581876924" sldId="2147483274"/>
        </pc:sldMkLst>
        <pc:spChg chg="mod topLvl">
          <ac:chgData name="Mohamed Ali" userId="c0c10aba-c922-46fb-868a-1a879be00c0a" providerId="ADAL" clId="{DDBD1064-CDC2-4472-9EF9-077D90B3AADC}" dt="2025-09-01T13:27:16.320" v="3921" actId="207"/>
          <ac:spMkLst>
            <pc:docMk/>
            <pc:sldMk cId="581876924" sldId="2147483274"/>
            <ac:spMk id="6" creationId="{4EE08941-AB3C-B871-8329-3484F41F5666}"/>
          </ac:spMkLst>
        </pc:spChg>
        <pc:spChg chg="mod">
          <ac:chgData name="Mohamed Ali" userId="c0c10aba-c922-46fb-868a-1a879be00c0a" providerId="ADAL" clId="{DDBD1064-CDC2-4472-9EF9-077D90B3AADC}" dt="2025-09-01T13:29:23.928" v="3970" actId="20577"/>
          <ac:spMkLst>
            <pc:docMk/>
            <pc:sldMk cId="581876924" sldId="2147483274"/>
            <ac:spMk id="8" creationId="{0AF2974F-4A75-B9D4-A8A3-6D2DC7D86221}"/>
          </ac:spMkLst>
        </pc:spChg>
        <pc:spChg chg="mod topLvl">
          <ac:chgData name="Mohamed Ali" userId="c0c10aba-c922-46fb-868a-1a879be00c0a" providerId="ADAL" clId="{DDBD1064-CDC2-4472-9EF9-077D90B3AADC}" dt="2025-09-01T13:27:16.320" v="3921" actId="207"/>
          <ac:spMkLst>
            <pc:docMk/>
            <pc:sldMk cId="581876924" sldId="2147483274"/>
            <ac:spMk id="9" creationId="{9F8163DD-8C18-7D59-9542-FAA5C68C06AC}"/>
          </ac:spMkLst>
        </pc:spChg>
        <pc:spChg chg="mod topLvl">
          <ac:chgData name="Mohamed Ali" userId="c0c10aba-c922-46fb-868a-1a879be00c0a" providerId="ADAL" clId="{DDBD1064-CDC2-4472-9EF9-077D90B3AADC}" dt="2025-09-01T13:27:16.320" v="3921" actId="207"/>
          <ac:spMkLst>
            <pc:docMk/>
            <pc:sldMk cId="581876924" sldId="2147483274"/>
            <ac:spMk id="15" creationId="{A48CDB2D-1281-E9EB-40FB-6578F9CD9B6A}"/>
          </ac:spMkLst>
        </pc:spChg>
        <pc:spChg chg="mod topLvl">
          <ac:chgData name="Mohamed Ali" userId="c0c10aba-c922-46fb-868a-1a879be00c0a" providerId="ADAL" clId="{DDBD1064-CDC2-4472-9EF9-077D90B3AADC}" dt="2025-09-01T13:27:16.320" v="3921" actId="207"/>
          <ac:spMkLst>
            <pc:docMk/>
            <pc:sldMk cId="581876924" sldId="2147483274"/>
            <ac:spMk id="17" creationId="{5F1CF482-39F2-2FD8-7454-AA9D9D90AE08}"/>
          </ac:spMkLst>
        </pc:spChg>
        <pc:spChg chg="mod">
          <ac:chgData name="Mohamed Ali" userId="c0c10aba-c922-46fb-868a-1a879be00c0a" providerId="ADAL" clId="{DDBD1064-CDC2-4472-9EF9-077D90B3AADC}" dt="2025-09-01T13:25:58.136" v="3909" actId="207"/>
          <ac:spMkLst>
            <pc:docMk/>
            <pc:sldMk cId="581876924" sldId="2147483274"/>
            <ac:spMk id="18" creationId="{F3F148FC-16AE-D15C-B08D-3F6114BBE5DD}"/>
          </ac:spMkLst>
        </pc:spChg>
        <pc:spChg chg="mod topLvl">
          <ac:chgData name="Mohamed Ali" userId="c0c10aba-c922-46fb-868a-1a879be00c0a" providerId="ADAL" clId="{DDBD1064-CDC2-4472-9EF9-077D90B3AADC}" dt="2025-09-01T13:26:58.702" v="3918" actId="164"/>
          <ac:spMkLst>
            <pc:docMk/>
            <pc:sldMk cId="581876924" sldId="2147483274"/>
            <ac:spMk id="26" creationId="{B2512871-0582-0214-2037-89CD91629680}"/>
          </ac:spMkLst>
        </pc:spChg>
        <pc:spChg chg="mod topLvl">
          <ac:chgData name="Mohamed Ali" userId="c0c10aba-c922-46fb-868a-1a879be00c0a" providerId="ADAL" clId="{DDBD1064-CDC2-4472-9EF9-077D90B3AADC}" dt="2025-09-01T13:26:58.702" v="3918" actId="164"/>
          <ac:spMkLst>
            <pc:docMk/>
            <pc:sldMk cId="581876924" sldId="2147483274"/>
            <ac:spMk id="28" creationId="{176BA8A3-E183-E237-2688-35DACF9CD001}"/>
          </ac:spMkLst>
        </pc:spChg>
        <pc:spChg chg="mod topLvl">
          <ac:chgData name="Mohamed Ali" userId="c0c10aba-c922-46fb-868a-1a879be00c0a" providerId="ADAL" clId="{DDBD1064-CDC2-4472-9EF9-077D90B3AADC}" dt="2025-09-01T13:26:58.702" v="3918" actId="164"/>
          <ac:spMkLst>
            <pc:docMk/>
            <pc:sldMk cId="581876924" sldId="2147483274"/>
            <ac:spMk id="30" creationId="{A6FFF08A-7DF3-842C-E0B7-1597BEA5F1A4}"/>
          </ac:spMkLst>
        </pc:spChg>
        <pc:spChg chg="mod">
          <ac:chgData name="Mohamed Ali" userId="c0c10aba-c922-46fb-868a-1a879be00c0a" providerId="ADAL" clId="{DDBD1064-CDC2-4472-9EF9-077D90B3AADC}" dt="2025-09-01T13:27:22.139" v="3922"/>
          <ac:spMkLst>
            <pc:docMk/>
            <pc:sldMk cId="581876924" sldId="2147483274"/>
            <ac:spMk id="33" creationId="{34174C13-C841-5207-96DA-A274C7D63945}"/>
          </ac:spMkLst>
        </pc:spChg>
        <pc:spChg chg="mod topLvl">
          <ac:chgData name="Mohamed Ali" userId="c0c10aba-c922-46fb-868a-1a879be00c0a" providerId="ADAL" clId="{DDBD1064-CDC2-4472-9EF9-077D90B3AADC}" dt="2025-09-01T13:27:33.237" v="3924"/>
          <ac:spMkLst>
            <pc:docMk/>
            <pc:sldMk cId="581876924" sldId="2147483274"/>
            <ac:spMk id="34" creationId="{4E269C18-B23B-51EB-A213-E4AD411417C5}"/>
          </ac:spMkLst>
        </pc:spChg>
        <pc:spChg chg="mod">
          <ac:chgData name="Mohamed Ali" userId="c0c10aba-c922-46fb-868a-1a879be00c0a" providerId="ADAL" clId="{DDBD1064-CDC2-4472-9EF9-077D90B3AADC}" dt="2025-09-01T13:27:39.359" v="3925"/>
          <ac:spMkLst>
            <pc:docMk/>
            <pc:sldMk cId="581876924" sldId="2147483274"/>
            <ac:spMk id="35" creationId="{A6A12115-04A8-FACA-416F-322F43F0A4E4}"/>
          </ac:spMkLst>
        </pc:spChg>
        <pc:spChg chg="mod topLvl">
          <ac:chgData name="Mohamed Ali" userId="c0c10aba-c922-46fb-868a-1a879be00c0a" providerId="ADAL" clId="{DDBD1064-CDC2-4472-9EF9-077D90B3AADC}" dt="2025-09-01T13:27:28.903" v="3923"/>
          <ac:spMkLst>
            <pc:docMk/>
            <pc:sldMk cId="581876924" sldId="2147483274"/>
            <ac:spMk id="36" creationId="{9C8377B6-680E-A825-62EB-7A92C81A31E6}"/>
          </ac:spMkLst>
        </pc:spChg>
        <pc:spChg chg="add mod">
          <ac:chgData name="Mohamed Ali" userId="c0c10aba-c922-46fb-868a-1a879be00c0a" providerId="ADAL" clId="{DDBD1064-CDC2-4472-9EF9-077D90B3AADC}" dt="2025-09-01T13:27:54.825" v="3927" actId="1076"/>
          <ac:spMkLst>
            <pc:docMk/>
            <pc:sldMk cId="581876924" sldId="2147483274"/>
            <ac:spMk id="50" creationId="{04D842D8-7AD0-30AF-9F59-B8003ADD0AD9}"/>
          </ac:spMkLst>
        </pc:spChg>
        <pc:spChg chg="add mod">
          <ac:chgData name="Mohamed Ali" userId="c0c10aba-c922-46fb-868a-1a879be00c0a" providerId="ADAL" clId="{DDBD1064-CDC2-4472-9EF9-077D90B3AADC}" dt="2025-09-01T13:27:44.452" v="3926"/>
          <ac:spMkLst>
            <pc:docMk/>
            <pc:sldMk cId="581876924" sldId="2147483274"/>
            <ac:spMk id="51" creationId="{E24B6BDE-F5E8-5A99-9653-3E014560990E}"/>
          </ac:spMkLst>
        </pc:spChg>
        <pc:spChg chg="add mod">
          <ac:chgData name="Mohamed Ali" userId="c0c10aba-c922-46fb-868a-1a879be00c0a" providerId="ADAL" clId="{DDBD1064-CDC2-4472-9EF9-077D90B3AADC}" dt="2025-09-02T06:50:52.806" v="4735"/>
          <ac:spMkLst>
            <pc:docMk/>
            <pc:sldMk cId="581876924" sldId="2147483274"/>
            <ac:spMk id="53" creationId="{473406EA-7E68-6FD2-3CAE-0842F705ACFC}"/>
          </ac:spMkLst>
        </pc:sp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179408201" sldId="2147483275"/>
        </pc:sldMkLst>
        <pc:spChg chg="add mod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8" creationId="{03D79EEC-F0FC-ED00-264D-4E9838DC6003}"/>
          </ac:spMkLst>
        </pc:spChg>
        <pc:spChg chg="add mod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9" creationId="{8CCE6BED-0967-9D63-FE7E-123AD17E191C}"/>
          </ac:spMkLst>
        </pc:spChg>
        <pc:spChg chg="mod">
          <ac:chgData name="Mohamed Ali" userId="c0c10aba-c922-46fb-868a-1a879be00c0a" providerId="ADAL" clId="{DDBD1064-CDC2-4472-9EF9-077D90B3AADC}" dt="2025-09-01T13:29:39.529" v="3975"/>
          <ac:spMkLst>
            <pc:docMk/>
            <pc:sldMk cId="179408201" sldId="2147483275"/>
            <ac:spMk id="13" creationId="{4BE1B71C-0971-A9C8-7282-688E3814CF33}"/>
          </ac:spMkLst>
        </pc:spChg>
        <pc:spChg chg="mod">
          <ac:chgData name="Mohamed Ali" userId="c0c10aba-c922-46fb-868a-1a879be00c0a" providerId="ADAL" clId="{DDBD1064-CDC2-4472-9EF9-077D90B3AADC}" dt="2025-09-01T13:29:47.216" v="3977" actId="207"/>
          <ac:spMkLst>
            <pc:docMk/>
            <pc:sldMk cId="179408201" sldId="2147483275"/>
            <ac:spMk id="14" creationId="{91F5CB3D-FF10-4C79-E9D1-B0B6155A93EB}"/>
          </ac:spMkLst>
        </pc:spChg>
        <pc:spChg chg="mod topLvl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24" creationId="{70F2877C-DB2F-0E26-68BB-DF2EF8B8E5BA}"/>
          </ac:spMkLst>
        </pc:spChg>
        <pc:spChg chg="mod topLvl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25" creationId="{2B1EFF5C-1D12-FE32-9A1C-5B7C60DBD6E5}"/>
          </ac:spMkLst>
        </pc:spChg>
        <pc:spChg chg="mod">
          <ac:chgData name="Mohamed Ali" userId="c0c10aba-c922-46fb-868a-1a879be00c0a" providerId="ADAL" clId="{DDBD1064-CDC2-4472-9EF9-077D90B3AADC}" dt="2025-09-01T13:30:27.944" v="3990" actId="207"/>
          <ac:spMkLst>
            <pc:docMk/>
            <pc:sldMk cId="179408201" sldId="2147483275"/>
            <ac:spMk id="30" creationId="{7C0209AD-5FE6-BAD8-7F7C-192109E6D062}"/>
          </ac:spMkLst>
        </pc:spChg>
        <pc:spChg chg="mod topLvl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32" creationId="{44ADAF2D-3765-9ABC-2379-A1D1742A4F75}"/>
          </ac:spMkLst>
        </pc:spChg>
        <pc:spChg chg="mod topLvl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33" creationId="{D1D261B0-B2C2-F912-2438-445CDA81AF2C}"/>
          </ac:spMkLst>
        </pc:spChg>
        <pc:spChg chg="mod topLvl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34" creationId="{68C7C6A9-CFAE-6ACF-BBC5-93BD29F70360}"/>
          </ac:spMkLst>
        </pc:spChg>
        <pc:spChg chg="mod topLvl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36" creationId="{E7F59521-7D9E-3850-5BD7-27B01EB5E53F}"/>
          </ac:spMkLst>
        </pc:spChg>
        <pc:spChg chg="mod topLvl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51" creationId="{86262E52-1DAA-6773-CBD3-B4EE26D6C970}"/>
          </ac:spMkLst>
        </pc:spChg>
        <pc:spChg chg="mod topLvl">
          <ac:chgData name="Mohamed Ali" userId="c0c10aba-c922-46fb-868a-1a879be00c0a" providerId="ADAL" clId="{DDBD1064-CDC2-4472-9EF9-077D90B3AADC}" dt="2025-09-01T13:30:37.086" v="3992" actId="164"/>
          <ac:spMkLst>
            <pc:docMk/>
            <pc:sldMk cId="179408201" sldId="2147483275"/>
            <ac:spMk id="52" creationId="{164E7C99-E13E-E58F-E21C-69303F6495D5}"/>
          </ac:spMkLst>
        </pc:spChg>
        <pc:spChg chg="mod">
          <ac:chgData name="Mohamed Ali" userId="c0c10aba-c922-46fb-868a-1a879be00c0a" providerId="ADAL" clId="{DDBD1064-CDC2-4472-9EF9-077D90B3AADC}" dt="2025-09-01T13:30:32.318" v="3991" actId="165"/>
          <ac:spMkLst>
            <pc:docMk/>
            <pc:sldMk cId="179408201" sldId="2147483275"/>
            <ac:spMk id="54" creationId="{7F649A71-940D-6DD7-9EDA-B82B969DE801}"/>
          </ac:spMkLst>
        </pc:spChg>
        <pc:spChg chg="mod">
          <ac:chgData name="Mohamed Ali" userId="c0c10aba-c922-46fb-868a-1a879be00c0a" providerId="ADAL" clId="{DDBD1064-CDC2-4472-9EF9-077D90B3AADC}" dt="2025-09-01T13:30:32.318" v="3991" actId="165"/>
          <ac:spMkLst>
            <pc:docMk/>
            <pc:sldMk cId="179408201" sldId="2147483275"/>
            <ac:spMk id="55" creationId="{4DA9A83C-2994-FA48-F0C0-3B4148C6CC4A}"/>
          </ac:spMkLst>
        </pc:spChg>
        <pc:spChg chg="add mod">
          <ac:chgData name="Mohamed Ali" userId="c0c10aba-c922-46fb-868a-1a879be00c0a" providerId="ADAL" clId="{DDBD1064-CDC2-4472-9EF9-077D90B3AADC}" dt="2025-09-02T06:50:53.250" v="4736"/>
          <ac:spMkLst>
            <pc:docMk/>
            <pc:sldMk cId="179408201" sldId="2147483275"/>
            <ac:spMk id="58" creationId="{34245DA4-61F4-73B0-F08E-EE4C5713F320}"/>
          </ac:spMkLst>
        </pc:spChg>
      </pc:sldChg>
      <pc:sldChg chg="addSp modSp add del">
        <pc:chgData name="Mohamed Ali" userId="c0c10aba-c922-46fb-868a-1a879be00c0a" providerId="ADAL" clId="{DDBD1064-CDC2-4472-9EF9-077D90B3AADC}" dt="2025-09-01T12:48:37.866" v="3358" actId="47"/>
        <pc:sldMkLst>
          <pc:docMk/>
          <pc:sldMk cId="290622527" sldId="2147483275"/>
        </pc:sldMkLst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3239135431" sldId="2147483276"/>
        </pc:sldMkLst>
        <pc:spChg chg="mod topLvl">
          <ac:chgData name="Mohamed Ali" userId="c0c10aba-c922-46fb-868a-1a879be00c0a" providerId="ADAL" clId="{DDBD1064-CDC2-4472-9EF9-077D90B3AADC}" dt="2025-09-01T13:31:42.936" v="4010" actId="164"/>
          <ac:spMkLst>
            <pc:docMk/>
            <pc:sldMk cId="3239135431" sldId="2147483276"/>
            <ac:spMk id="3" creationId="{47BECEED-9485-156E-E13B-772F2BAEFDB0}"/>
          </ac:spMkLst>
        </pc:spChg>
        <pc:spChg chg="mod topLvl">
          <ac:chgData name="Mohamed Ali" userId="c0c10aba-c922-46fb-868a-1a879be00c0a" providerId="ADAL" clId="{DDBD1064-CDC2-4472-9EF9-077D90B3AADC}" dt="2025-09-01T13:31:42.936" v="4010" actId="164"/>
          <ac:spMkLst>
            <pc:docMk/>
            <pc:sldMk cId="3239135431" sldId="2147483276"/>
            <ac:spMk id="6" creationId="{B309CE7F-DEF0-9D1F-B2AC-C6A3DE2034FA}"/>
          </ac:spMkLst>
        </pc:spChg>
        <pc:spChg chg="mod topLvl">
          <ac:chgData name="Mohamed Ali" userId="c0c10aba-c922-46fb-868a-1a879be00c0a" providerId="ADAL" clId="{DDBD1064-CDC2-4472-9EF9-077D90B3AADC}" dt="2025-09-01T13:31:42.936" v="4010" actId="164"/>
          <ac:spMkLst>
            <pc:docMk/>
            <pc:sldMk cId="3239135431" sldId="2147483276"/>
            <ac:spMk id="7" creationId="{1814B3F6-D3FF-B22D-B557-3642FB8220EC}"/>
          </ac:spMkLst>
        </pc:spChg>
        <pc:spChg chg="mod">
          <ac:chgData name="Mohamed Ali" userId="c0c10aba-c922-46fb-868a-1a879be00c0a" providerId="ADAL" clId="{DDBD1064-CDC2-4472-9EF9-077D90B3AADC}" dt="2025-09-01T13:31:48.434" v="4011" actId="207"/>
          <ac:spMkLst>
            <pc:docMk/>
            <pc:sldMk cId="3239135431" sldId="2147483276"/>
            <ac:spMk id="8" creationId="{3CDCBDDE-E1FA-1E77-A35A-E5DD71C2F062}"/>
          </ac:spMkLst>
        </pc:spChg>
        <pc:spChg chg="mod">
          <ac:chgData name="Mohamed Ali" userId="c0c10aba-c922-46fb-868a-1a879be00c0a" providerId="ADAL" clId="{DDBD1064-CDC2-4472-9EF9-077D90B3AADC}" dt="2025-09-01T13:31:38.358" v="4009" actId="165"/>
          <ac:spMkLst>
            <pc:docMk/>
            <pc:sldMk cId="3239135431" sldId="2147483276"/>
            <ac:spMk id="11" creationId="{C74383E7-2CB3-8D7E-E087-6A7275C14925}"/>
          </ac:spMkLst>
        </pc:spChg>
        <pc:spChg chg="mod topLvl">
          <ac:chgData name="Mohamed Ali" userId="c0c10aba-c922-46fb-868a-1a879be00c0a" providerId="ADAL" clId="{DDBD1064-CDC2-4472-9EF9-077D90B3AADC}" dt="2025-09-01T13:31:48.434" v="4011" actId="207"/>
          <ac:spMkLst>
            <pc:docMk/>
            <pc:sldMk cId="3239135431" sldId="2147483276"/>
            <ac:spMk id="12" creationId="{8C8F72FA-383E-2196-F304-D52C6F132E37}"/>
          </ac:spMkLst>
        </pc:spChg>
        <pc:spChg chg="mod topLvl">
          <ac:chgData name="Mohamed Ali" userId="c0c10aba-c922-46fb-868a-1a879be00c0a" providerId="ADAL" clId="{DDBD1064-CDC2-4472-9EF9-077D90B3AADC}" dt="2025-09-01T13:31:48.434" v="4011" actId="207"/>
          <ac:spMkLst>
            <pc:docMk/>
            <pc:sldMk cId="3239135431" sldId="2147483276"/>
            <ac:spMk id="13" creationId="{A547C434-E50E-A5A7-2604-D2B9EFE2BF26}"/>
          </ac:spMkLst>
        </pc:spChg>
        <pc:spChg chg="mod topLvl">
          <ac:chgData name="Mohamed Ali" userId="c0c10aba-c922-46fb-868a-1a879be00c0a" providerId="ADAL" clId="{DDBD1064-CDC2-4472-9EF9-077D90B3AADC}" dt="2025-09-01T13:31:48.434" v="4011" actId="207"/>
          <ac:spMkLst>
            <pc:docMk/>
            <pc:sldMk cId="3239135431" sldId="2147483276"/>
            <ac:spMk id="14" creationId="{111961BA-B102-74FA-E475-533E4EAE81DC}"/>
          </ac:spMkLst>
        </pc:spChg>
        <pc:spChg chg="add mod">
          <ac:chgData name="Mohamed Ali" userId="c0c10aba-c922-46fb-868a-1a879be00c0a" providerId="ADAL" clId="{DDBD1064-CDC2-4472-9EF9-077D90B3AADC}" dt="2025-09-01T13:31:42.936" v="4010" actId="164"/>
          <ac:spMkLst>
            <pc:docMk/>
            <pc:sldMk cId="3239135431" sldId="2147483276"/>
            <ac:spMk id="15" creationId="{5CFFF9E2-3591-DF08-33EB-FBA3918DF709}"/>
          </ac:spMkLst>
        </pc:spChg>
        <pc:spChg chg="mod topLvl">
          <ac:chgData name="Mohamed Ali" userId="c0c10aba-c922-46fb-868a-1a879be00c0a" providerId="ADAL" clId="{DDBD1064-CDC2-4472-9EF9-077D90B3AADC}" dt="2025-09-01T13:31:42.936" v="4010" actId="164"/>
          <ac:spMkLst>
            <pc:docMk/>
            <pc:sldMk cId="3239135431" sldId="2147483276"/>
            <ac:spMk id="16" creationId="{11EE1C93-D33C-5767-3E31-92C7D052224F}"/>
          </ac:spMkLst>
        </pc:spChg>
        <pc:spChg chg="mod topLvl">
          <ac:chgData name="Mohamed Ali" userId="c0c10aba-c922-46fb-868a-1a879be00c0a" providerId="ADAL" clId="{DDBD1064-CDC2-4472-9EF9-077D90B3AADC}" dt="2025-09-01T13:31:38.358" v="4009" actId="165"/>
          <ac:spMkLst>
            <pc:docMk/>
            <pc:sldMk cId="3239135431" sldId="2147483276"/>
            <ac:spMk id="17" creationId="{CDA44C4D-DE7E-A03C-A756-6DC0F254904D}"/>
          </ac:spMkLst>
        </pc:spChg>
        <pc:spChg chg="mod topLvl">
          <ac:chgData name="Mohamed Ali" userId="c0c10aba-c922-46fb-868a-1a879be00c0a" providerId="ADAL" clId="{DDBD1064-CDC2-4472-9EF9-077D90B3AADC}" dt="2025-09-01T13:31:42.936" v="4010" actId="164"/>
          <ac:spMkLst>
            <pc:docMk/>
            <pc:sldMk cId="3239135431" sldId="2147483276"/>
            <ac:spMk id="18" creationId="{BF737185-AD5E-A9D4-D7D1-82F0B673413D}"/>
          </ac:spMkLst>
        </pc:spChg>
        <pc:spChg chg="add mod">
          <ac:chgData name="Mohamed Ali" userId="c0c10aba-c922-46fb-868a-1a879be00c0a" providerId="ADAL" clId="{DDBD1064-CDC2-4472-9EF9-077D90B3AADC}" dt="2025-09-01T13:31:42.936" v="4010" actId="164"/>
          <ac:spMkLst>
            <pc:docMk/>
            <pc:sldMk cId="3239135431" sldId="2147483276"/>
            <ac:spMk id="19" creationId="{1B7AD09B-7B19-118F-1C82-C992DE3F80A9}"/>
          </ac:spMkLst>
        </pc:spChg>
        <pc:spChg chg="mod">
          <ac:chgData name="Mohamed Ali" userId="c0c10aba-c922-46fb-868a-1a879be00c0a" providerId="ADAL" clId="{DDBD1064-CDC2-4472-9EF9-077D90B3AADC}" dt="2025-09-01T13:31:15.953" v="4003" actId="207"/>
          <ac:spMkLst>
            <pc:docMk/>
            <pc:sldMk cId="3239135431" sldId="2147483276"/>
            <ac:spMk id="61" creationId="{E6353104-FAC3-D8A7-43D3-87279C216433}"/>
          </ac:spMkLst>
        </pc:spChg>
        <pc:spChg chg="add mod">
          <ac:chgData name="Mohamed Ali" userId="c0c10aba-c922-46fb-868a-1a879be00c0a" providerId="ADAL" clId="{DDBD1064-CDC2-4472-9EF9-077D90B3AADC}" dt="2025-09-02T06:50:53.835" v="4737"/>
          <ac:spMkLst>
            <pc:docMk/>
            <pc:sldMk cId="3239135431" sldId="2147483276"/>
            <ac:spMk id="86" creationId="{CBB30339-8278-3F72-82B1-AAF8F5C45A98}"/>
          </ac:spMkLst>
        </pc:spChg>
      </pc:sldChg>
      <pc:sldChg chg="addSp delSp modSp add del mod">
        <pc:chgData name="Mohamed Ali" userId="c0c10aba-c922-46fb-868a-1a879be00c0a" providerId="ADAL" clId="{DDBD1064-CDC2-4472-9EF9-077D90B3AADC}" dt="2025-09-03T07:46:55.301" v="5388" actId="47"/>
        <pc:sldMkLst>
          <pc:docMk/>
          <pc:sldMk cId="573891272" sldId="2147483277"/>
        </pc:sldMkLst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3" creationId="{4DEBD326-8114-D0ED-788E-9EA410858A68}"/>
          </ac:spMkLst>
        </pc:spChg>
        <pc:spChg chg="mod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5" creationId="{04110A14-8EB5-B353-D999-C91B9BD38490}"/>
          </ac:spMkLst>
        </pc:spChg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6" creationId="{FFC608A1-75E5-EA5A-4749-F93D865FC2C8}"/>
          </ac:spMkLst>
        </pc:spChg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7" creationId="{7E8C3A71-22C9-64BE-8F35-71459BAA042C}"/>
          </ac:spMkLst>
        </pc:spChg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8" creationId="{2C391434-3623-8A4A-F784-A4D05C3D20E2}"/>
          </ac:spMkLst>
        </pc:spChg>
        <pc:spChg chg="mod">
          <ac:chgData name="Mohamed Ali" userId="c0c10aba-c922-46fb-868a-1a879be00c0a" providerId="ADAL" clId="{DDBD1064-CDC2-4472-9EF9-077D90B3AADC}" dt="2025-09-01T13:33:03.946" v="4027" actId="165"/>
          <ac:spMkLst>
            <pc:docMk/>
            <pc:sldMk cId="573891272" sldId="2147483277"/>
            <ac:spMk id="10" creationId="{DFB3B73A-D166-8137-D502-8C347E472753}"/>
          </ac:spMkLst>
        </pc:spChg>
        <pc:spChg chg="mod">
          <ac:chgData name="Mohamed Ali" userId="c0c10aba-c922-46fb-868a-1a879be00c0a" providerId="ADAL" clId="{DDBD1064-CDC2-4472-9EF9-077D90B3AADC}" dt="2025-09-01T13:32:22.652" v="4015"/>
          <ac:spMkLst>
            <pc:docMk/>
            <pc:sldMk cId="573891272" sldId="2147483277"/>
            <ac:spMk id="11" creationId="{32EF614F-A1A5-41AD-0E2B-C9D31C5B041A}"/>
          </ac:spMkLst>
        </pc:spChg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12" creationId="{60D1CBFA-6691-5812-497C-168C54E6B1C2}"/>
          </ac:spMkLst>
        </pc:spChg>
        <pc:spChg chg="mod">
          <ac:chgData name="Mohamed Ali" userId="c0c10aba-c922-46fb-868a-1a879be00c0a" providerId="ADAL" clId="{DDBD1064-CDC2-4472-9EF9-077D90B3AADC}" dt="2025-09-01T13:28:16.411" v="3931" actId="207"/>
          <ac:spMkLst>
            <pc:docMk/>
            <pc:sldMk cId="573891272" sldId="2147483277"/>
            <ac:spMk id="13" creationId="{7EEBB873-F8A5-DEA1-A9D0-E0FCAF86F843}"/>
          </ac:spMkLst>
        </pc:spChg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14" creationId="{4A57FE3C-CA47-ED12-7E79-778132AFD990}"/>
          </ac:spMkLst>
        </pc:spChg>
        <pc:spChg chg="add mod">
          <ac:chgData name="Mohamed Ali" userId="c0c10aba-c922-46fb-868a-1a879be00c0a" providerId="ADAL" clId="{DDBD1064-CDC2-4472-9EF9-077D90B3AADC}" dt="2025-09-01T13:28:02.775" v="3930"/>
          <ac:spMkLst>
            <pc:docMk/>
            <pc:sldMk cId="573891272" sldId="2147483277"/>
            <ac:spMk id="15" creationId="{7AD6E7CF-B12E-A26A-7789-B53F528A4DA6}"/>
          </ac:spMkLst>
        </pc:spChg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16" creationId="{190BB522-93A0-FBE1-7DD7-85956C9D9410}"/>
          </ac:spMkLst>
        </pc:spChg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17" creationId="{E0DB7814-6241-32BD-26D0-0EA842ADBEAD}"/>
          </ac:spMkLst>
        </pc:spChg>
        <pc:spChg chg="mod topLvl">
          <ac:chgData name="Mohamed Ali" userId="c0c10aba-c922-46fb-868a-1a879be00c0a" providerId="ADAL" clId="{DDBD1064-CDC2-4472-9EF9-077D90B3AADC}" dt="2025-09-01T13:33:10.311" v="4028" actId="164"/>
          <ac:spMkLst>
            <pc:docMk/>
            <pc:sldMk cId="573891272" sldId="2147483277"/>
            <ac:spMk id="18" creationId="{8E1630A6-8CE6-D3CC-3428-1E635432DABD}"/>
          </ac:spMkLst>
        </pc:spChg>
        <pc:spChg chg="add mod">
          <ac:chgData name="Mohamed Ali" userId="c0c10aba-c922-46fb-868a-1a879be00c0a" providerId="ADAL" clId="{DDBD1064-CDC2-4472-9EF9-077D90B3AADC}" dt="2025-09-01T13:32:47.267" v="4023"/>
          <ac:spMkLst>
            <pc:docMk/>
            <pc:sldMk cId="573891272" sldId="2147483277"/>
            <ac:spMk id="19" creationId="{205B4998-A4A5-2288-43E2-2AAA9D25D1C4}"/>
          </ac:spMkLst>
        </pc:spChg>
        <pc:spChg chg="mod">
          <ac:chgData name="Mohamed Ali" userId="c0c10aba-c922-46fb-868a-1a879be00c0a" providerId="ADAL" clId="{DDBD1064-CDC2-4472-9EF9-077D90B3AADC}" dt="2025-09-01T13:31:57.966" v="4014"/>
          <ac:spMkLst>
            <pc:docMk/>
            <pc:sldMk cId="573891272" sldId="2147483277"/>
            <ac:spMk id="59" creationId="{BD408A73-5F8C-1BD1-7437-BDE8D3B57027}"/>
          </ac:spMkLst>
        </pc:spChg>
        <pc:spChg chg="mod">
          <ac:chgData name="Mohamed Ali" userId="c0c10aba-c922-46fb-868a-1a879be00c0a" providerId="ADAL" clId="{DDBD1064-CDC2-4472-9EF9-077D90B3AADC}" dt="2025-09-01T13:32:55.303" v="4025" actId="207"/>
          <ac:spMkLst>
            <pc:docMk/>
            <pc:sldMk cId="573891272" sldId="2147483277"/>
            <ac:spMk id="61" creationId="{80E80A5B-C08F-721B-4CDA-A9BAB27C5186}"/>
          </ac:spMkLst>
        </pc:spChg>
        <pc:spChg chg="add mod">
          <ac:chgData name="Mohamed Ali" userId="c0c10aba-c922-46fb-868a-1a879be00c0a" providerId="ADAL" clId="{DDBD1064-CDC2-4472-9EF9-077D90B3AADC}" dt="2025-09-02T06:50:54.518" v="4738"/>
          <ac:spMkLst>
            <pc:docMk/>
            <pc:sldMk cId="573891272" sldId="2147483277"/>
            <ac:spMk id="86" creationId="{ABA3F962-B8E1-8F2A-D724-B1F48DE5CA82}"/>
          </ac:spMkLst>
        </pc:spChg>
      </pc:sldChg>
      <pc:sldMasterChg chg="addSp delSp modSp mod delSldLayout">
        <pc:chgData name="Mohamed Ali" userId="c0c10aba-c922-46fb-868a-1a879be00c0a" providerId="ADAL" clId="{DDBD1064-CDC2-4472-9EF9-077D90B3AADC}" dt="2025-09-03T07:46:55.301" v="5388" actId="47"/>
        <pc:sldMasterMkLst>
          <pc:docMk/>
          <pc:sldMasterMk cId="1419917013" sldId="2147483686"/>
        </pc:sldMasterMkLst>
        <pc:picChg chg="add mod ord">
          <ac:chgData name="Mohamed Ali" userId="c0c10aba-c922-46fb-868a-1a879be00c0a" providerId="ADAL" clId="{DDBD1064-CDC2-4472-9EF9-077D90B3AADC}" dt="2025-09-01T07:03:57.750" v="57" actId="29295"/>
          <ac:picMkLst>
            <pc:docMk/>
            <pc:sldMasterMk cId="1419917013" sldId="2147483686"/>
            <ac:picMk id="11" creationId="{B47A72F7-B16E-5D28-71AF-2A59A8D3C739}"/>
          </ac:picMkLst>
        </pc:picChg>
        <pc:sldLayoutChg chg="del">
          <pc:chgData name="Mohamed Ali" userId="c0c10aba-c922-46fb-868a-1a879be00c0a" providerId="ADAL" clId="{DDBD1064-CDC2-4472-9EF9-077D90B3AADC}" dt="2025-09-03T07:46:55.301" v="5388" actId="47"/>
          <pc:sldLayoutMkLst>
            <pc:docMk/>
            <pc:sldMasterMk cId="1419917013" sldId="2147483686"/>
            <pc:sldLayoutMk cId="840919519" sldId="2147483698"/>
          </pc:sldLayoutMkLst>
        </pc:sldLayoutChg>
        <pc:sldLayoutChg chg="del">
          <pc:chgData name="Mohamed Ali" userId="c0c10aba-c922-46fb-868a-1a879be00c0a" providerId="ADAL" clId="{DDBD1064-CDC2-4472-9EF9-077D90B3AADC}" dt="2025-09-03T07:46:55.301" v="5388" actId="47"/>
          <pc:sldLayoutMkLst>
            <pc:docMk/>
            <pc:sldMasterMk cId="1419917013" sldId="2147483686"/>
            <pc:sldLayoutMk cId="3334699951" sldId="2147483699"/>
          </pc:sldLayoutMkLst>
        </pc:sldLayoutChg>
        <pc:sldLayoutChg chg="del">
          <pc:chgData name="Mohamed Ali" userId="c0c10aba-c922-46fb-868a-1a879be00c0a" providerId="ADAL" clId="{DDBD1064-CDC2-4472-9EF9-077D90B3AADC}" dt="2025-09-03T07:46:55.301" v="5388" actId="47"/>
          <pc:sldLayoutMkLst>
            <pc:docMk/>
            <pc:sldMasterMk cId="1419917013" sldId="2147483686"/>
            <pc:sldLayoutMk cId="3810710188" sldId="214748370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EF65EB-92A1-F04A-D375-6FA3FDD3AB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2E56A-2DAD-8B6B-B8A6-FCFACA2A09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28E2E-0401-45AF-B0F3-B60211E7AC5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0216B-2A0F-2D38-83A2-2495473B6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F1FB8-8FCA-C856-0611-A76DBF91BD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8698B-A9C2-4FA2-825E-6355C6BF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005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eadex Pro SemiBold"/>
                <a:ea typeface="Readex Pro SemiBold"/>
                <a:cs typeface="Readex Pro SemiBold"/>
                <a:sym typeface="Readex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eadex Pro SemiBold"/>
                <a:ea typeface="Readex Pro SemiBold"/>
                <a:cs typeface="Readex Pro SemiBold"/>
                <a:sym typeface="Readex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eadex Pro SemiBold"/>
                <a:ea typeface="Readex Pro SemiBold"/>
                <a:cs typeface="Readex Pro SemiBold"/>
                <a:sym typeface="Readex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ar-SA" sz="1200" b="0" i="0" u="none" strike="noStrike" cap="none">
                <a:solidFill>
                  <a:schemeClr val="dk1"/>
                </a:solidFill>
                <a:latin typeface="Readex Pro SemiBold"/>
                <a:ea typeface="Readex Pro SemiBold"/>
                <a:cs typeface="Readex Pro SemiBold"/>
                <a:sym typeface="Readex Pro SemiBold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Readex Pro SemiBold"/>
              <a:ea typeface="Readex Pro SemiBold"/>
              <a:cs typeface="Readex Pro SemiBold"/>
              <a:sym typeface="Readex Pro SemiBol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87661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8323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45650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9495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7818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80265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3251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0187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27061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212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48644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alphaModFix amt="22000"/>
            <a:lum/>
          </a:blip>
          <a:srcRect/>
          <a:stretch>
            <a:fillRect l="8000" t="-2000" r="-1000" b="-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A1C9-C4D2-CDFA-A8EC-D16B792C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54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B47A72F7-B16E-5D28-71AF-2A59A8D3C73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5000"/>
          </a:blip>
          <a:stretch>
            <a:fillRect/>
          </a:stretch>
        </p:blipFill>
        <p:spPr>
          <a:xfrm>
            <a:off x="1658702" y="1159494"/>
            <a:ext cx="8874597" cy="45390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FECFF-E9E1-48B0-8090-EC8D6DC3F0BA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4F446-54BD-47E9-8F45-E0EC829FD26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powerpoint per-02.png">
            <a:extLst>
              <a:ext uri="{FF2B5EF4-FFF2-40B4-BE49-F238E27FC236}">
                <a16:creationId xmlns:a16="http://schemas.microsoft.com/office/drawing/2014/main" id="{F4C78875-A37F-1CFD-DBD1-506422C6675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881" y="1715279"/>
            <a:ext cx="9135879" cy="5143500"/>
          </a:xfrm>
          <a:prstGeom prst="rect">
            <a:avLst/>
          </a:prstGeom>
        </p:spPr>
      </p:pic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50C133C-581E-0E10-3C67-3EABEE9C72A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4270" y="94268"/>
            <a:ext cx="134470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17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8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>
            <a:alphaModFix amt="50000"/>
          </a:blip>
          <a:stretch>
            <a:fillRect l="-98902"/>
          </a:stretch>
        </a:blipFill>
        <a:ln>
          <a:noFill/>
        </a:ln>
        <a:effectLst>
          <a:innerShdw blurRad="63500" dist="50800" dir="13500000">
            <a:prstClr val="black">
              <a:alpha val="50000"/>
            </a:prstClr>
          </a:innerShdw>
        </a:effectLst>
      </a:spPr>
      <a:bodyPr/>
      <a:lstStyle>
        <a:defPPr algn="l" defTabSz="495324">
          <a:defRPr sz="894" dirty="0">
            <a:latin typeface="Sakkal Majalla" panose="02000000000000000000" pitchFamily="2" charset="-78"/>
            <a:cs typeface="Sakkal Majalla" panose="02000000000000000000" pitchFamily="2" charset="-78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415EA0A1C59346BCAF8C0E038F3677" ma:contentTypeVersion="3" ma:contentTypeDescription="Create a new document." ma:contentTypeScope="" ma:versionID="1945876f77e5036746465e3b1e4a31da">
  <xsd:schema xmlns:xsd="http://www.w3.org/2001/XMLSchema" xmlns:xs="http://www.w3.org/2001/XMLSchema" xmlns:p="http://schemas.microsoft.com/office/2006/metadata/properties" xmlns:ns2="fc69462c-4dd8-41ee-a4f7-a595d1f86463" targetNamespace="http://schemas.microsoft.com/office/2006/metadata/properties" ma:root="true" ma:fieldsID="7192f327539780e06d3b127804f3e5c0" ns2:_="">
    <xsd:import namespace="fc69462c-4dd8-41ee-a4f7-a595d1f864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69462c-4dd8-41ee-a4f7-a595d1f864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29E586-7F20-4233-B60D-1B9327362B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E8D125-0197-497D-982C-99ABDEE38DDE}"/>
</file>

<file path=customXml/itemProps3.xml><?xml version="1.0" encoding="utf-8"?>
<ds:datastoreItem xmlns:ds="http://schemas.openxmlformats.org/officeDocument/2006/customXml" ds:itemID="{B947E5CD-A2E7-4EE0-9E96-032A68049752}">
  <ds:schemaRefs>
    <ds:schemaRef ds:uri="http://www.w3.org/XML/1998/namespace"/>
    <ds:schemaRef ds:uri="http://purl.org/dc/dcmitype/"/>
    <ds:schemaRef ds:uri="http://schemas.microsoft.com/office/2006/metadata/properties"/>
    <ds:schemaRef ds:uri="127b55ff-80c1-4c72-8809-d671d74014e2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adddba99-53a2-4e73-878c-b3e100fa154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21379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Readex Pro SemiBold</vt:lpstr>
      <vt:lpstr>Arial</vt:lpstr>
      <vt:lpstr>Aptos Display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CHOKRI</dc:creator>
  <cp:lastModifiedBy>Mohamed Ali</cp:lastModifiedBy>
  <cp:revision>116</cp:revision>
  <cp:lastPrinted>2025-08-11T07:46:47Z</cp:lastPrinted>
  <dcterms:created xsi:type="dcterms:W3CDTF">2021-02-18T15:50:05Z</dcterms:created>
  <dcterms:modified xsi:type="dcterms:W3CDTF">2025-09-03T07:46:56Z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0x01010032415EA0A1C59346BCAF8C0E038F3677</vt:lpwstr>
  </property>
  <property fmtid="{D5CDD505-2E9C-101B-9397-08002B2CF9AE}" pid="3" name="MediaServiceImageTags">
    <vt:lpwstr/>
  </property>
</Properties>
</file>