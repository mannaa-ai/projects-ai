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strictFirstAndLastChars="0" embedTrueTypeFonts="1" saveSubsetFonts="1" autoCompressPictures="0">
  <p:sldMasterIdLst>
    <p:sldMasterId id="2147483686" r:id="rId4"/>
  </p:sldMasterIdLst>
  <p:notesMasterIdLst>
    <p:notesMasterId r:id="rId12"/>
  </p:notesMasterIdLst>
  <p:handoutMasterIdLst>
    <p:handoutMasterId r:id="rId13"/>
  </p:handoutMasterIdLst>
  <p:sldIdLst>
    <p:sldId id="2147482683" r:id="rId5"/>
    <p:sldId id="2147483177" r:id="rId6"/>
    <p:sldId id="2147483060" r:id="rId7"/>
    <p:sldId id="2147483111" r:id="rId8"/>
    <p:sldId id="2147483165" r:id="rId9"/>
    <p:sldId id="2147483175" r:id="rId10"/>
    <p:sldId id="472" r:id="rId11"/>
  </p:sldIdLst>
  <p:sldSz cx="12192000" cy="6858000"/>
  <p:notesSz cx="6858000" cy="9144000"/>
  <p:embeddedFontLst>
    <p:embeddedFont>
      <p:font typeface="Cairo" pitchFamily="2" charset="-78"/>
      <p:regular r:id="rId14"/>
      <p:bold r:id="rId15"/>
    </p:embeddedFont>
    <p:embeddedFont>
      <p:font typeface="Cascadia Code" panose="020B0609020000020004" pitchFamily="49" charset="0"/>
      <p:regular r:id="rId16"/>
      <p:bold r:id="rId17"/>
      <p:italic r:id="rId18"/>
      <p:boldItalic r:id="rId19"/>
    </p:embeddedFont>
    <p:embeddedFont>
      <p:font typeface="Readex Pro" panose="020B0604020202020204" charset="-78"/>
      <p:regular r:id="rId20"/>
      <p:bold r:id="rId21"/>
    </p:embeddedFont>
    <p:embeddedFont>
      <p:font typeface="Readex Pro SemiBold" panose="020B0604020202020204" charset="-78"/>
      <p:regular r:id="rId22"/>
      <p:bold r:id="rId23"/>
    </p:embeddedFont>
    <p:embeddedFont>
      <p:font typeface="Sakkal Majalla" panose="02000000000000000000" pitchFamily="2" charset="-78"/>
      <p:regular r:id="rId24"/>
      <p:bold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2" roundtripDataSignature="AMtx7mhJMSrjtMc6BoJULGRms7/1QOlCi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5C4D77-AE24-5B0D-AE71-AAD6119B8E5F}" name="Ahmed Raafat" initials="AR" userId="4cf6ae1ccbcbfd0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AF9F"/>
    <a:srgbClr val="12B2C2"/>
    <a:srgbClr val="FEDC5F"/>
    <a:srgbClr val="FECA0C"/>
    <a:srgbClr val="0068EA"/>
    <a:srgbClr val="0045D8"/>
    <a:srgbClr val="0086FA"/>
    <a:srgbClr val="A6CAEC"/>
    <a:srgbClr val="FFC902"/>
    <a:srgbClr val="FFE4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5AFA92-9889-4E18-B01C-1FDEF85AB8E0}" v="1" dt="2025-09-02T10:45:09.944"/>
  </p1510:revLst>
</p1510:revInfo>
</file>

<file path=ppt/tableStyles.xml><?xml version="1.0" encoding="utf-8"?>
<a:tblStyleLst xmlns:a="http://schemas.openxmlformats.org/drawingml/2006/main" def="{FECD5251-BA5B-4BF8-A22E-98A58C94D9E6}">
  <a:tblStyle styleId="{FECD5251-BA5B-4BF8-A22E-98A58C94D9E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0045202-0D51-4953-9DCC-C40AEE7A7E15}"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0909" autoAdjust="0"/>
    <p:restoredTop sz="96247" autoAdjust="0"/>
  </p:normalViewPr>
  <p:slideViewPr>
    <p:cSldViewPr snapToGrid="0">
      <p:cViewPr varScale="1">
        <p:scale>
          <a:sx n="123" d="100"/>
          <a:sy n="123" d="100"/>
        </p:scale>
        <p:origin x="372" y="90"/>
      </p:cViewPr>
      <p:guideLst>
        <p:guide orient="horz" pos="2160"/>
        <p:guide pos="3840"/>
      </p:guideLst>
    </p:cSldViewPr>
  </p:slideViewPr>
  <p:outlineViewPr>
    <p:cViewPr>
      <p:scale>
        <a:sx n="33" d="100"/>
        <a:sy n="33" d="100"/>
      </p:scale>
      <p:origin x="0" y="-7512"/>
    </p:cViewPr>
  </p:outlineViewPr>
  <p:notesTextViewPr>
    <p:cViewPr>
      <p:scale>
        <a:sx n="150" d="100"/>
        <a:sy n="150" d="100"/>
      </p:scale>
      <p:origin x="0" y="0"/>
    </p:cViewPr>
  </p:notesTextViewPr>
  <p:notesViewPr>
    <p:cSldViewPr snapToGrid="0">
      <p:cViewPr varScale="1">
        <p:scale>
          <a:sx n="81" d="100"/>
          <a:sy n="81" d="100"/>
        </p:scale>
        <p:origin x="304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handoutMaster" Target="handoutMasters/handoutMaster1.xml"/><Relationship Id="rId18"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font" Target="fonts/font12.fntdata"/><Relationship Id="rId20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20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1.fntdata"/><Relationship Id="rId20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font" Target="fonts/font10.fntdata"/><Relationship Id="rId203" Type="http://schemas.openxmlformats.org/officeDocument/2006/relationships/presProps" Target="presProps.xml"/><Relationship Id="rId20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font" Target="fonts/font9.fntdata"/><Relationship Id="rId202" Type="http://customschemas.google.com/relationships/presentationmetadata" Target="metadata"/><Relationship Id="rId207" Type="http://schemas.microsoft.com/office/2016/11/relationships/changesInfo" Target="changesInfos/changesInfo1.xml"/><Relationship Id="rId8" Type="http://schemas.openxmlformats.org/officeDocument/2006/relationships/slide" Target="slides/slide4.xml"/><Relationship Id="rId206"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Ali" userId="c0c10aba-c922-46fb-868a-1a879be00c0a" providerId="ADAL" clId="{DDBD1064-CDC2-4472-9EF9-077D90B3AADC}"/>
    <pc:docChg chg="addSld delSld modSld">
      <pc:chgData name="Mohamed Ali" userId="c0c10aba-c922-46fb-868a-1a879be00c0a" providerId="ADAL" clId="{DDBD1064-CDC2-4472-9EF9-077D90B3AADC}" dt="2025-09-02T10:45:09.922" v="4"/>
      <pc:docMkLst>
        <pc:docMk/>
      </pc:docMkLst>
      <pc:sldChg chg="del">
        <pc:chgData name="Mohamed Ali" userId="c0c10aba-c922-46fb-868a-1a879be00c0a" providerId="ADAL" clId="{DDBD1064-CDC2-4472-9EF9-077D90B3AADC}" dt="2025-09-01T07:57:23.728" v="0" actId="47"/>
        <pc:sldMkLst>
          <pc:docMk/>
          <pc:sldMk cId="3429281744" sldId="256"/>
        </pc:sldMkLst>
      </pc:sldChg>
      <pc:sldChg chg="del">
        <pc:chgData name="Mohamed Ali" userId="c0c10aba-c922-46fb-868a-1a879be00c0a" providerId="ADAL" clId="{DDBD1064-CDC2-4472-9EF9-077D90B3AADC}" dt="2025-09-02T10:44:53.667" v="2" actId="47"/>
        <pc:sldMkLst>
          <pc:docMk/>
          <pc:sldMk cId="3247085197" sldId="257"/>
        </pc:sldMkLst>
      </pc:sldChg>
      <pc:sldChg chg="del">
        <pc:chgData name="Mohamed Ali" userId="c0c10aba-c922-46fb-868a-1a879be00c0a" providerId="ADAL" clId="{DDBD1064-CDC2-4472-9EF9-077D90B3AADC}" dt="2025-09-02T10:44:53.667" v="2" actId="47"/>
        <pc:sldMkLst>
          <pc:docMk/>
          <pc:sldMk cId="2417442365" sldId="258"/>
        </pc:sldMkLst>
      </pc:sldChg>
      <pc:sldChg chg="del">
        <pc:chgData name="Mohamed Ali" userId="c0c10aba-c922-46fb-868a-1a879be00c0a" providerId="ADAL" clId="{DDBD1064-CDC2-4472-9EF9-077D90B3AADC}" dt="2025-09-02T10:44:50.287" v="1" actId="47"/>
        <pc:sldMkLst>
          <pc:docMk/>
          <pc:sldMk cId="2843745232" sldId="259"/>
        </pc:sldMkLst>
      </pc:sldChg>
      <pc:sldChg chg="del">
        <pc:chgData name="Mohamed Ali" userId="c0c10aba-c922-46fb-868a-1a879be00c0a" providerId="ADAL" clId="{DDBD1064-CDC2-4472-9EF9-077D90B3AADC}" dt="2025-09-02T10:44:50.287" v="1" actId="47"/>
        <pc:sldMkLst>
          <pc:docMk/>
          <pc:sldMk cId="3633287886" sldId="260"/>
        </pc:sldMkLst>
      </pc:sldChg>
      <pc:sldChg chg="del">
        <pc:chgData name="Mohamed Ali" userId="c0c10aba-c922-46fb-868a-1a879be00c0a" providerId="ADAL" clId="{DDBD1064-CDC2-4472-9EF9-077D90B3AADC}" dt="2025-09-02T10:44:50.287" v="1" actId="47"/>
        <pc:sldMkLst>
          <pc:docMk/>
          <pc:sldMk cId="149866189" sldId="261"/>
        </pc:sldMkLst>
      </pc:sldChg>
      <pc:sldChg chg="del">
        <pc:chgData name="Mohamed Ali" userId="c0c10aba-c922-46fb-868a-1a879be00c0a" providerId="ADAL" clId="{DDBD1064-CDC2-4472-9EF9-077D90B3AADC}" dt="2025-09-02T10:44:50.287" v="1" actId="47"/>
        <pc:sldMkLst>
          <pc:docMk/>
          <pc:sldMk cId="2598534949" sldId="263"/>
        </pc:sldMkLst>
      </pc:sldChg>
      <pc:sldChg chg="del">
        <pc:chgData name="Mohamed Ali" userId="c0c10aba-c922-46fb-868a-1a879be00c0a" providerId="ADAL" clId="{DDBD1064-CDC2-4472-9EF9-077D90B3AADC}" dt="2025-09-02T10:44:50.287" v="1" actId="47"/>
        <pc:sldMkLst>
          <pc:docMk/>
          <pc:sldMk cId="2780298616" sldId="264"/>
        </pc:sldMkLst>
      </pc:sldChg>
      <pc:sldChg chg="del">
        <pc:chgData name="Mohamed Ali" userId="c0c10aba-c922-46fb-868a-1a879be00c0a" providerId="ADAL" clId="{DDBD1064-CDC2-4472-9EF9-077D90B3AADC}" dt="2025-09-01T07:57:23.728" v="0" actId="47"/>
        <pc:sldMkLst>
          <pc:docMk/>
          <pc:sldMk cId="4199147919" sldId="281"/>
        </pc:sldMkLst>
      </pc:sldChg>
      <pc:sldChg chg="del">
        <pc:chgData name="Mohamed Ali" userId="c0c10aba-c922-46fb-868a-1a879be00c0a" providerId="ADAL" clId="{DDBD1064-CDC2-4472-9EF9-077D90B3AADC}" dt="2025-09-01T07:57:23.728" v="0" actId="47"/>
        <pc:sldMkLst>
          <pc:docMk/>
          <pc:sldMk cId="2850911632" sldId="282"/>
        </pc:sldMkLst>
      </pc:sldChg>
      <pc:sldChg chg="add del">
        <pc:chgData name="Mohamed Ali" userId="c0c10aba-c922-46fb-868a-1a879be00c0a" providerId="ADAL" clId="{DDBD1064-CDC2-4472-9EF9-077D90B3AADC}" dt="2025-09-02T10:45:09.922" v="4"/>
        <pc:sldMkLst>
          <pc:docMk/>
          <pc:sldMk cId="1545573463" sldId="472"/>
        </pc:sldMkLst>
      </pc:sldChg>
      <pc:sldChg chg="del">
        <pc:chgData name="Mohamed Ali" userId="c0c10aba-c922-46fb-868a-1a879be00c0a" providerId="ADAL" clId="{DDBD1064-CDC2-4472-9EF9-077D90B3AADC}" dt="2025-09-02T10:44:50.287" v="1" actId="47"/>
        <pc:sldMkLst>
          <pc:docMk/>
          <pc:sldMk cId="3585254453" sldId="2147482716"/>
        </pc:sldMkLst>
      </pc:sldChg>
      <pc:sldChg chg="del">
        <pc:chgData name="Mohamed Ali" userId="c0c10aba-c922-46fb-868a-1a879be00c0a" providerId="ADAL" clId="{DDBD1064-CDC2-4472-9EF9-077D90B3AADC}" dt="2025-09-01T07:57:23.728" v="0" actId="47"/>
        <pc:sldMkLst>
          <pc:docMk/>
          <pc:sldMk cId="2683448384" sldId="2147482957"/>
        </pc:sldMkLst>
      </pc:sldChg>
      <pc:sldChg chg="del">
        <pc:chgData name="Mohamed Ali" userId="c0c10aba-c922-46fb-868a-1a879be00c0a" providerId="ADAL" clId="{DDBD1064-CDC2-4472-9EF9-077D90B3AADC}" dt="2025-09-01T07:57:23.728" v="0" actId="47"/>
        <pc:sldMkLst>
          <pc:docMk/>
          <pc:sldMk cId="0" sldId="2147482961"/>
        </pc:sldMkLst>
      </pc:sldChg>
      <pc:sldChg chg="del">
        <pc:chgData name="Mohamed Ali" userId="c0c10aba-c922-46fb-868a-1a879be00c0a" providerId="ADAL" clId="{DDBD1064-CDC2-4472-9EF9-077D90B3AADC}" dt="2025-09-01T07:57:23.728" v="0" actId="47"/>
        <pc:sldMkLst>
          <pc:docMk/>
          <pc:sldMk cId="2632616063" sldId="2147482962"/>
        </pc:sldMkLst>
      </pc:sldChg>
      <pc:sldChg chg="del">
        <pc:chgData name="Mohamed Ali" userId="c0c10aba-c922-46fb-868a-1a879be00c0a" providerId="ADAL" clId="{DDBD1064-CDC2-4472-9EF9-077D90B3AADC}" dt="2025-09-01T07:57:23.728" v="0" actId="47"/>
        <pc:sldMkLst>
          <pc:docMk/>
          <pc:sldMk cId="1705217814" sldId="2147482963"/>
        </pc:sldMkLst>
      </pc:sldChg>
      <pc:sldChg chg="del">
        <pc:chgData name="Mohamed Ali" userId="c0c10aba-c922-46fb-868a-1a879be00c0a" providerId="ADAL" clId="{DDBD1064-CDC2-4472-9EF9-077D90B3AADC}" dt="2025-09-01T07:57:23.728" v="0" actId="47"/>
        <pc:sldMkLst>
          <pc:docMk/>
          <pc:sldMk cId="3229102181" sldId="2147482964"/>
        </pc:sldMkLst>
      </pc:sldChg>
      <pc:sldChg chg="del">
        <pc:chgData name="Mohamed Ali" userId="c0c10aba-c922-46fb-868a-1a879be00c0a" providerId="ADAL" clId="{DDBD1064-CDC2-4472-9EF9-077D90B3AADC}" dt="2025-09-01T07:57:23.728" v="0" actId="47"/>
        <pc:sldMkLst>
          <pc:docMk/>
          <pc:sldMk cId="4171735759" sldId="2147482970"/>
        </pc:sldMkLst>
      </pc:sldChg>
      <pc:sldChg chg="del">
        <pc:chgData name="Mohamed Ali" userId="c0c10aba-c922-46fb-868a-1a879be00c0a" providerId="ADAL" clId="{DDBD1064-CDC2-4472-9EF9-077D90B3AADC}" dt="2025-09-02T10:44:50.287" v="1" actId="47"/>
        <pc:sldMkLst>
          <pc:docMk/>
          <pc:sldMk cId="3708469442" sldId="2147483058"/>
        </pc:sldMkLst>
      </pc:sldChg>
      <pc:sldChg chg="add del">
        <pc:chgData name="Mohamed Ali" userId="c0c10aba-c922-46fb-868a-1a879be00c0a" providerId="ADAL" clId="{DDBD1064-CDC2-4472-9EF9-077D90B3AADC}" dt="2025-09-02T10:45:09.922" v="4"/>
        <pc:sldMkLst>
          <pc:docMk/>
          <pc:sldMk cId="3691439862" sldId="2147483060"/>
        </pc:sldMkLst>
      </pc:sldChg>
      <pc:sldChg chg="del">
        <pc:chgData name="Mohamed Ali" userId="c0c10aba-c922-46fb-868a-1a879be00c0a" providerId="ADAL" clId="{DDBD1064-CDC2-4472-9EF9-077D90B3AADC}" dt="2025-09-01T07:57:23.728" v="0" actId="47"/>
        <pc:sldMkLst>
          <pc:docMk/>
          <pc:sldMk cId="43395206" sldId="2147483074"/>
        </pc:sldMkLst>
      </pc:sldChg>
      <pc:sldChg chg="del">
        <pc:chgData name="Mohamed Ali" userId="c0c10aba-c922-46fb-868a-1a879be00c0a" providerId="ADAL" clId="{DDBD1064-CDC2-4472-9EF9-077D90B3AADC}" dt="2025-09-02T10:44:50.287" v="1" actId="47"/>
        <pc:sldMkLst>
          <pc:docMk/>
          <pc:sldMk cId="4248550640" sldId="2147483090"/>
        </pc:sldMkLst>
      </pc:sldChg>
      <pc:sldChg chg="del">
        <pc:chgData name="Mohamed Ali" userId="c0c10aba-c922-46fb-868a-1a879be00c0a" providerId="ADAL" clId="{DDBD1064-CDC2-4472-9EF9-077D90B3AADC}" dt="2025-09-01T07:57:23.728" v="0" actId="47"/>
        <pc:sldMkLst>
          <pc:docMk/>
          <pc:sldMk cId="3268766553" sldId="2147483096"/>
        </pc:sldMkLst>
      </pc:sldChg>
      <pc:sldChg chg="del">
        <pc:chgData name="Mohamed Ali" userId="c0c10aba-c922-46fb-868a-1a879be00c0a" providerId="ADAL" clId="{DDBD1064-CDC2-4472-9EF9-077D90B3AADC}" dt="2025-09-01T07:57:23.728" v="0" actId="47"/>
        <pc:sldMkLst>
          <pc:docMk/>
          <pc:sldMk cId="3554994424" sldId="2147483097"/>
        </pc:sldMkLst>
      </pc:sldChg>
      <pc:sldChg chg="del">
        <pc:chgData name="Mohamed Ali" userId="c0c10aba-c922-46fb-868a-1a879be00c0a" providerId="ADAL" clId="{DDBD1064-CDC2-4472-9EF9-077D90B3AADC}" dt="2025-09-01T07:57:23.728" v="0" actId="47"/>
        <pc:sldMkLst>
          <pc:docMk/>
          <pc:sldMk cId="2143778195" sldId="2147483109"/>
        </pc:sldMkLst>
      </pc:sldChg>
      <pc:sldChg chg="add del">
        <pc:chgData name="Mohamed Ali" userId="c0c10aba-c922-46fb-868a-1a879be00c0a" providerId="ADAL" clId="{DDBD1064-CDC2-4472-9EF9-077D90B3AADC}" dt="2025-09-02T10:45:09.922" v="4"/>
        <pc:sldMkLst>
          <pc:docMk/>
          <pc:sldMk cId="3221593539" sldId="2147483111"/>
        </pc:sldMkLst>
      </pc:sldChg>
      <pc:sldChg chg="del">
        <pc:chgData name="Mohamed Ali" userId="c0c10aba-c922-46fb-868a-1a879be00c0a" providerId="ADAL" clId="{DDBD1064-CDC2-4472-9EF9-077D90B3AADC}" dt="2025-09-01T07:57:23.728" v="0" actId="47"/>
        <pc:sldMkLst>
          <pc:docMk/>
          <pc:sldMk cId="0" sldId="2147483116"/>
        </pc:sldMkLst>
      </pc:sldChg>
      <pc:sldChg chg="del">
        <pc:chgData name="Mohamed Ali" userId="c0c10aba-c922-46fb-868a-1a879be00c0a" providerId="ADAL" clId="{DDBD1064-CDC2-4472-9EF9-077D90B3AADC}" dt="2025-09-01T07:57:23.728" v="0" actId="47"/>
        <pc:sldMkLst>
          <pc:docMk/>
          <pc:sldMk cId="0" sldId="2147483117"/>
        </pc:sldMkLst>
      </pc:sldChg>
      <pc:sldChg chg="del">
        <pc:chgData name="Mohamed Ali" userId="c0c10aba-c922-46fb-868a-1a879be00c0a" providerId="ADAL" clId="{DDBD1064-CDC2-4472-9EF9-077D90B3AADC}" dt="2025-09-01T07:57:23.728" v="0" actId="47"/>
        <pc:sldMkLst>
          <pc:docMk/>
          <pc:sldMk cId="0" sldId="2147483118"/>
        </pc:sldMkLst>
      </pc:sldChg>
      <pc:sldChg chg="del">
        <pc:chgData name="Mohamed Ali" userId="c0c10aba-c922-46fb-868a-1a879be00c0a" providerId="ADAL" clId="{DDBD1064-CDC2-4472-9EF9-077D90B3AADC}" dt="2025-09-01T07:57:23.728" v="0" actId="47"/>
        <pc:sldMkLst>
          <pc:docMk/>
          <pc:sldMk cId="0" sldId="2147483119"/>
        </pc:sldMkLst>
      </pc:sldChg>
      <pc:sldChg chg="del">
        <pc:chgData name="Mohamed Ali" userId="c0c10aba-c922-46fb-868a-1a879be00c0a" providerId="ADAL" clId="{DDBD1064-CDC2-4472-9EF9-077D90B3AADC}" dt="2025-09-01T07:57:23.728" v="0" actId="47"/>
        <pc:sldMkLst>
          <pc:docMk/>
          <pc:sldMk cId="1924793588" sldId="2147483120"/>
        </pc:sldMkLst>
      </pc:sldChg>
      <pc:sldChg chg="del">
        <pc:chgData name="Mohamed Ali" userId="c0c10aba-c922-46fb-868a-1a879be00c0a" providerId="ADAL" clId="{DDBD1064-CDC2-4472-9EF9-077D90B3AADC}" dt="2025-09-01T07:57:23.728" v="0" actId="47"/>
        <pc:sldMkLst>
          <pc:docMk/>
          <pc:sldMk cId="3952442188" sldId="2147483121"/>
        </pc:sldMkLst>
      </pc:sldChg>
      <pc:sldChg chg="del">
        <pc:chgData name="Mohamed Ali" userId="c0c10aba-c922-46fb-868a-1a879be00c0a" providerId="ADAL" clId="{DDBD1064-CDC2-4472-9EF9-077D90B3AADC}" dt="2025-09-01T07:57:23.728" v="0" actId="47"/>
        <pc:sldMkLst>
          <pc:docMk/>
          <pc:sldMk cId="3385921007" sldId="2147483122"/>
        </pc:sldMkLst>
      </pc:sldChg>
      <pc:sldChg chg="del">
        <pc:chgData name="Mohamed Ali" userId="c0c10aba-c922-46fb-868a-1a879be00c0a" providerId="ADAL" clId="{DDBD1064-CDC2-4472-9EF9-077D90B3AADC}" dt="2025-09-01T07:57:23.728" v="0" actId="47"/>
        <pc:sldMkLst>
          <pc:docMk/>
          <pc:sldMk cId="2288820709" sldId="2147483123"/>
        </pc:sldMkLst>
      </pc:sldChg>
      <pc:sldChg chg="del">
        <pc:chgData name="Mohamed Ali" userId="c0c10aba-c922-46fb-868a-1a879be00c0a" providerId="ADAL" clId="{DDBD1064-CDC2-4472-9EF9-077D90B3AADC}" dt="2025-09-01T07:57:23.728" v="0" actId="47"/>
        <pc:sldMkLst>
          <pc:docMk/>
          <pc:sldMk cId="3838560061" sldId="2147483124"/>
        </pc:sldMkLst>
      </pc:sldChg>
      <pc:sldChg chg="del">
        <pc:chgData name="Mohamed Ali" userId="c0c10aba-c922-46fb-868a-1a879be00c0a" providerId="ADAL" clId="{DDBD1064-CDC2-4472-9EF9-077D90B3AADC}" dt="2025-09-01T07:57:23.728" v="0" actId="47"/>
        <pc:sldMkLst>
          <pc:docMk/>
          <pc:sldMk cId="1258032113" sldId="2147483125"/>
        </pc:sldMkLst>
      </pc:sldChg>
      <pc:sldChg chg="del">
        <pc:chgData name="Mohamed Ali" userId="c0c10aba-c922-46fb-868a-1a879be00c0a" providerId="ADAL" clId="{DDBD1064-CDC2-4472-9EF9-077D90B3AADC}" dt="2025-09-01T07:57:23.728" v="0" actId="47"/>
        <pc:sldMkLst>
          <pc:docMk/>
          <pc:sldMk cId="2334445339" sldId="2147483126"/>
        </pc:sldMkLst>
      </pc:sldChg>
      <pc:sldChg chg="del">
        <pc:chgData name="Mohamed Ali" userId="c0c10aba-c922-46fb-868a-1a879be00c0a" providerId="ADAL" clId="{DDBD1064-CDC2-4472-9EF9-077D90B3AADC}" dt="2025-09-01T07:57:23.728" v="0" actId="47"/>
        <pc:sldMkLst>
          <pc:docMk/>
          <pc:sldMk cId="2066056363" sldId="2147483134"/>
        </pc:sldMkLst>
      </pc:sldChg>
      <pc:sldChg chg="del">
        <pc:chgData name="Mohamed Ali" userId="c0c10aba-c922-46fb-868a-1a879be00c0a" providerId="ADAL" clId="{DDBD1064-CDC2-4472-9EF9-077D90B3AADC}" dt="2025-09-01T07:57:23.728" v="0" actId="47"/>
        <pc:sldMkLst>
          <pc:docMk/>
          <pc:sldMk cId="2870396356" sldId="2147483136"/>
        </pc:sldMkLst>
      </pc:sldChg>
      <pc:sldChg chg="del">
        <pc:chgData name="Mohamed Ali" userId="c0c10aba-c922-46fb-868a-1a879be00c0a" providerId="ADAL" clId="{DDBD1064-CDC2-4472-9EF9-077D90B3AADC}" dt="2025-09-01T07:57:23.728" v="0" actId="47"/>
        <pc:sldMkLst>
          <pc:docMk/>
          <pc:sldMk cId="2338985977" sldId="2147483138"/>
        </pc:sldMkLst>
      </pc:sldChg>
      <pc:sldChg chg="del">
        <pc:chgData name="Mohamed Ali" userId="c0c10aba-c922-46fb-868a-1a879be00c0a" providerId="ADAL" clId="{DDBD1064-CDC2-4472-9EF9-077D90B3AADC}" dt="2025-09-01T07:57:23.728" v="0" actId="47"/>
        <pc:sldMkLst>
          <pc:docMk/>
          <pc:sldMk cId="3544196936" sldId="2147483144"/>
        </pc:sldMkLst>
      </pc:sldChg>
      <pc:sldChg chg="del">
        <pc:chgData name="Mohamed Ali" userId="c0c10aba-c922-46fb-868a-1a879be00c0a" providerId="ADAL" clId="{DDBD1064-CDC2-4472-9EF9-077D90B3AADC}" dt="2025-09-01T07:57:23.728" v="0" actId="47"/>
        <pc:sldMkLst>
          <pc:docMk/>
          <pc:sldMk cId="1069409991" sldId="2147483145"/>
        </pc:sldMkLst>
      </pc:sldChg>
      <pc:sldChg chg="del">
        <pc:chgData name="Mohamed Ali" userId="c0c10aba-c922-46fb-868a-1a879be00c0a" providerId="ADAL" clId="{DDBD1064-CDC2-4472-9EF9-077D90B3AADC}" dt="2025-09-01T07:57:23.728" v="0" actId="47"/>
        <pc:sldMkLst>
          <pc:docMk/>
          <pc:sldMk cId="1487282076" sldId="2147483147"/>
        </pc:sldMkLst>
      </pc:sldChg>
      <pc:sldChg chg="del">
        <pc:chgData name="Mohamed Ali" userId="c0c10aba-c922-46fb-868a-1a879be00c0a" providerId="ADAL" clId="{DDBD1064-CDC2-4472-9EF9-077D90B3AADC}" dt="2025-09-02T10:44:50.287" v="1" actId="47"/>
        <pc:sldMkLst>
          <pc:docMk/>
          <pc:sldMk cId="881911413" sldId="2147483148"/>
        </pc:sldMkLst>
      </pc:sldChg>
      <pc:sldChg chg="del">
        <pc:chgData name="Mohamed Ali" userId="c0c10aba-c922-46fb-868a-1a879be00c0a" providerId="ADAL" clId="{DDBD1064-CDC2-4472-9EF9-077D90B3AADC}" dt="2025-09-01T07:57:23.728" v="0" actId="47"/>
        <pc:sldMkLst>
          <pc:docMk/>
          <pc:sldMk cId="1402224289" sldId="2147483149"/>
        </pc:sldMkLst>
      </pc:sldChg>
      <pc:sldChg chg="del">
        <pc:chgData name="Mohamed Ali" userId="c0c10aba-c922-46fb-868a-1a879be00c0a" providerId="ADAL" clId="{DDBD1064-CDC2-4472-9EF9-077D90B3AADC}" dt="2025-09-01T07:57:23.728" v="0" actId="47"/>
        <pc:sldMkLst>
          <pc:docMk/>
          <pc:sldMk cId="2279918144" sldId="2147483159"/>
        </pc:sldMkLst>
      </pc:sldChg>
      <pc:sldChg chg="del">
        <pc:chgData name="Mohamed Ali" userId="c0c10aba-c922-46fb-868a-1a879be00c0a" providerId="ADAL" clId="{DDBD1064-CDC2-4472-9EF9-077D90B3AADC}" dt="2025-09-01T07:57:23.728" v="0" actId="47"/>
        <pc:sldMkLst>
          <pc:docMk/>
          <pc:sldMk cId="2574284105" sldId="2147483162"/>
        </pc:sldMkLst>
      </pc:sldChg>
      <pc:sldChg chg="del">
        <pc:chgData name="Mohamed Ali" userId="c0c10aba-c922-46fb-868a-1a879be00c0a" providerId="ADAL" clId="{DDBD1064-CDC2-4472-9EF9-077D90B3AADC}" dt="2025-09-01T07:57:23.728" v="0" actId="47"/>
        <pc:sldMkLst>
          <pc:docMk/>
          <pc:sldMk cId="3319929031" sldId="2147483164"/>
        </pc:sldMkLst>
      </pc:sldChg>
      <pc:sldChg chg="add del">
        <pc:chgData name="Mohamed Ali" userId="c0c10aba-c922-46fb-868a-1a879be00c0a" providerId="ADAL" clId="{DDBD1064-CDC2-4472-9EF9-077D90B3AADC}" dt="2025-09-02T10:45:09.922" v="4"/>
        <pc:sldMkLst>
          <pc:docMk/>
          <pc:sldMk cId="1918027209" sldId="2147483165"/>
        </pc:sldMkLst>
      </pc:sldChg>
      <pc:sldChg chg="del">
        <pc:chgData name="Mohamed Ali" userId="c0c10aba-c922-46fb-868a-1a879be00c0a" providerId="ADAL" clId="{DDBD1064-CDC2-4472-9EF9-077D90B3AADC}" dt="2025-09-02T10:44:50.287" v="1" actId="47"/>
        <pc:sldMkLst>
          <pc:docMk/>
          <pc:sldMk cId="17613043" sldId="2147483173"/>
        </pc:sldMkLst>
      </pc:sldChg>
      <pc:sldChg chg="add del">
        <pc:chgData name="Mohamed Ali" userId="c0c10aba-c922-46fb-868a-1a879be00c0a" providerId="ADAL" clId="{DDBD1064-CDC2-4472-9EF9-077D90B3AADC}" dt="2025-09-02T10:45:09.922" v="4"/>
        <pc:sldMkLst>
          <pc:docMk/>
          <pc:sldMk cId="2974246679" sldId="2147483175"/>
        </pc:sldMkLst>
      </pc:sldChg>
      <pc:sldChg chg="add del">
        <pc:chgData name="Mohamed Ali" userId="c0c10aba-c922-46fb-868a-1a879be00c0a" providerId="ADAL" clId="{DDBD1064-CDC2-4472-9EF9-077D90B3AADC}" dt="2025-09-02T10:45:09.922" v="4"/>
        <pc:sldMkLst>
          <pc:docMk/>
          <pc:sldMk cId="0" sldId="2147483177"/>
        </pc:sldMkLst>
      </pc:sldChg>
      <pc:sldChg chg="del">
        <pc:chgData name="Mohamed Ali" userId="c0c10aba-c922-46fb-868a-1a879be00c0a" providerId="ADAL" clId="{DDBD1064-CDC2-4472-9EF9-077D90B3AADC}" dt="2025-09-01T07:57:23.728" v="0" actId="47"/>
        <pc:sldMkLst>
          <pc:docMk/>
          <pc:sldMk cId="1721261709" sldId="2147483185"/>
        </pc:sldMkLst>
      </pc:sldChg>
      <pc:sldChg chg="del">
        <pc:chgData name="Mohamed Ali" userId="c0c10aba-c922-46fb-868a-1a879be00c0a" providerId="ADAL" clId="{DDBD1064-CDC2-4472-9EF9-077D90B3AADC}" dt="2025-09-01T07:57:23.728" v="0" actId="47"/>
        <pc:sldMkLst>
          <pc:docMk/>
          <pc:sldMk cId="3663850806" sldId="2147483186"/>
        </pc:sldMkLst>
      </pc:sldChg>
      <pc:sldChg chg="del">
        <pc:chgData name="Mohamed Ali" userId="c0c10aba-c922-46fb-868a-1a879be00c0a" providerId="ADAL" clId="{DDBD1064-CDC2-4472-9EF9-077D90B3AADC}" dt="2025-09-01T07:57:23.728" v="0" actId="47"/>
        <pc:sldMkLst>
          <pc:docMk/>
          <pc:sldMk cId="1974277348" sldId="2147483188"/>
        </pc:sldMkLst>
      </pc:sldChg>
      <pc:sldChg chg="del">
        <pc:chgData name="Mohamed Ali" userId="c0c10aba-c922-46fb-868a-1a879be00c0a" providerId="ADAL" clId="{DDBD1064-CDC2-4472-9EF9-077D90B3AADC}" dt="2025-09-01T07:57:23.728" v="0" actId="47"/>
        <pc:sldMkLst>
          <pc:docMk/>
          <pc:sldMk cId="941518949" sldId="2147483198"/>
        </pc:sldMkLst>
      </pc:sldChg>
      <pc:sldChg chg="del">
        <pc:chgData name="Mohamed Ali" userId="c0c10aba-c922-46fb-868a-1a879be00c0a" providerId="ADAL" clId="{DDBD1064-CDC2-4472-9EF9-077D90B3AADC}" dt="2025-09-01T07:57:23.728" v="0" actId="47"/>
        <pc:sldMkLst>
          <pc:docMk/>
          <pc:sldMk cId="4044712881" sldId="2147483199"/>
        </pc:sldMkLst>
      </pc:sldChg>
      <pc:sldChg chg="del">
        <pc:chgData name="Mohamed Ali" userId="c0c10aba-c922-46fb-868a-1a879be00c0a" providerId="ADAL" clId="{DDBD1064-CDC2-4472-9EF9-077D90B3AADC}" dt="2025-09-01T07:57:23.728" v="0" actId="47"/>
        <pc:sldMkLst>
          <pc:docMk/>
          <pc:sldMk cId="1317993965" sldId="2147483200"/>
        </pc:sldMkLst>
      </pc:sldChg>
      <pc:sldChg chg="del">
        <pc:chgData name="Mohamed Ali" userId="c0c10aba-c922-46fb-868a-1a879be00c0a" providerId="ADAL" clId="{DDBD1064-CDC2-4472-9EF9-077D90B3AADC}" dt="2025-09-01T07:57:23.728" v="0" actId="47"/>
        <pc:sldMkLst>
          <pc:docMk/>
          <pc:sldMk cId="1233262096" sldId="2147483201"/>
        </pc:sldMkLst>
      </pc:sldChg>
      <pc:sldChg chg="del">
        <pc:chgData name="Mohamed Ali" userId="c0c10aba-c922-46fb-868a-1a879be00c0a" providerId="ADAL" clId="{DDBD1064-CDC2-4472-9EF9-077D90B3AADC}" dt="2025-09-01T07:57:23.728" v="0" actId="47"/>
        <pc:sldMkLst>
          <pc:docMk/>
          <pc:sldMk cId="14351803" sldId="2147483202"/>
        </pc:sldMkLst>
      </pc:sldChg>
      <pc:sldChg chg="del">
        <pc:chgData name="Mohamed Ali" userId="c0c10aba-c922-46fb-868a-1a879be00c0a" providerId="ADAL" clId="{DDBD1064-CDC2-4472-9EF9-077D90B3AADC}" dt="2025-09-01T07:57:23.728" v="0" actId="47"/>
        <pc:sldMkLst>
          <pc:docMk/>
          <pc:sldMk cId="4172168873" sldId="2147483203"/>
        </pc:sldMkLst>
      </pc:sldChg>
      <pc:sldChg chg="del">
        <pc:chgData name="Mohamed Ali" userId="c0c10aba-c922-46fb-868a-1a879be00c0a" providerId="ADAL" clId="{DDBD1064-CDC2-4472-9EF9-077D90B3AADC}" dt="2025-09-01T07:57:23.728" v="0" actId="47"/>
        <pc:sldMkLst>
          <pc:docMk/>
          <pc:sldMk cId="3333309909" sldId="2147483204"/>
        </pc:sldMkLst>
      </pc:sldChg>
      <pc:sldChg chg="del">
        <pc:chgData name="Mohamed Ali" userId="c0c10aba-c922-46fb-868a-1a879be00c0a" providerId="ADAL" clId="{DDBD1064-CDC2-4472-9EF9-077D90B3AADC}" dt="2025-09-02T10:44:50.287" v="1" actId="47"/>
        <pc:sldMkLst>
          <pc:docMk/>
          <pc:sldMk cId="1435605524" sldId="2147483205"/>
        </pc:sldMkLst>
      </pc:sldChg>
      <pc:sldChg chg="del">
        <pc:chgData name="Mohamed Ali" userId="c0c10aba-c922-46fb-868a-1a879be00c0a" providerId="ADAL" clId="{DDBD1064-CDC2-4472-9EF9-077D90B3AADC}" dt="2025-09-01T07:57:23.728" v="0" actId="47"/>
        <pc:sldMkLst>
          <pc:docMk/>
          <pc:sldMk cId="3470109147" sldId="2147483221"/>
        </pc:sldMkLst>
      </pc:sldChg>
      <pc:sldChg chg="del">
        <pc:chgData name="Mohamed Ali" userId="c0c10aba-c922-46fb-868a-1a879be00c0a" providerId="ADAL" clId="{DDBD1064-CDC2-4472-9EF9-077D90B3AADC}" dt="2025-09-01T07:57:23.728" v="0" actId="47"/>
        <pc:sldMkLst>
          <pc:docMk/>
          <pc:sldMk cId="347897276" sldId="2147483222"/>
        </pc:sldMkLst>
      </pc:sldChg>
      <pc:sldChg chg="del">
        <pc:chgData name="Mohamed Ali" userId="c0c10aba-c922-46fb-868a-1a879be00c0a" providerId="ADAL" clId="{DDBD1064-CDC2-4472-9EF9-077D90B3AADC}" dt="2025-09-01T07:57:23.728" v="0" actId="47"/>
        <pc:sldMkLst>
          <pc:docMk/>
          <pc:sldMk cId="2703276165" sldId="2147483225"/>
        </pc:sldMkLst>
      </pc:sldChg>
      <pc:sldChg chg="del">
        <pc:chgData name="Mohamed Ali" userId="c0c10aba-c922-46fb-868a-1a879be00c0a" providerId="ADAL" clId="{DDBD1064-CDC2-4472-9EF9-077D90B3AADC}" dt="2025-09-01T07:57:23.728" v="0" actId="47"/>
        <pc:sldMkLst>
          <pc:docMk/>
          <pc:sldMk cId="2191293775" sldId="2147483226"/>
        </pc:sldMkLst>
      </pc:sldChg>
      <pc:sldChg chg="del">
        <pc:chgData name="Mohamed Ali" userId="c0c10aba-c922-46fb-868a-1a879be00c0a" providerId="ADAL" clId="{DDBD1064-CDC2-4472-9EF9-077D90B3AADC}" dt="2025-09-01T07:57:23.728" v="0" actId="47"/>
        <pc:sldMkLst>
          <pc:docMk/>
          <pc:sldMk cId="1195933487" sldId="2147483227"/>
        </pc:sldMkLst>
      </pc:sldChg>
      <pc:sldChg chg="del">
        <pc:chgData name="Mohamed Ali" userId="c0c10aba-c922-46fb-868a-1a879be00c0a" providerId="ADAL" clId="{DDBD1064-CDC2-4472-9EF9-077D90B3AADC}" dt="2025-09-01T07:57:23.728" v="0" actId="47"/>
        <pc:sldMkLst>
          <pc:docMk/>
          <pc:sldMk cId="2012025210" sldId="2147483228"/>
        </pc:sldMkLst>
      </pc:sldChg>
      <pc:sldChg chg="del">
        <pc:chgData name="Mohamed Ali" userId="c0c10aba-c922-46fb-868a-1a879be00c0a" providerId="ADAL" clId="{DDBD1064-CDC2-4472-9EF9-077D90B3AADC}" dt="2025-09-01T07:57:23.728" v="0" actId="47"/>
        <pc:sldMkLst>
          <pc:docMk/>
          <pc:sldMk cId="241382088" sldId="2147483229"/>
        </pc:sldMkLst>
      </pc:sldChg>
      <pc:sldChg chg="del">
        <pc:chgData name="Mohamed Ali" userId="c0c10aba-c922-46fb-868a-1a879be00c0a" providerId="ADAL" clId="{DDBD1064-CDC2-4472-9EF9-077D90B3AADC}" dt="2025-09-01T07:57:23.728" v="0" actId="47"/>
        <pc:sldMkLst>
          <pc:docMk/>
          <pc:sldMk cId="3388287033" sldId="2147483230"/>
        </pc:sldMkLst>
      </pc:sldChg>
      <pc:sldChg chg="del">
        <pc:chgData name="Mohamed Ali" userId="c0c10aba-c922-46fb-868a-1a879be00c0a" providerId="ADAL" clId="{DDBD1064-CDC2-4472-9EF9-077D90B3AADC}" dt="2025-09-01T07:57:23.728" v="0" actId="47"/>
        <pc:sldMkLst>
          <pc:docMk/>
          <pc:sldMk cId="2039439206" sldId="2147483231"/>
        </pc:sldMkLst>
      </pc:sldChg>
      <pc:sldChg chg="del">
        <pc:chgData name="Mohamed Ali" userId="c0c10aba-c922-46fb-868a-1a879be00c0a" providerId="ADAL" clId="{DDBD1064-CDC2-4472-9EF9-077D90B3AADC}" dt="2025-09-01T07:57:23.728" v="0" actId="47"/>
        <pc:sldMkLst>
          <pc:docMk/>
          <pc:sldMk cId="356377777" sldId="2147483236"/>
        </pc:sldMkLst>
      </pc:sldChg>
      <pc:sldChg chg="del">
        <pc:chgData name="Mohamed Ali" userId="c0c10aba-c922-46fb-868a-1a879be00c0a" providerId="ADAL" clId="{DDBD1064-CDC2-4472-9EF9-077D90B3AADC}" dt="2025-09-01T07:57:23.728" v="0" actId="47"/>
        <pc:sldMkLst>
          <pc:docMk/>
          <pc:sldMk cId="1824518651" sldId="2147483242"/>
        </pc:sldMkLst>
      </pc:sldChg>
      <pc:sldChg chg="del">
        <pc:chgData name="Mohamed Ali" userId="c0c10aba-c922-46fb-868a-1a879be00c0a" providerId="ADAL" clId="{DDBD1064-CDC2-4472-9EF9-077D90B3AADC}" dt="2025-09-01T07:57:23.728" v="0" actId="47"/>
        <pc:sldMkLst>
          <pc:docMk/>
          <pc:sldMk cId="3248263389" sldId="2147483244"/>
        </pc:sldMkLst>
      </pc:sldChg>
      <pc:sldChg chg="del">
        <pc:chgData name="Mohamed Ali" userId="c0c10aba-c922-46fb-868a-1a879be00c0a" providerId="ADAL" clId="{DDBD1064-CDC2-4472-9EF9-077D90B3AADC}" dt="2025-09-01T07:57:23.728" v="0" actId="47"/>
        <pc:sldMkLst>
          <pc:docMk/>
          <pc:sldMk cId="2584011644" sldId="2147483245"/>
        </pc:sldMkLst>
      </pc:sldChg>
      <pc:sldChg chg="del">
        <pc:chgData name="Mohamed Ali" userId="c0c10aba-c922-46fb-868a-1a879be00c0a" providerId="ADAL" clId="{DDBD1064-CDC2-4472-9EF9-077D90B3AADC}" dt="2025-09-01T07:57:23.728" v="0" actId="47"/>
        <pc:sldMkLst>
          <pc:docMk/>
          <pc:sldMk cId="3946629737" sldId="2147483246"/>
        </pc:sldMkLst>
      </pc:sldChg>
      <pc:sldChg chg="del">
        <pc:chgData name="Mohamed Ali" userId="c0c10aba-c922-46fb-868a-1a879be00c0a" providerId="ADAL" clId="{DDBD1064-CDC2-4472-9EF9-077D90B3AADC}" dt="2025-09-01T07:57:23.728" v="0" actId="47"/>
        <pc:sldMkLst>
          <pc:docMk/>
          <pc:sldMk cId="3045454541" sldId="2147483248"/>
        </pc:sldMkLst>
      </pc:sldChg>
      <pc:sldChg chg="del">
        <pc:chgData name="Mohamed Ali" userId="c0c10aba-c922-46fb-868a-1a879be00c0a" providerId="ADAL" clId="{DDBD1064-CDC2-4472-9EF9-077D90B3AADC}" dt="2025-09-01T07:57:23.728" v="0" actId="47"/>
        <pc:sldMkLst>
          <pc:docMk/>
          <pc:sldMk cId="2993364638" sldId="2147483249"/>
        </pc:sldMkLst>
      </pc:sldChg>
      <pc:sldChg chg="del">
        <pc:chgData name="Mohamed Ali" userId="c0c10aba-c922-46fb-868a-1a879be00c0a" providerId="ADAL" clId="{DDBD1064-CDC2-4472-9EF9-077D90B3AADC}" dt="2025-09-01T07:57:23.728" v="0" actId="47"/>
        <pc:sldMkLst>
          <pc:docMk/>
          <pc:sldMk cId="4024270898" sldId="2147483250"/>
        </pc:sldMkLst>
      </pc:sldChg>
      <pc:sldChg chg="del">
        <pc:chgData name="Mohamed Ali" userId="c0c10aba-c922-46fb-868a-1a879be00c0a" providerId="ADAL" clId="{DDBD1064-CDC2-4472-9EF9-077D90B3AADC}" dt="2025-09-01T07:57:23.728" v="0" actId="47"/>
        <pc:sldMkLst>
          <pc:docMk/>
          <pc:sldMk cId="3825972478" sldId="2147483254"/>
        </pc:sldMkLst>
      </pc:sldChg>
      <pc:sldChg chg="del">
        <pc:chgData name="Mohamed Ali" userId="c0c10aba-c922-46fb-868a-1a879be00c0a" providerId="ADAL" clId="{DDBD1064-CDC2-4472-9EF9-077D90B3AADC}" dt="2025-09-02T10:45:08.421" v="3" actId="47"/>
        <pc:sldMkLst>
          <pc:docMk/>
          <pc:sldMk cId="2884553765" sldId="2147483255"/>
        </pc:sldMkLst>
      </pc:sldChg>
      <pc:sldChg chg="del">
        <pc:chgData name="Mohamed Ali" userId="c0c10aba-c922-46fb-868a-1a879be00c0a" providerId="ADAL" clId="{DDBD1064-CDC2-4472-9EF9-077D90B3AADC}" dt="2025-09-02T10:45:08.421" v="3" actId="47"/>
        <pc:sldMkLst>
          <pc:docMk/>
          <pc:sldMk cId="4004069077" sldId="2147483256"/>
        </pc:sldMkLst>
      </pc:sldChg>
      <pc:sldMasterChg chg="delSldLayout">
        <pc:chgData name="Mohamed Ali" userId="c0c10aba-c922-46fb-868a-1a879be00c0a" providerId="ADAL" clId="{DDBD1064-CDC2-4472-9EF9-077D90B3AADC}" dt="2025-09-02T10:45:08.421" v="3" actId="47"/>
        <pc:sldMasterMkLst>
          <pc:docMk/>
          <pc:sldMasterMk cId="1419917013" sldId="2147483686"/>
        </pc:sldMasterMkLst>
        <pc:sldLayoutChg chg="del">
          <pc:chgData name="Mohamed Ali" userId="c0c10aba-c922-46fb-868a-1a879be00c0a" providerId="ADAL" clId="{DDBD1064-CDC2-4472-9EF9-077D90B3AADC}" dt="2025-09-02T10:44:53.667" v="2" actId="47"/>
          <pc:sldLayoutMkLst>
            <pc:docMk/>
            <pc:sldMasterMk cId="1419917013" sldId="2147483686"/>
            <pc:sldLayoutMk cId="840919519" sldId="2147483698"/>
          </pc:sldLayoutMkLst>
        </pc:sldLayoutChg>
        <pc:sldLayoutChg chg="del">
          <pc:chgData name="Mohamed Ali" userId="c0c10aba-c922-46fb-868a-1a879be00c0a" providerId="ADAL" clId="{DDBD1064-CDC2-4472-9EF9-077D90B3AADC}" dt="2025-09-02T10:44:50.287" v="1" actId="47"/>
          <pc:sldLayoutMkLst>
            <pc:docMk/>
            <pc:sldMasterMk cId="1419917013" sldId="2147483686"/>
            <pc:sldLayoutMk cId="3334699951" sldId="2147483699"/>
          </pc:sldLayoutMkLst>
        </pc:sldLayoutChg>
        <pc:sldLayoutChg chg="del">
          <pc:chgData name="Mohamed Ali" userId="c0c10aba-c922-46fb-868a-1a879be00c0a" providerId="ADAL" clId="{DDBD1064-CDC2-4472-9EF9-077D90B3AADC}" dt="2025-09-02T10:45:08.421" v="3" actId="47"/>
          <pc:sldLayoutMkLst>
            <pc:docMk/>
            <pc:sldMasterMk cId="1419917013" sldId="2147483686"/>
            <pc:sldLayoutMk cId="3810710188" sldId="2147483700"/>
          </pc:sldLayoutMkLst>
        </pc:sldLayoutChg>
      </pc:sldMaster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ata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C84FE8-F2DB-431F-8431-A6965C6CBFF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2DE9042-3073-45B9-A96D-377B9A9AE025}">
      <dgm:prSet phldrT="[Text]" custT="1"/>
      <dgm:spPr>
        <a:solidFill>
          <a:srgbClr val="4BC0B0"/>
        </a:solidFill>
        <a:ln>
          <a:solidFill>
            <a:srgbClr val="4BC0B0"/>
          </a:solidFill>
        </a:ln>
      </dgm:spPr>
      <dgm:t>
        <a:bodyPr/>
        <a:lstStyle/>
        <a:p>
          <a:pPr rtl="1"/>
          <a:r>
            <a:rPr lang="ar-EG" sz="800" b="1" dirty="0">
              <a:latin typeface="Cairo" panose="020B0604020202020204" charset="-78"/>
              <a:cs typeface="Cairo" panose="020B0604020202020204" charset="-78"/>
            </a:rPr>
            <a:t>مراجعة كراسة المشروع</a:t>
          </a:r>
          <a:endParaRPr lang="en-US" sz="800" b="1" dirty="0">
            <a:latin typeface="Cairo" panose="020B0604020202020204" charset="-78"/>
            <a:cs typeface="Cairo" panose="020B0604020202020204" charset="-78"/>
          </a:endParaRPr>
        </a:p>
      </dgm:t>
    </dgm:pt>
    <dgm:pt modelId="{FD5A863C-B5CC-47DB-A859-0BF0869D366D}" type="parTrans" cxnId="{449EA74C-9366-4675-81D6-B752302CB2EA}">
      <dgm:prSet/>
      <dgm:spPr/>
      <dgm:t>
        <a:bodyPr/>
        <a:lstStyle/>
        <a:p>
          <a:pPr rtl="1"/>
          <a:endParaRPr lang="en-US" sz="800">
            <a:latin typeface="Cairo" panose="020B0604020202020204" charset="-78"/>
            <a:cs typeface="Cairo" panose="020B0604020202020204" charset="-78"/>
          </a:endParaRPr>
        </a:p>
      </dgm:t>
    </dgm:pt>
    <dgm:pt modelId="{50A217F7-DAD5-44FD-BBD0-5772092DAEAD}" type="sibTrans" cxnId="{449EA74C-9366-4675-81D6-B752302CB2EA}">
      <dgm:prSet/>
      <dgm:spPr/>
      <dgm:t>
        <a:bodyPr/>
        <a:lstStyle/>
        <a:p>
          <a:pPr rtl="1"/>
          <a:endParaRPr lang="en-US" sz="800">
            <a:latin typeface="Cairo" panose="020B0604020202020204" charset="-78"/>
            <a:cs typeface="Cairo" panose="020B0604020202020204" charset="-78"/>
          </a:endParaRPr>
        </a:p>
      </dgm:t>
    </dgm:pt>
    <dgm:pt modelId="{27604C83-9B73-4CB3-A235-B37093380EA7}">
      <dgm:prSet custT="1"/>
      <dgm:spPr>
        <a:solidFill>
          <a:srgbClr val="4BC0B0"/>
        </a:solidFill>
        <a:ln>
          <a:solidFill>
            <a:srgbClr val="4BC0B0"/>
          </a:solidFill>
        </a:ln>
      </dgm:spPr>
      <dgm:t>
        <a:bodyPr/>
        <a:lstStyle/>
        <a:p>
          <a:pPr rtl="1"/>
          <a:r>
            <a:rPr lang="ar-EG" sz="800" b="1" dirty="0">
              <a:latin typeface="Cairo" panose="020B0604020202020204" charset="-78"/>
              <a:cs typeface="Cairo" panose="020B0604020202020204" charset="-78"/>
            </a:rPr>
            <a:t>تحليل المتطلبات المعيارية</a:t>
          </a:r>
          <a:endParaRPr lang="en-US" sz="800" b="1" dirty="0">
            <a:latin typeface="Cairo" panose="020B0604020202020204" charset="-78"/>
            <a:cs typeface="Cairo" panose="020B0604020202020204" charset="-78"/>
          </a:endParaRPr>
        </a:p>
      </dgm:t>
    </dgm:pt>
    <dgm:pt modelId="{C8772484-90C1-42DE-A82F-95E8B50EA4A5}" type="parTrans" cxnId="{921F2E16-B676-4A1A-9FB6-FFB489BA3450}">
      <dgm:prSet/>
      <dgm:spPr/>
      <dgm:t>
        <a:bodyPr/>
        <a:lstStyle/>
        <a:p>
          <a:pPr rtl="1"/>
          <a:endParaRPr lang="en-US" sz="2400"/>
        </a:p>
      </dgm:t>
    </dgm:pt>
    <dgm:pt modelId="{0515FF8D-8252-416E-880E-AE30D4C8546A}" type="sibTrans" cxnId="{921F2E16-B676-4A1A-9FB6-FFB489BA3450}">
      <dgm:prSet/>
      <dgm:spPr/>
      <dgm:t>
        <a:bodyPr/>
        <a:lstStyle/>
        <a:p>
          <a:pPr rtl="1"/>
          <a:endParaRPr lang="en-US" sz="2400"/>
        </a:p>
      </dgm:t>
    </dgm:pt>
    <dgm:pt modelId="{5DBD407E-8061-48A4-8B4C-BD71AE4D49D5}">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استخراج الضوابط ذات العلاقة من </a:t>
          </a:r>
          <a:r>
            <a:rPr lang="en-US" sz="700" b="1" dirty="0">
              <a:latin typeface="Cairo" panose="020B0604020202020204" charset="-78"/>
              <a:cs typeface="Cairo" panose="020B0604020202020204" charset="-78"/>
            </a:rPr>
            <a:t>NCA ECC 2024.</a:t>
          </a:r>
        </a:p>
      </dgm:t>
    </dgm:pt>
    <dgm:pt modelId="{827E69E3-9F47-4013-A316-99BBA75A0E41}" type="parTrans" cxnId="{DE239761-9C42-48AE-989A-E8672AAA70BA}">
      <dgm:prSet/>
      <dgm:spPr/>
      <dgm:t>
        <a:bodyPr/>
        <a:lstStyle/>
        <a:p>
          <a:pPr rtl="1"/>
          <a:endParaRPr lang="en-US" sz="2400"/>
        </a:p>
      </dgm:t>
    </dgm:pt>
    <dgm:pt modelId="{3C7F2040-3068-4CF1-94E4-6576BD677D6D}" type="sibTrans" cxnId="{DE239761-9C42-48AE-989A-E8672AAA70BA}">
      <dgm:prSet/>
      <dgm:spPr/>
      <dgm:t>
        <a:bodyPr/>
        <a:lstStyle/>
        <a:p>
          <a:pPr rtl="1"/>
          <a:endParaRPr lang="en-US" sz="2400"/>
        </a:p>
      </dgm:t>
    </dgm:pt>
    <dgm:pt modelId="{DE1A8CCB-EC3A-4063-92F9-0E7B5C0BD687}">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مطابقة ضوابط </a:t>
          </a:r>
          <a:r>
            <a:rPr lang="en-US" sz="700" b="1" dirty="0">
              <a:latin typeface="Cairo" panose="020B0604020202020204" charset="-78"/>
              <a:cs typeface="Cairo" panose="020B0604020202020204" charset="-78"/>
            </a:rPr>
            <a:t>ISO 27001 </a:t>
          </a:r>
          <a:r>
            <a:rPr lang="ar-EG" sz="700" b="1" dirty="0">
              <a:latin typeface="Cairo" panose="020B0604020202020204" charset="-78"/>
              <a:cs typeface="Cairo" panose="020B0604020202020204" charset="-78"/>
            </a:rPr>
            <a:t> (مثل السياسات، </a:t>
          </a:r>
          <a:r>
            <a:rPr lang="en-US" sz="700" b="1" dirty="0">
              <a:latin typeface="Cairo" panose="020B0604020202020204" charset="-78"/>
              <a:cs typeface="Cairo" panose="020B0604020202020204" charset="-78"/>
            </a:rPr>
            <a:t>ISMS، </a:t>
          </a:r>
          <a:r>
            <a:rPr lang="ar-EG" sz="700" b="1" dirty="0">
              <a:latin typeface="Cairo" panose="020B0604020202020204" charset="-78"/>
              <a:cs typeface="Cairo" panose="020B0604020202020204" charset="-78"/>
            </a:rPr>
            <a:t>إدارة المخاطر).</a:t>
          </a:r>
          <a:endParaRPr lang="en-US" sz="700" b="1" dirty="0">
            <a:latin typeface="Cairo" panose="020B0604020202020204" charset="-78"/>
            <a:cs typeface="Cairo" panose="020B0604020202020204" charset="-78"/>
          </a:endParaRPr>
        </a:p>
      </dgm:t>
    </dgm:pt>
    <dgm:pt modelId="{90F1FE41-CA44-46AF-9BDC-24E697FF8FAE}" type="parTrans" cxnId="{A645EB0F-D0F8-4334-AD61-CFA8BB27D4C3}">
      <dgm:prSet/>
      <dgm:spPr/>
      <dgm:t>
        <a:bodyPr/>
        <a:lstStyle/>
        <a:p>
          <a:pPr rtl="1"/>
          <a:endParaRPr lang="en-US" sz="2400"/>
        </a:p>
      </dgm:t>
    </dgm:pt>
    <dgm:pt modelId="{4F9C8D02-96F5-4897-85CD-81B337732E8E}" type="sibTrans" cxnId="{A645EB0F-D0F8-4334-AD61-CFA8BB27D4C3}">
      <dgm:prSet/>
      <dgm:spPr/>
      <dgm:t>
        <a:bodyPr/>
        <a:lstStyle/>
        <a:p>
          <a:pPr rtl="1"/>
          <a:endParaRPr lang="en-US" sz="2400"/>
        </a:p>
      </dgm:t>
    </dgm:pt>
    <dgm:pt modelId="{C62AE6F4-F245-4028-A579-28904F0E9DA8}">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مطابقة مبادئ </a:t>
          </a:r>
          <a:r>
            <a:rPr lang="en-US" sz="700" b="1" dirty="0">
              <a:latin typeface="Cairo" panose="020B0604020202020204" charset="-78"/>
              <a:cs typeface="Cairo" panose="020B0604020202020204" charset="-78"/>
            </a:rPr>
            <a:t>ISO 37000 </a:t>
          </a:r>
          <a:r>
            <a:rPr lang="ar-EG" sz="700" b="1" dirty="0">
              <a:latin typeface="Cairo" panose="020B0604020202020204" charset="-78"/>
              <a:cs typeface="Cairo" panose="020B0604020202020204" charset="-78"/>
            </a:rPr>
            <a:t> (مثل الشفافية، المساءلة، الفعالية).</a:t>
          </a:r>
          <a:endParaRPr lang="en-US" sz="700" b="1" dirty="0">
            <a:latin typeface="Cairo" panose="020B0604020202020204" charset="-78"/>
            <a:cs typeface="Cairo" panose="020B0604020202020204" charset="-78"/>
          </a:endParaRPr>
        </a:p>
      </dgm:t>
    </dgm:pt>
    <dgm:pt modelId="{CA0805E5-B7B6-42DD-8475-926DAE4B808A}" type="parTrans" cxnId="{EE8E5327-E392-432D-8034-364BEBD9F82E}">
      <dgm:prSet/>
      <dgm:spPr/>
      <dgm:t>
        <a:bodyPr/>
        <a:lstStyle/>
        <a:p>
          <a:pPr rtl="1"/>
          <a:endParaRPr lang="en-US" sz="2400"/>
        </a:p>
      </dgm:t>
    </dgm:pt>
    <dgm:pt modelId="{4BD70E64-6402-40BE-B3AD-4CFA8A1E0609}" type="sibTrans" cxnId="{EE8E5327-E392-432D-8034-364BEBD9F82E}">
      <dgm:prSet/>
      <dgm:spPr/>
      <dgm:t>
        <a:bodyPr/>
        <a:lstStyle/>
        <a:p>
          <a:pPr rtl="1"/>
          <a:endParaRPr lang="en-US" sz="2400"/>
        </a:p>
      </dgm:t>
    </dgm:pt>
    <dgm:pt modelId="{BED334A8-8D30-4DB3-B6B7-E4D5AB30B88A}">
      <dgm:prSet custT="1"/>
      <dgm:spPr>
        <a:solidFill>
          <a:srgbClr val="4BC0B0"/>
        </a:solidFill>
        <a:ln>
          <a:solidFill>
            <a:srgbClr val="4BC0B0"/>
          </a:solidFill>
        </a:ln>
      </dgm:spPr>
      <dgm:t>
        <a:bodyPr/>
        <a:lstStyle/>
        <a:p>
          <a:pPr rtl="1"/>
          <a:r>
            <a:rPr lang="ar-EG" sz="800" b="1" dirty="0">
              <a:latin typeface="Cairo" panose="020B0604020202020204" charset="-78"/>
              <a:cs typeface="Cairo" panose="020B0604020202020204" charset="-78"/>
            </a:rPr>
            <a:t>إجراء ورشة عمل داخلية</a:t>
          </a:r>
          <a:endParaRPr lang="en-US" sz="800" b="1" dirty="0">
            <a:latin typeface="Cairo" panose="020B0604020202020204" charset="-78"/>
            <a:cs typeface="Cairo" panose="020B0604020202020204" charset="-78"/>
          </a:endParaRPr>
        </a:p>
      </dgm:t>
    </dgm:pt>
    <dgm:pt modelId="{E6FDF7F1-F2A7-469B-8E6B-69B347FA211B}" type="parTrans" cxnId="{5609D43F-F1B9-4DF3-A2FD-16005BEBF7DA}">
      <dgm:prSet/>
      <dgm:spPr/>
      <dgm:t>
        <a:bodyPr/>
        <a:lstStyle/>
        <a:p>
          <a:pPr rtl="1"/>
          <a:endParaRPr lang="en-US" sz="2400"/>
        </a:p>
      </dgm:t>
    </dgm:pt>
    <dgm:pt modelId="{7DCE7472-8533-4D90-9E09-828D421CCE3C}" type="sibTrans" cxnId="{5609D43F-F1B9-4DF3-A2FD-16005BEBF7DA}">
      <dgm:prSet/>
      <dgm:spPr/>
      <dgm:t>
        <a:bodyPr/>
        <a:lstStyle/>
        <a:p>
          <a:pPr rtl="1"/>
          <a:endParaRPr lang="en-US" sz="2400"/>
        </a:p>
      </dgm:t>
    </dgm:pt>
    <dgm:pt modelId="{498D149B-7D1E-496F-8D4E-FE75038B0BAC}">
      <dgm:prSet custT="1"/>
      <dgm:spPr>
        <a:solidFill>
          <a:srgbClr val="4BC0B0"/>
        </a:solidFill>
        <a:ln>
          <a:solidFill>
            <a:srgbClr val="4BC0B0"/>
          </a:solidFill>
        </a:ln>
      </dgm:spPr>
      <dgm:t>
        <a:bodyPr/>
        <a:lstStyle/>
        <a:p>
          <a:pPr rtl="1"/>
          <a:r>
            <a:rPr lang="ar-EG" sz="800" b="1" dirty="0">
              <a:latin typeface="Cairo" panose="020B0604020202020204" charset="-78"/>
              <a:cs typeface="Cairo" panose="020B0604020202020204" charset="-78"/>
            </a:rPr>
            <a:t>إعداد مصفوفة مواءمة</a:t>
          </a:r>
          <a:br>
            <a:rPr lang="ar-EG" sz="800" b="1" dirty="0">
              <a:latin typeface="Cairo" panose="020B0604020202020204" charset="-78"/>
              <a:cs typeface="Cairo" panose="020B0604020202020204" charset="-78"/>
            </a:rPr>
          </a:br>
          <a:r>
            <a:rPr lang="ar-EG" sz="800" b="1" dirty="0">
              <a:latin typeface="Cairo" panose="020B0604020202020204" charset="-78"/>
              <a:cs typeface="Cairo" panose="020B0604020202020204" charset="-78"/>
            </a:rPr>
            <a:t>(</a:t>
          </a:r>
          <a:r>
            <a:rPr lang="en-US" sz="800" b="1" dirty="0">
              <a:latin typeface="Cairo" panose="020B0604020202020204" charset="-78"/>
              <a:cs typeface="Cairo" panose="020B0604020202020204" charset="-78"/>
            </a:rPr>
            <a:t>Alignment Matrix</a:t>
          </a:r>
          <a:r>
            <a:rPr lang="ar-EG" sz="800" b="1" dirty="0">
              <a:latin typeface="Cairo" panose="020B0604020202020204" charset="-78"/>
              <a:cs typeface="Cairo" panose="020B0604020202020204" charset="-78"/>
            </a:rPr>
            <a:t>)</a:t>
          </a:r>
          <a:endParaRPr lang="en-US" sz="800" b="1" dirty="0">
            <a:latin typeface="Cairo" panose="020B0604020202020204" charset="-78"/>
            <a:cs typeface="Cairo" panose="020B0604020202020204" charset="-78"/>
          </a:endParaRPr>
        </a:p>
      </dgm:t>
    </dgm:pt>
    <dgm:pt modelId="{442B75DE-C999-4825-AF80-2E1B762DCB3A}" type="parTrans" cxnId="{0E61EB4B-0FDC-41B0-9639-7D80FEC4141C}">
      <dgm:prSet/>
      <dgm:spPr/>
      <dgm:t>
        <a:bodyPr/>
        <a:lstStyle/>
        <a:p>
          <a:pPr rtl="1"/>
          <a:endParaRPr lang="en-US" sz="2400"/>
        </a:p>
      </dgm:t>
    </dgm:pt>
    <dgm:pt modelId="{8DB3D2C3-8D81-450D-8FF8-F2E6DB4BADE8}" type="sibTrans" cxnId="{0E61EB4B-0FDC-41B0-9639-7D80FEC4141C}">
      <dgm:prSet/>
      <dgm:spPr/>
      <dgm:t>
        <a:bodyPr/>
        <a:lstStyle/>
        <a:p>
          <a:pPr rtl="1"/>
          <a:endParaRPr lang="en-US" sz="2400"/>
        </a:p>
      </dgm:t>
    </dgm:pt>
    <dgm:pt modelId="{01AE0D94-2FB0-40FF-BAF4-43892E73EF73}">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نطاق المشروع.</a:t>
          </a:r>
          <a:endParaRPr lang="en-US" sz="700" b="1" dirty="0">
            <a:latin typeface="Cairo" panose="020B0604020202020204" charset="-78"/>
            <a:cs typeface="Cairo" panose="020B0604020202020204" charset="-78"/>
          </a:endParaRPr>
        </a:p>
      </dgm:t>
    </dgm:pt>
    <dgm:pt modelId="{162EC024-2521-49B7-B44D-8E400BE09DE0}" type="parTrans" cxnId="{69625DD7-8D11-4418-AAF9-D8148989F983}">
      <dgm:prSet/>
      <dgm:spPr/>
      <dgm:t>
        <a:bodyPr/>
        <a:lstStyle/>
        <a:p>
          <a:pPr rtl="1"/>
          <a:endParaRPr lang="en-US" sz="2400"/>
        </a:p>
      </dgm:t>
    </dgm:pt>
    <dgm:pt modelId="{76340954-59C9-4FA4-B751-6000D8BB91C8}" type="sibTrans" cxnId="{69625DD7-8D11-4418-AAF9-D8148989F983}">
      <dgm:prSet/>
      <dgm:spPr/>
      <dgm:t>
        <a:bodyPr/>
        <a:lstStyle/>
        <a:p>
          <a:pPr rtl="1"/>
          <a:endParaRPr lang="en-US" sz="2400"/>
        </a:p>
      </dgm:t>
    </dgm:pt>
    <dgm:pt modelId="{9D8D5F32-214F-4386-9A67-7D9436CB6590}">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متطلبات </a:t>
          </a:r>
          <a:r>
            <a:rPr lang="en-US" sz="700" b="1" dirty="0">
              <a:latin typeface="Cairo" panose="020B0604020202020204" charset="-78"/>
              <a:cs typeface="Cairo" panose="020B0604020202020204" charset="-78"/>
            </a:rPr>
            <a:t>ECC 2024</a:t>
          </a:r>
        </a:p>
      </dgm:t>
    </dgm:pt>
    <dgm:pt modelId="{DD80B024-3C8E-4A77-83A4-B12F87DC4486}" type="parTrans" cxnId="{C70D2502-3915-41AF-8559-2D8ADB6FA026}">
      <dgm:prSet/>
      <dgm:spPr/>
      <dgm:t>
        <a:bodyPr/>
        <a:lstStyle/>
        <a:p>
          <a:pPr rtl="1"/>
          <a:endParaRPr lang="en-US" sz="2400"/>
        </a:p>
      </dgm:t>
    </dgm:pt>
    <dgm:pt modelId="{B4D33BE0-F132-4233-8017-D1AEF5DEB5AD}" type="sibTrans" cxnId="{C70D2502-3915-41AF-8559-2D8ADB6FA026}">
      <dgm:prSet/>
      <dgm:spPr/>
      <dgm:t>
        <a:bodyPr/>
        <a:lstStyle/>
        <a:p>
          <a:pPr rtl="1"/>
          <a:endParaRPr lang="en-US" sz="2400"/>
        </a:p>
      </dgm:t>
    </dgm:pt>
    <dgm:pt modelId="{63AA3C7E-806A-4B26-8968-2B695B1487E2}">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عناصر </a:t>
          </a:r>
          <a:r>
            <a:rPr lang="en-US" sz="700" b="1" dirty="0">
              <a:latin typeface="Cairo" panose="020B0604020202020204" charset="-78"/>
              <a:cs typeface="Cairo" panose="020B0604020202020204" charset="-78"/>
            </a:rPr>
            <a:t>ISO 27001</a:t>
          </a:r>
        </a:p>
      </dgm:t>
    </dgm:pt>
    <dgm:pt modelId="{B9A2A01B-5749-4EC7-A852-2F41728A66BE}" type="parTrans" cxnId="{15F124B0-6637-4103-B247-24036FD5F9ED}">
      <dgm:prSet/>
      <dgm:spPr/>
      <dgm:t>
        <a:bodyPr/>
        <a:lstStyle/>
        <a:p>
          <a:pPr rtl="1"/>
          <a:endParaRPr lang="en-US" sz="2400"/>
        </a:p>
      </dgm:t>
    </dgm:pt>
    <dgm:pt modelId="{B4707A0E-F52A-4404-AF19-010BE5A0DB91}" type="sibTrans" cxnId="{15F124B0-6637-4103-B247-24036FD5F9ED}">
      <dgm:prSet/>
      <dgm:spPr/>
      <dgm:t>
        <a:bodyPr/>
        <a:lstStyle/>
        <a:p>
          <a:pPr rtl="1"/>
          <a:endParaRPr lang="en-US" sz="2400"/>
        </a:p>
      </dgm:t>
    </dgm:pt>
    <dgm:pt modelId="{4B4B8010-5EE3-4F55-940F-8B9643F61BBC}">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مبادئ </a:t>
          </a:r>
          <a:r>
            <a:rPr lang="en-US" sz="700" b="1" dirty="0">
              <a:latin typeface="Cairo" panose="020B0604020202020204" charset="-78"/>
              <a:cs typeface="Cairo" panose="020B0604020202020204" charset="-78"/>
            </a:rPr>
            <a:t>ISO 37000</a:t>
          </a:r>
        </a:p>
      </dgm:t>
    </dgm:pt>
    <dgm:pt modelId="{E3F33875-8536-4CC4-ACDF-6821623432AB}" type="parTrans" cxnId="{EF5D1204-AA18-4140-AEFA-9F27BEC18F84}">
      <dgm:prSet/>
      <dgm:spPr/>
      <dgm:t>
        <a:bodyPr/>
        <a:lstStyle/>
        <a:p>
          <a:pPr rtl="1"/>
          <a:endParaRPr lang="en-US" sz="2400"/>
        </a:p>
      </dgm:t>
    </dgm:pt>
    <dgm:pt modelId="{02F7CC3F-BB99-4ECC-B41B-34343EE2EDE4}" type="sibTrans" cxnId="{EF5D1204-AA18-4140-AEFA-9F27BEC18F84}">
      <dgm:prSet/>
      <dgm:spPr/>
      <dgm:t>
        <a:bodyPr/>
        <a:lstStyle/>
        <a:p>
          <a:pPr rtl="1"/>
          <a:endParaRPr lang="en-US" sz="2400"/>
        </a:p>
      </dgm:t>
    </dgm:pt>
    <dgm:pt modelId="{8240B8C5-E2AE-42EF-AF20-A611DFC08E46}">
      <dgm:prSet custT="1"/>
      <dgm:spPr>
        <a:solidFill>
          <a:srgbClr val="4BC0B0"/>
        </a:solidFill>
        <a:ln>
          <a:solidFill>
            <a:srgbClr val="4BC0B0"/>
          </a:solidFill>
        </a:ln>
      </dgm:spPr>
      <dgm:t>
        <a:bodyPr/>
        <a:lstStyle/>
        <a:p>
          <a:pPr rtl="1"/>
          <a:r>
            <a:rPr lang="ar-EG" sz="800" b="1" dirty="0">
              <a:latin typeface="Cairo" panose="020B0604020202020204" charset="-78"/>
              <a:cs typeface="Cairo" panose="020B0604020202020204" charset="-78"/>
            </a:rPr>
            <a:t>اعتماد نطاق العمل المحدث</a:t>
          </a:r>
          <a:endParaRPr lang="en-US" sz="800" b="1" dirty="0">
            <a:latin typeface="Cairo" panose="020B0604020202020204" charset="-78"/>
            <a:cs typeface="Cairo" panose="020B0604020202020204" charset="-78"/>
          </a:endParaRPr>
        </a:p>
      </dgm:t>
    </dgm:pt>
    <dgm:pt modelId="{7BEB0729-8259-4041-B326-EAF36D956270}" type="parTrans" cxnId="{91CA9E3E-C0B7-498A-AE31-BE6B75BC10BA}">
      <dgm:prSet/>
      <dgm:spPr/>
      <dgm:t>
        <a:bodyPr/>
        <a:lstStyle/>
        <a:p>
          <a:pPr rtl="1"/>
          <a:endParaRPr lang="en-US" sz="2400"/>
        </a:p>
      </dgm:t>
    </dgm:pt>
    <dgm:pt modelId="{F907FD88-A941-4BBB-9792-4791A2DBBD3D}" type="sibTrans" cxnId="{91CA9E3E-C0B7-498A-AE31-BE6B75BC10BA}">
      <dgm:prSet/>
      <dgm:spPr/>
      <dgm:t>
        <a:bodyPr/>
        <a:lstStyle/>
        <a:p>
          <a:pPr rtl="1"/>
          <a:endParaRPr lang="en-US" sz="2400"/>
        </a:p>
      </dgm:t>
    </dgm:pt>
    <dgm:pt modelId="{0C51C6A4-FA13-47C5-AE0C-D907CE9A16FB}">
      <dgm:prSet phldrT="[Tex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تحليل نطاق العمل ومتطلباته كما وردت رسميًا.</a:t>
          </a:r>
          <a:endParaRPr lang="en-US" sz="700" b="1" dirty="0">
            <a:latin typeface="Cairo" panose="020B0604020202020204" charset="-78"/>
            <a:cs typeface="Cairo" panose="020B0604020202020204" charset="-78"/>
          </a:endParaRPr>
        </a:p>
      </dgm:t>
    </dgm:pt>
    <dgm:pt modelId="{91725C2B-6A80-4DF7-8FCD-913CB6E39D90}" type="parTrans" cxnId="{822813F8-2EE5-4634-9279-4A756E64B3E9}">
      <dgm:prSet/>
      <dgm:spPr/>
      <dgm:t>
        <a:bodyPr/>
        <a:lstStyle/>
        <a:p>
          <a:pPr rtl="1"/>
          <a:endParaRPr lang="en-US" sz="2400"/>
        </a:p>
      </dgm:t>
    </dgm:pt>
    <dgm:pt modelId="{D3A77FA1-391C-4242-BF75-E412D60B2696}" type="sibTrans" cxnId="{822813F8-2EE5-4634-9279-4A756E64B3E9}">
      <dgm:prSet/>
      <dgm:spPr/>
      <dgm:t>
        <a:bodyPr/>
        <a:lstStyle/>
        <a:p>
          <a:pPr rtl="1"/>
          <a:endParaRPr lang="en-US" sz="2400"/>
        </a:p>
      </dgm:t>
    </dgm:pt>
    <dgm:pt modelId="{13357EF3-C658-4355-BF1D-010BF7377D64}">
      <dgm:prSet custT="1"/>
      <dgm:spPr>
        <a:solidFill>
          <a:schemeClr val="bg2"/>
        </a:solidFill>
        <a:ln>
          <a:solidFill>
            <a:srgbClr val="4BC0B0">
              <a:alpha val="90000"/>
            </a:srgbClr>
          </a:solidFill>
        </a:ln>
      </dgm:spPr>
      <dgm:t>
        <a:bodyPr/>
        <a:lstStyle/>
        <a:p>
          <a:pPr rtl="1"/>
          <a:r>
            <a:rPr lang="ar-EG" sz="700" b="1">
              <a:latin typeface="Cairo" panose="020B0604020202020204" charset="-78"/>
              <a:cs typeface="Cairo" panose="020B0604020202020204" charset="-78"/>
            </a:rPr>
            <a:t> مع فريق المشروع لتحديد الأولويات ونطاق الضوابط المطلوب إدماجها.</a:t>
          </a:r>
          <a:endParaRPr lang="en-US" sz="700" b="1" dirty="0">
            <a:latin typeface="Cairo" panose="020B0604020202020204" charset="-78"/>
            <a:cs typeface="Cairo" panose="020B0604020202020204" charset="-78"/>
          </a:endParaRPr>
        </a:p>
      </dgm:t>
    </dgm:pt>
    <dgm:pt modelId="{72BAED14-4255-4193-90B5-414D65CB8EA5}" type="parTrans" cxnId="{49AD972F-5D36-4385-8CD5-0B91C10EC653}">
      <dgm:prSet/>
      <dgm:spPr/>
      <dgm:t>
        <a:bodyPr/>
        <a:lstStyle/>
        <a:p>
          <a:pPr rtl="1"/>
          <a:endParaRPr lang="en-US" sz="2400"/>
        </a:p>
      </dgm:t>
    </dgm:pt>
    <dgm:pt modelId="{8E18615B-3FF3-4D6F-BFE9-83431C996EB6}" type="sibTrans" cxnId="{49AD972F-5D36-4385-8CD5-0B91C10EC653}">
      <dgm:prSet/>
      <dgm:spPr/>
      <dgm:t>
        <a:bodyPr/>
        <a:lstStyle/>
        <a:p>
          <a:pPr rtl="1"/>
          <a:endParaRPr lang="en-US" sz="2400"/>
        </a:p>
      </dgm:t>
    </dgm:pt>
    <dgm:pt modelId="{AFE2DF0C-A0F5-4D8A-A063-69A1188EB710}">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توضح الربط بين: </a:t>
          </a:r>
          <a:endParaRPr lang="en-US" sz="700" b="1" dirty="0">
            <a:latin typeface="Cairo" panose="020B0604020202020204" charset="-78"/>
            <a:cs typeface="Cairo" panose="020B0604020202020204" charset="-78"/>
          </a:endParaRPr>
        </a:p>
      </dgm:t>
    </dgm:pt>
    <dgm:pt modelId="{059D3BC4-8A6E-49F9-9B4A-A4124800EC25}" type="parTrans" cxnId="{2F1F4190-2D59-48FB-933A-9440125C85AA}">
      <dgm:prSet/>
      <dgm:spPr/>
      <dgm:t>
        <a:bodyPr/>
        <a:lstStyle/>
        <a:p>
          <a:pPr rtl="1"/>
          <a:endParaRPr lang="en-US" sz="2400"/>
        </a:p>
      </dgm:t>
    </dgm:pt>
    <dgm:pt modelId="{0E283B6A-05C1-45A8-B6AE-4AE0BCE3EA0F}" type="sibTrans" cxnId="{2F1F4190-2D59-48FB-933A-9440125C85AA}">
      <dgm:prSet/>
      <dgm:spPr/>
      <dgm:t>
        <a:bodyPr/>
        <a:lstStyle/>
        <a:p>
          <a:pPr rtl="1"/>
          <a:endParaRPr lang="en-US" sz="2400"/>
        </a:p>
      </dgm:t>
    </dgm:pt>
    <dgm:pt modelId="{D64C3C8C-777D-4B39-BD7D-4EAE73F31BAD}">
      <dgm:prSet custT="1"/>
      <dgm:spPr>
        <a:solidFill>
          <a:schemeClr val="bg2"/>
        </a:solidFill>
        <a:ln>
          <a:solidFill>
            <a:srgbClr val="4BC0B0">
              <a:alpha val="90000"/>
            </a:srgbClr>
          </a:solidFill>
        </a:ln>
      </dgm:spPr>
      <dgm:t>
        <a:bodyPr/>
        <a:lstStyle/>
        <a:p>
          <a:pPr rtl="1"/>
          <a:r>
            <a:rPr lang="ar-EG" sz="700" b="1" dirty="0">
              <a:latin typeface="Cairo" panose="020B0604020202020204" charset="-78"/>
              <a:cs typeface="Cairo" panose="020B0604020202020204" charset="-78"/>
            </a:rPr>
            <a:t> من الجهة المستفيدة (مجلس الضمان </a:t>
          </a:r>
          <a:r>
            <a:rPr lang="ar-EG" sz="700" b="1">
              <a:latin typeface="Cairo" panose="020B0604020202020204" charset="-78"/>
              <a:cs typeface="Cairo" panose="020B0604020202020204" charset="-78"/>
            </a:rPr>
            <a:t>الصحي)</a:t>
          </a:r>
          <a:endParaRPr lang="en-US" sz="700" b="1" dirty="0">
            <a:latin typeface="Cairo" panose="020B0604020202020204" charset="-78"/>
            <a:cs typeface="Cairo" panose="020B0604020202020204" charset="-78"/>
          </a:endParaRPr>
        </a:p>
      </dgm:t>
    </dgm:pt>
    <dgm:pt modelId="{69282ADF-6624-4381-A7B7-44E134E9AACD}" type="parTrans" cxnId="{74E73B23-6E69-4FEE-8E84-AA5A3A7121AF}">
      <dgm:prSet/>
      <dgm:spPr/>
      <dgm:t>
        <a:bodyPr/>
        <a:lstStyle/>
        <a:p>
          <a:pPr rtl="1"/>
          <a:endParaRPr lang="en-US" sz="2400"/>
        </a:p>
      </dgm:t>
    </dgm:pt>
    <dgm:pt modelId="{D9232EAB-8886-4FEF-B5C9-14A8FC458513}" type="sibTrans" cxnId="{74E73B23-6E69-4FEE-8E84-AA5A3A7121AF}">
      <dgm:prSet/>
      <dgm:spPr/>
      <dgm:t>
        <a:bodyPr/>
        <a:lstStyle/>
        <a:p>
          <a:pPr rtl="1"/>
          <a:endParaRPr lang="en-US" sz="2400"/>
        </a:p>
      </dgm:t>
    </dgm:pt>
    <dgm:pt modelId="{E813732E-9932-440E-95CE-5E39E10D531C}" type="pres">
      <dgm:prSet presAssocID="{25C84FE8-F2DB-431F-8431-A6965C6CBFFA}" presName="Name0" presStyleCnt="0">
        <dgm:presLayoutVars>
          <dgm:dir val="rev"/>
          <dgm:animLvl val="lvl"/>
          <dgm:resizeHandles val="exact"/>
        </dgm:presLayoutVars>
      </dgm:prSet>
      <dgm:spPr/>
    </dgm:pt>
    <dgm:pt modelId="{F3CDED1D-FBA8-4DD0-BE0D-2AC06F94445D}" type="pres">
      <dgm:prSet presAssocID="{C2DE9042-3073-45B9-A96D-377B9A9AE025}" presName="composite" presStyleCnt="0"/>
      <dgm:spPr/>
    </dgm:pt>
    <dgm:pt modelId="{38F72E19-C1C2-4F87-8E62-8FEC1DA005CD}" type="pres">
      <dgm:prSet presAssocID="{C2DE9042-3073-45B9-A96D-377B9A9AE025}" presName="parTx" presStyleLbl="alignNode1" presStyleIdx="0" presStyleCnt="5">
        <dgm:presLayoutVars>
          <dgm:chMax val="0"/>
          <dgm:chPref val="0"/>
          <dgm:bulletEnabled val="1"/>
        </dgm:presLayoutVars>
      </dgm:prSet>
      <dgm:spPr/>
    </dgm:pt>
    <dgm:pt modelId="{0E54DCBE-FC28-45E9-A090-23C2B4BF338A}" type="pres">
      <dgm:prSet presAssocID="{C2DE9042-3073-45B9-A96D-377B9A9AE025}" presName="desTx" presStyleLbl="alignAccFollowNode1" presStyleIdx="0" presStyleCnt="5" custScaleY="97336">
        <dgm:presLayoutVars>
          <dgm:bulletEnabled val="1"/>
        </dgm:presLayoutVars>
      </dgm:prSet>
      <dgm:spPr/>
    </dgm:pt>
    <dgm:pt modelId="{9C251749-8ED3-4FBF-9219-CB70A3061F09}" type="pres">
      <dgm:prSet presAssocID="{50A217F7-DAD5-44FD-BBD0-5772092DAEAD}" presName="space" presStyleCnt="0"/>
      <dgm:spPr/>
    </dgm:pt>
    <dgm:pt modelId="{1F404B3B-F9E2-4DC8-9119-39179370878C}" type="pres">
      <dgm:prSet presAssocID="{27604C83-9B73-4CB3-A235-B37093380EA7}" presName="composite" presStyleCnt="0"/>
      <dgm:spPr/>
    </dgm:pt>
    <dgm:pt modelId="{6874BABD-AD87-42E9-94A7-64D9CAA42BAF}" type="pres">
      <dgm:prSet presAssocID="{27604C83-9B73-4CB3-A235-B37093380EA7}" presName="parTx" presStyleLbl="alignNode1" presStyleIdx="1" presStyleCnt="5">
        <dgm:presLayoutVars>
          <dgm:chMax val="0"/>
          <dgm:chPref val="0"/>
          <dgm:bulletEnabled val="1"/>
        </dgm:presLayoutVars>
      </dgm:prSet>
      <dgm:spPr/>
    </dgm:pt>
    <dgm:pt modelId="{763BEA9A-FF7B-48FC-BCD9-1E3F6A721991}" type="pres">
      <dgm:prSet presAssocID="{27604C83-9B73-4CB3-A235-B37093380EA7}" presName="desTx" presStyleLbl="alignAccFollowNode1" presStyleIdx="1" presStyleCnt="5">
        <dgm:presLayoutVars>
          <dgm:bulletEnabled val="1"/>
        </dgm:presLayoutVars>
      </dgm:prSet>
      <dgm:spPr/>
    </dgm:pt>
    <dgm:pt modelId="{BC32D43D-80C4-4044-852A-8CC26EAB3BCF}" type="pres">
      <dgm:prSet presAssocID="{0515FF8D-8252-416E-880E-AE30D4C8546A}" presName="space" presStyleCnt="0"/>
      <dgm:spPr/>
    </dgm:pt>
    <dgm:pt modelId="{C6723707-28E5-4F91-AC79-B536C1377BA7}" type="pres">
      <dgm:prSet presAssocID="{BED334A8-8D30-4DB3-B6B7-E4D5AB30B88A}" presName="composite" presStyleCnt="0"/>
      <dgm:spPr/>
    </dgm:pt>
    <dgm:pt modelId="{8F4E4FFE-6E81-4D08-9846-981E9D967EA6}" type="pres">
      <dgm:prSet presAssocID="{BED334A8-8D30-4DB3-B6B7-E4D5AB30B88A}" presName="parTx" presStyleLbl="alignNode1" presStyleIdx="2" presStyleCnt="5">
        <dgm:presLayoutVars>
          <dgm:chMax val="0"/>
          <dgm:chPref val="0"/>
          <dgm:bulletEnabled val="1"/>
        </dgm:presLayoutVars>
      </dgm:prSet>
      <dgm:spPr/>
    </dgm:pt>
    <dgm:pt modelId="{115A3D39-543C-4AE3-A00E-E05F1A75011A}" type="pres">
      <dgm:prSet presAssocID="{BED334A8-8D30-4DB3-B6B7-E4D5AB30B88A}" presName="desTx" presStyleLbl="alignAccFollowNode1" presStyleIdx="2" presStyleCnt="5">
        <dgm:presLayoutVars>
          <dgm:bulletEnabled val="1"/>
        </dgm:presLayoutVars>
      </dgm:prSet>
      <dgm:spPr/>
    </dgm:pt>
    <dgm:pt modelId="{DA011D32-3CFE-4BAF-AFBB-B6ED30A7E65B}" type="pres">
      <dgm:prSet presAssocID="{7DCE7472-8533-4D90-9E09-828D421CCE3C}" presName="space" presStyleCnt="0"/>
      <dgm:spPr/>
    </dgm:pt>
    <dgm:pt modelId="{AD4E351D-ED8C-40B1-BC9D-E1201C5F4C61}" type="pres">
      <dgm:prSet presAssocID="{498D149B-7D1E-496F-8D4E-FE75038B0BAC}" presName="composite" presStyleCnt="0"/>
      <dgm:spPr/>
    </dgm:pt>
    <dgm:pt modelId="{7862E681-7437-4366-849F-547F5C753FA9}" type="pres">
      <dgm:prSet presAssocID="{498D149B-7D1E-496F-8D4E-FE75038B0BAC}" presName="parTx" presStyleLbl="alignNode1" presStyleIdx="3" presStyleCnt="5">
        <dgm:presLayoutVars>
          <dgm:chMax val="0"/>
          <dgm:chPref val="0"/>
          <dgm:bulletEnabled val="1"/>
        </dgm:presLayoutVars>
      </dgm:prSet>
      <dgm:spPr/>
    </dgm:pt>
    <dgm:pt modelId="{9639232F-E8D6-40D3-9D87-C175A5606F09}" type="pres">
      <dgm:prSet presAssocID="{498D149B-7D1E-496F-8D4E-FE75038B0BAC}" presName="desTx" presStyleLbl="alignAccFollowNode1" presStyleIdx="3" presStyleCnt="5">
        <dgm:presLayoutVars>
          <dgm:bulletEnabled val="1"/>
        </dgm:presLayoutVars>
      </dgm:prSet>
      <dgm:spPr/>
    </dgm:pt>
    <dgm:pt modelId="{4D3A7F21-1992-4C8A-AEA8-7355378DDE65}" type="pres">
      <dgm:prSet presAssocID="{8DB3D2C3-8D81-450D-8FF8-F2E6DB4BADE8}" presName="space" presStyleCnt="0"/>
      <dgm:spPr/>
    </dgm:pt>
    <dgm:pt modelId="{0A7246F4-7BC9-4280-AEE2-ED84F773B646}" type="pres">
      <dgm:prSet presAssocID="{8240B8C5-E2AE-42EF-AF20-A611DFC08E46}" presName="composite" presStyleCnt="0"/>
      <dgm:spPr/>
    </dgm:pt>
    <dgm:pt modelId="{2D255D40-4778-4F26-AE9A-2AE592B01EDB}" type="pres">
      <dgm:prSet presAssocID="{8240B8C5-E2AE-42EF-AF20-A611DFC08E46}" presName="parTx" presStyleLbl="alignNode1" presStyleIdx="4" presStyleCnt="5">
        <dgm:presLayoutVars>
          <dgm:chMax val="0"/>
          <dgm:chPref val="0"/>
          <dgm:bulletEnabled val="1"/>
        </dgm:presLayoutVars>
      </dgm:prSet>
      <dgm:spPr/>
    </dgm:pt>
    <dgm:pt modelId="{98A8CF60-F5C7-44E7-82F3-B0E218FE2A18}" type="pres">
      <dgm:prSet presAssocID="{8240B8C5-E2AE-42EF-AF20-A611DFC08E46}" presName="desTx" presStyleLbl="alignAccFollowNode1" presStyleIdx="4" presStyleCnt="5">
        <dgm:presLayoutVars>
          <dgm:bulletEnabled val="1"/>
        </dgm:presLayoutVars>
      </dgm:prSet>
      <dgm:spPr/>
    </dgm:pt>
  </dgm:ptLst>
  <dgm:cxnLst>
    <dgm:cxn modelId="{C70D2502-3915-41AF-8559-2D8ADB6FA026}" srcId="{498D149B-7D1E-496F-8D4E-FE75038B0BAC}" destId="{9D8D5F32-214F-4386-9A67-7D9436CB6590}" srcOrd="2" destOrd="0" parTransId="{DD80B024-3C8E-4A77-83A4-B12F87DC4486}" sibTransId="{B4D33BE0-F132-4233-8017-D1AEF5DEB5AD}"/>
    <dgm:cxn modelId="{EF5D1204-AA18-4140-AEFA-9F27BEC18F84}" srcId="{498D149B-7D1E-496F-8D4E-FE75038B0BAC}" destId="{4B4B8010-5EE3-4F55-940F-8B9643F61BBC}" srcOrd="4" destOrd="0" parTransId="{E3F33875-8536-4CC4-ACDF-6821623432AB}" sibTransId="{02F7CC3F-BB99-4ECC-B41B-34343EE2EDE4}"/>
    <dgm:cxn modelId="{183D3F07-2AFC-4AFE-9533-93C0EFF04976}" type="presOf" srcId="{C2DE9042-3073-45B9-A96D-377B9A9AE025}" destId="{38F72E19-C1C2-4F87-8E62-8FEC1DA005CD}" srcOrd="0" destOrd="0" presId="urn:microsoft.com/office/officeart/2005/8/layout/hList1"/>
    <dgm:cxn modelId="{A645EB0F-D0F8-4334-AD61-CFA8BB27D4C3}" srcId="{27604C83-9B73-4CB3-A235-B37093380EA7}" destId="{DE1A8CCB-EC3A-4063-92F9-0E7B5C0BD687}" srcOrd="1" destOrd="0" parTransId="{90F1FE41-CA44-46AF-9BDC-24E697FF8FAE}" sibTransId="{4F9C8D02-96F5-4897-85CD-81B337732E8E}"/>
    <dgm:cxn modelId="{921F2E16-B676-4A1A-9FB6-FFB489BA3450}" srcId="{25C84FE8-F2DB-431F-8431-A6965C6CBFFA}" destId="{27604C83-9B73-4CB3-A235-B37093380EA7}" srcOrd="1" destOrd="0" parTransId="{C8772484-90C1-42DE-A82F-95E8B50EA4A5}" sibTransId="{0515FF8D-8252-416E-880E-AE30D4C8546A}"/>
    <dgm:cxn modelId="{AF490D1D-F913-49D7-A04E-505CBAA24D50}" type="presOf" srcId="{BED334A8-8D30-4DB3-B6B7-E4D5AB30B88A}" destId="{8F4E4FFE-6E81-4D08-9846-981E9D967EA6}" srcOrd="0" destOrd="0" presId="urn:microsoft.com/office/officeart/2005/8/layout/hList1"/>
    <dgm:cxn modelId="{7EBF171E-E747-4FA7-935D-A103E8C6E6F5}" type="presOf" srcId="{13357EF3-C658-4355-BF1D-010BF7377D64}" destId="{115A3D39-543C-4AE3-A00E-E05F1A75011A}" srcOrd="0" destOrd="0" presId="urn:microsoft.com/office/officeart/2005/8/layout/hList1"/>
    <dgm:cxn modelId="{74E73B23-6E69-4FEE-8E84-AA5A3A7121AF}" srcId="{8240B8C5-E2AE-42EF-AF20-A611DFC08E46}" destId="{D64C3C8C-777D-4B39-BD7D-4EAE73F31BAD}" srcOrd="0" destOrd="0" parTransId="{69282ADF-6624-4381-A7B7-44E134E9AACD}" sibTransId="{D9232EAB-8886-4FEF-B5C9-14A8FC458513}"/>
    <dgm:cxn modelId="{EE8E5327-E392-432D-8034-364BEBD9F82E}" srcId="{27604C83-9B73-4CB3-A235-B37093380EA7}" destId="{C62AE6F4-F245-4028-A579-28904F0E9DA8}" srcOrd="2" destOrd="0" parTransId="{CA0805E5-B7B6-42DD-8475-926DAE4B808A}" sibTransId="{4BD70E64-6402-40BE-B3AD-4CFA8A1E0609}"/>
    <dgm:cxn modelId="{49AD972F-5D36-4385-8CD5-0B91C10EC653}" srcId="{BED334A8-8D30-4DB3-B6B7-E4D5AB30B88A}" destId="{13357EF3-C658-4355-BF1D-010BF7377D64}" srcOrd="0" destOrd="0" parTransId="{72BAED14-4255-4193-90B5-414D65CB8EA5}" sibTransId="{8E18615B-3FF3-4D6F-BFE9-83431C996EB6}"/>
    <dgm:cxn modelId="{F3523B39-500C-4AA6-BE13-680A0D45FF09}" type="presOf" srcId="{25C84FE8-F2DB-431F-8431-A6965C6CBFFA}" destId="{E813732E-9932-440E-95CE-5E39E10D531C}" srcOrd="0" destOrd="0" presId="urn:microsoft.com/office/officeart/2005/8/layout/hList1"/>
    <dgm:cxn modelId="{91CA9E3E-C0B7-498A-AE31-BE6B75BC10BA}" srcId="{25C84FE8-F2DB-431F-8431-A6965C6CBFFA}" destId="{8240B8C5-E2AE-42EF-AF20-A611DFC08E46}" srcOrd="4" destOrd="0" parTransId="{7BEB0729-8259-4041-B326-EAF36D956270}" sibTransId="{F907FD88-A941-4BBB-9792-4791A2DBBD3D}"/>
    <dgm:cxn modelId="{5609D43F-F1B9-4DF3-A2FD-16005BEBF7DA}" srcId="{25C84FE8-F2DB-431F-8431-A6965C6CBFFA}" destId="{BED334A8-8D30-4DB3-B6B7-E4D5AB30B88A}" srcOrd="2" destOrd="0" parTransId="{E6FDF7F1-F2A7-469B-8E6B-69B347FA211B}" sibTransId="{7DCE7472-8533-4D90-9E09-828D421CCE3C}"/>
    <dgm:cxn modelId="{D1C4175D-594D-4997-8AF7-90B520F4D828}" type="presOf" srcId="{D64C3C8C-777D-4B39-BD7D-4EAE73F31BAD}" destId="{98A8CF60-F5C7-44E7-82F3-B0E218FE2A18}" srcOrd="0" destOrd="0" presId="urn:microsoft.com/office/officeart/2005/8/layout/hList1"/>
    <dgm:cxn modelId="{1B0C325F-CA7A-4460-A994-A2DC23E82188}" type="presOf" srcId="{9D8D5F32-214F-4386-9A67-7D9436CB6590}" destId="{9639232F-E8D6-40D3-9D87-C175A5606F09}" srcOrd="0" destOrd="2" presId="urn:microsoft.com/office/officeart/2005/8/layout/hList1"/>
    <dgm:cxn modelId="{DE239761-9C42-48AE-989A-E8672AAA70BA}" srcId="{27604C83-9B73-4CB3-A235-B37093380EA7}" destId="{5DBD407E-8061-48A4-8B4C-BD71AE4D49D5}" srcOrd="0" destOrd="0" parTransId="{827E69E3-9F47-4013-A316-99BBA75A0E41}" sibTransId="{3C7F2040-3068-4CF1-94E4-6576BD677D6D}"/>
    <dgm:cxn modelId="{4F5DC547-8C95-45B8-AAEA-1DD8433544F2}" type="presOf" srcId="{63AA3C7E-806A-4B26-8968-2B695B1487E2}" destId="{9639232F-E8D6-40D3-9D87-C175A5606F09}" srcOrd="0" destOrd="3" presId="urn:microsoft.com/office/officeart/2005/8/layout/hList1"/>
    <dgm:cxn modelId="{0E61EB4B-0FDC-41B0-9639-7D80FEC4141C}" srcId="{25C84FE8-F2DB-431F-8431-A6965C6CBFFA}" destId="{498D149B-7D1E-496F-8D4E-FE75038B0BAC}" srcOrd="3" destOrd="0" parTransId="{442B75DE-C999-4825-AF80-2E1B762DCB3A}" sibTransId="{8DB3D2C3-8D81-450D-8FF8-F2E6DB4BADE8}"/>
    <dgm:cxn modelId="{449EA74C-9366-4675-81D6-B752302CB2EA}" srcId="{25C84FE8-F2DB-431F-8431-A6965C6CBFFA}" destId="{C2DE9042-3073-45B9-A96D-377B9A9AE025}" srcOrd="0" destOrd="0" parTransId="{FD5A863C-B5CC-47DB-A859-0BF0869D366D}" sibTransId="{50A217F7-DAD5-44FD-BBD0-5772092DAEAD}"/>
    <dgm:cxn modelId="{44157D6D-FFD7-4E00-AE40-E55A69DD5D51}" type="presOf" srcId="{27604C83-9B73-4CB3-A235-B37093380EA7}" destId="{6874BABD-AD87-42E9-94A7-64D9CAA42BAF}" srcOrd="0" destOrd="0" presId="urn:microsoft.com/office/officeart/2005/8/layout/hList1"/>
    <dgm:cxn modelId="{61C45F81-3526-48A0-928A-36576F10D0E8}" type="presOf" srcId="{AFE2DF0C-A0F5-4D8A-A063-69A1188EB710}" destId="{9639232F-E8D6-40D3-9D87-C175A5606F09}" srcOrd="0" destOrd="0" presId="urn:microsoft.com/office/officeart/2005/8/layout/hList1"/>
    <dgm:cxn modelId="{B592CD8B-16FE-49F4-84A6-BFE93BF170F8}" type="presOf" srcId="{C62AE6F4-F245-4028-A579-28904F0E9DA8}" destId="{763BEA9A-FF7B-48FC-BCD9-1E3F6A721991}" srcOrd="0" destOrd="2" presId="urn:microsoft.com/office/officeart/2005/8/layout/hList1"/>
    <dgm:cxn modelId="{2F1F4190-2D59-48FB-933A-9440125C85AA}" srcId="{498D149B-7D1E-496F-8D4E-FE75038B0BAC}" destId="{AFE2DF0C-A0F5-4D8A-A063-69A1188EB710}" srcOrd="0" destOrd="0" parTransId="{059D3BC4-8A6E-49F9-9B4A-A4124800EC25}" sibTransId="{0E283B6A-05C1-45A8-B6AE-4AE0BCE3EA0F}"/>
    <dgm:cxn modelId="{FB233492-25AF-4869-B313-09DCD8884104}" type="presOf" srcId="{5DBD407E-8061-48A4-8B4C-BD71AE4D49D5}" destId="{763BEA9A-FF7B-48FC-BCD9-1E3F6A721991}" srcOrd="0" destOrd="0" presId="urn:microsoft.com/office/officeart/2005/8/layout/hList1"/>
    <dgm:cxn modelId="{4D13DAA0-1E53-4FC2-8EE4-D153B117DA59}" type="presOf" srcId="{DE1A8CCB-EC3A-4063-92F9-0E7B5C0BD687}" destId="{763BEA9A-FF7B-48FC-BCD9-1E3F6A721991}" srcOrd="0" destOrd="1" presId="urn:microsoft.com/office/officeart/2005/8/layout/hList1"/>
    <dgm:cxn modelId="{15F124B0-6637-4103-B247-24036FD5F9ED}" srcId="{498D149B-7D1E-496F-8D4E-FE75038B0BAC}" destId="{63AA3C7E-806A-4B26-8968-2B695B1487E2}" srcOrd="3" destOrd="0" parTransId="{B9A2A01B-5749-4EC7-A852-2F41728A66BE}" sibTransId="{B4707A0E-F52A-4404-AF19-010BE5A0DB91}"/>
    <dgm:cxn modelId="{11A0BBB7-CDAF-45E2-9805-CBC38FD95CBF}" type="presOf" srcId="{4B4B8010-5EE3-4F55-940F-8B9643F61BBC}" destId="{9639232F-E8D6-40D3-9D87-C175A5606F09}" srcOrd="0" destOrd="4" presId="urn:microsoft.com/office/officeart/2005/8/layout/hList1"/>
    <dgm:cxn modelId="{2CD586B9-CDDF-4FB1-9574-9882555571A0}" type="presOf" srcId="{498D149B-7D1E-496F-8D4E-FE75038B0BAC}" destId="{7862E681-7437-4366-849F-547F5C753FA9}" srcOrd="0" destOrd="0" presId="urn:microsoft.com/office/officeart/2005/8/layout/hList1"/>
    <dgm:cxn modelId="{057423C2-2E80-4E92-9E07-F2DE13A5CB29}" type="presOf" srcId="{8240B8C5-E2AE-42EF-AF20-A611DFC08E46}" destId="{2D255D40-4778-4F26-AE9A-2AE592B01EDB}" srcOrd="0" destOrd="0" presId="urn:microsoft.com/office/officeart/2005/8/layout/hList1"/>
    <dgm:cxn modelId="{0FB1FCCB-FFFD-4BF3-81FC-69A3E6C62CB3}" type="presOf" srcId="{01AE0D94-2FB0-40FF-BAF4-43892E73EF73}" destId="{9639232F-E8D6-40D3-9D87-C175A5606F09}" srcOrd="0" destOrd="1" presId="urn:microsoft.com/office/officeart/2005/8/layout/hList1"/>
    <dgm:cxn modelId="{69625DD7-8D11-4418-AAF9-D8148989F983}" srcId="{498D149B-7D1E-496F-8D4E-FE75038B0BAC}" destId="{01AE0D94-2FB0-40FF-BAF4-43892E73EF73}" srcOrd="1" destOrd="0" parTransId="{162EC024-2521-49B7-B44D-8E400BE09DE0}" sibTransId="{76340954-59C9-4FA4-B751-6000D8BB91C8}"/>
    <dgm:cxn modelId="{822813F8-2EE5-4634-9279-4A756E64B3E9}" srcId="{C2DE9042-3073-45B9-A96D-377B9A9AE025}" destId="{0C51C6A4-FA13-47C5-AE0C-D907CE9A16FB}" srcOrd="0" destOrd="0" parTransId="{91725C2B-6A80-4DF7-8FCD-913CB6E39D90}" sibTransId="{D3A77FA1-391C-4242-BF75-E412D60B2696}"/>
    <dgm:cxn modelId="{D28897F8-2B68-465D-AEE9-0D45C1C1A699}" type="presOf" srcId="{0C51C6A4-FA13-47C5-AE0C-D907CE9A16FB}" destId="{0E54DCBE-FC28-45E9-A090-23C2B4BF338A}" srcOrd="0" destOrd="0" presId="urn:microsoft.com/office/officeart/2005/8/layout/hList1"/>
    <dgm:cxn modelId="{05A5268C-A736-4BC4-9CC2-2D1C8B3E89E6}" type="presParOf" srcId="{E813732E-9932-440E-95CE-5E39E10D531C}" destId="{F3CDED1D-FBA8-4DD0-BE0D-2AC06F94445D}" srcOrd="0" destOrd="0" presId="urn:microsoft.com/office/officeart/2005/8/layout/hList1"/>
    <dgm:cxn modelId="{057E1D13-743A-4201-8879-47F63BC72016}" type="presParOf" srcId="{F3CDED1D-FBA8-4DD0-BE0D-2AC06F94445D}" destId="{38F72E19-C1C2-4F87-8E62-8FEC1DA005CD}" srcOrd="0" destOrd="0" presId="urn:microsoft.com/office/officeart/2005/8/layout/hList1"/>
    <dgm:cxn modelId="{DB3BA960-9CB0-4179-A30B-EDF5B20C7DC5}" type="presParOf" srcId="{F3CDED1D-FBA8-4DD0-BE0D-2AC06F94445D}" destId="{0E54DCBE-FC28-45E9-A090-23C2B4BF338A}" srcOrd="1" destOrd="0" presId="urn:microsoft.com/office/officeart/2005/8/layout/hList1"/>
    <dgm:cxn modelId="{C3FC48F3-7FBA-46AF-A9D4-A32D4D4AF890}" type="presParOf" srcId="{E813732E-9932-440E-95CE-5E39E10D531C}" destId="{9C251749-8ED3-4FBF-9219-CB70A3061F09}" srcOrd="1" destOrd="0" presId="urn:microsoft.com/office/officeart/2005/8/layout/hList1"/>
    <dgm:cxn modelId="{E2818D7F-AD4E-4B9A-8125-1DF51D9022F5}" type="presParOf" srcId="{E813732E-9932-440E-95CE-5E39E10D531C}" destId="{1F404B3B-F9E2-4DC8-9119-39179370878C}" srcOrd="2" destOrd="0" presId="urn:microsoft.com/office/officeart/2005/8/layout/hList1"/>
    <dgm:cxn modelId="{D3714503-D8C6-4FCE-BD2F-1C5C558163FD}" type="presParOf" srcId="{1F404B3B-F9E2-4DC8-9119-39179370878C}" destId="{6874BABD-AD87-42E9-94A7-64D9CAA42BAF}" srcOrd="0" destOrd="0" presId="urn:microsoft.com/office/officeart/2005/8/layout/hList1"/>
    <dgm:cxn modelId="{9491AF37-3DF7-4A9D-8A1A-8C08741DAC4C}" type="presParOf" srcId="{1F404B3B-F9E2-4DC8-9119-39179370878C}" destId="{763BEA9A-FF7B-48FC-BCD9-1E3F6A721991}" srcOrd="1" destOrd="0" presId="urn:microsoft.com/office/officeart/2005/8/layout/hList1"/>
    <dgm:cxn modelId="{0D3A6C45-0A5C-4481-A8E6-CD2C32CDC244}" type="presParOf" srcId="{E813732E-9932-440E-95CE-5E39E10D531C}" destId="{BC32D43D-80C4-4044-852A-8CC26EAB3BCF}" srcOrd="3" destOrd="0" presId="urn:microsoft.com/office/officeart/2005/8/layout/hList1"/>
    <dgm:cxn modelId="{3BCD9475-7B65-4DD9-A60B-9413FA244A45}" type="presParOf" srcId="{E813732E-9932-440E-95CE-5E39E10D531C}" destId="{C6723707-28E5-4F91-AC79-B536C1377BA7}" srcOrd="4" destOrd="0" presId="urn:microsoft.com/office/officeart/2005/8/layout/hList1"/>
    <dgm:cxn modelId="{4CDC0F75-6FC1-4A0B-985F-1C7E826CD4FB}" type="presParOf" srcId="{C6723707-28E5-4F91-AC79-B536C1377BA7}" destId="{8F4E4FFE-6E81-4D08-9846-981E9D967EA6}" srcOrd="0" destOrd="0" presId="urn:microsoft.com/office/officeart/2005/8/layout/hList1"/>
    <dgm:cxn modelId="{9ECFBE7C-184D-4F37-A028-3C07029B4A30}" type="presParOf" srcId="{C6723707-28E5-4F91-AC79-B536C1377BA7}" destId="{115A3D39-543C-4AE3-A00E-E05F1A75011A}" srcOrd="1" destOrd="0" presId="urn:microsoft.com/office/officeart/2005/8/layout/hList1"/>
    <dgm:cxn modelId="{38AF87E6-CEE5-4E2F-82FD-4F11CC907364}" type="presParOf" srcId="{E813732E-9932-440E-95CE-5E39E10D531C}" destId="{DA011D32-3CFE-4BAF-AFBB-B6ED30A7E65B}" srcOrd="5" destOrd="0" presId="urn:microsoft.com/office/officeart/2005/8/layout/hList1"/>
    <dgm:cxn modelId="{5CADFCB6-B72A-4074-91EC-DBCBDBF8A2FD}" type="presParOf" srcId="{E813732E-9932-440E-95CE-5E39E10D531C}" destId="{AD4E351D-ED8C-40B1-BC9D-E1201C5F4C61}" srcOrd="6" destOrd="0" presId="urn:microsoft.com/office/officeart/2005/8/layout/hList1"/>
    <dgm:cxn modelId="{EDBCDF03-A819-4DCB-B8E7-45F332C540DE}" type="presParOf" srcId="{AD4E351D-ED8C-40B1-BC9D-E1201C5F4C61}" destId="{7862E681-7437-4366-849F-547F5C753FA9}" srcOrd="0" destOrd="0" presId="urn:microsoft.com/office/officeart/2005/8/layout/hList1"/>
    <dgm:cxn modelId="{0A937D2C-8DCC-499A-A57D-8A5B80DE49D2}" type="presParOf" srcId="{AD4E351D-ED8C-40B1-BC9D-E1201C5F4C61}" destId="{9639232F-E8D6-40D3-9D87-C175A5606F09}" srcOrd="1" destOrd="0" presId="urn:microsoft.com/office/officeart/2005/8/layout/hList1"/>
    <dgm:cxn modelId="{E613B291-855F-4DAA-8AF7-B527A05C65C5}" type="presParOf" srcId="{E813732E-9932-440E-95CE-5E39E10D531C}" destId="{4D3A7F21-1992-4C8A-AEA8-7355378DDE65}" srcOrd="7" destOrd="0" presId="urn:microsoft.com/office/officeart/2005/8/layout/hList1"/>
    <dgm:cxn modelId="{8F912931-C1AA-4536-8234-A852FDF2A7F9}" type="presParOf" srcId="{E813732E-9932-440E-95CE-5E39E10D531C}" destId="{0A7246F4-7BC9-4280-AEE2-ED84F773B646}" srcOrd="8" destOrd="0" presId="urn:microsoft.com/office/officeart/2005/8/layout/hList1"/>
    <dgm:cxn modelId="{6CB7EB32-BD19-4C36-BA22-B342C7985CFE}" type="presParOf" srcId="{0A7246F4-7BC9-4280-AEE2-ED84F773B646}" destId="{2D255D40-4778-4F26-AE9A-2AE592B01EDB}" srcOrd="0" destOrd="0" presId="urn:microsoft.com/office/officeart/2005/8/layout/hList1"/>
    <dgm:cxn modelId="{9E010713-3DB0-4F5B-B9AF-593B8C13DB31}" type="presParOf" srcId="{0A7246F4-7BC9-4280-AEE2-ED84F773B646}" destId="{98A8CF60-F5C7-44E7-82F3-B0E218FE2A18}"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A18B69-9A5E-4AE3-8D9C-CC845D359995}" type="doc">
      <dgm:prSet loTypeId="urn:microsoft.com/office/officeart/2005/8/layout/vList3" loCatId="list" qsTypeId="urn:microsoft.com/office/officeart/2005/8/quickstyle/simple1" qsCatId="simple" csTypeId="urn:microsoft.com/office/officeart/2005/8/colors/accent3_5" csCatId="accent3" phldr="1"/>
      <dgm:spPr/>
      <dgm:t>
        <a:bodyPr/>
        <a:lstStyle/>
        <a:p>
          <a:endParaRPr lang="en-US"/>
        </a:p>
      </dgm:t>
    </dgm:pt>
    <dgm:pt modelId="{775E6B26-A949-4BDB-9CE5-86A42A0AE9E0}">
      <dgm:prSet phldrT="[Text]" custT="1"/>
      <dgm:spPr>
        <a:solidFill>
          <a:srgbClr val="4BC0B0"/>
        </a:solidFill>
      </dgm:spPr>
      <dgm:t>
        <a:bodyPr/>
        <a:lstStyle/>
        <a:p>
          <a:pPr algn="ctr" rtl="1">
            <a:buFont typeface="Arial" panose="020B0604020202020204" pitchFamily="34" charset="0"/>
            <a:buChar char="•"/>
          </a:pPr>
          <a:r>
            <a:rPr lang="ar-EG" sz="1100" dirty="0">
              <a:latin typeface="Cairo" pitchFamily="2" charset="-78"/>
              <a:cs typeface="Cairo" pitchFamily="2" charset="-78"/>
            </a:rPr>
            <a:t>جدول أعمال رسمي (</a:t>
          </a:r>
          <a:r>
            <a:rPr lang="en-US" sz="1100" dirty="0">
              <a:latin typeface="Cairo" pitchFamily="2" charset="-78"/>
              <a:cs typeface="Cairo" pitchFamily="2" charset="-78"/>
            </a:rPr>
            <a:t>Agenda</a:t>
          </a:r>
          <a:r>
            <a:rPr lang="ar-EG" sz="1100" dirty="0">
              <a:latin typeface="Cairo" pitchFamily="2" charset="-78"/>
              <a:cs typeface="Cairo" pitchFamily="2" charset="-78"/>
            </a:rPr>
            <a:t>)</a:t>
          </a:r>
          <a:endParaRPr lang="en-US" sz="1100" dirty="0">
            <a:latin typeface="Cairo" pitchFamily="2" charset="-78"/>
            <a:cs typeface="Cairo" pitchFamily="2" charset="-78"/>
          </a:endParaRPr>
        </a:p>
      </dgm:t>
    </dgm:pt>
    <dgm:pt modelId="{F5560043-5327-4849-8770-FA4CEB72C11A}" type="parTrans" cxnId="{30A2EC06-267C-40C9-9D96-0AACD5B9BF7C}">
      <dgm:prSet/>
      <dgm:spPr/>
      <dgm:t>
        <a:bodyPr/>
        <a:lstStyle/>
        <a:p>
          <a:pPr algn="ctr" rtl="1"/>
          <a:endParaRPr lang="en-US" sz="3200">
            <a:latin typeface="Cairo" pitchFamily="2" charset="-78"/>
            <a:cs typeface="Cairo" pitchFamily="2" charset="-78"/>
          </a:endParaRPr>
        </a:p>
      </dgm:t>
    </dgm:pt>
    <dgm:pt modelId="{9B3322F0-FBA0-476F-8C49-942C95B0A10F}" type="sibTrans" cxnId="{30A2EC06-267C-40C9-9D96-0AACD5B9BF7C}">
      <dgm:prSet/>
      <dgm:spPr/>
      <dgm:t>
        <a:bodyPr/>
        <a:lstStyle/>
        <a:p>
          <a:pPr algn="ctr" rtl="1"/>
          <a:endParaRPr lang="en-US" sz="3200">
            <a:latin typeface="Cairo" pitchFamily="2" charset="-78"/>
            <a:cs typeface="Cairo" pitchFamily="2" charset="-78"/>
          </a:endParaRPr>
        </a:p>
      </dgm:t>
    </dgm:pt>
    <dgm:pt modelId="{6CC09707-DA11-4651-9451-9841BA5685C7}">
      <dgm:prSet custT="1"/>
      <dgm:spPr>
        <a:solidFill>
          <a:srgbClr val="4BC0B0"/>
        </a:solidFill>
      </dgm:spPr>
      <dgm:t>
        <a:bodyPr/>
        <a:lstStyle/>
        <a:p>
          <a:pPr algn="ctr" rtl="1"/>
          <a:r>
            <a:rPr lang="ar-EG" sz="1100" dirty="0">
              <a:latin typeface="Cairo" pitchFamily="2" charset="-78"/>
              <a:cs typeface="Cairo" pitchFamily="2" charset="-78"/>
            </a:rPr>
            <a:t>عرض تقديمي (</a:t>
          </a:r>
          <a:r>
            <a:rPr lang="en-US" sz="1100" dirty="0">
              <a:latin typeface="Cairo" pitchFamily="2" charset="-78"/>
              <a:cs typeface="Cairo" pitchFamily="2" charset="-78"/>
            </a:rPr>
            <a:t>Presentation</a:t>
          </a:r>
          <a:r>
            <a:rPr lang="ar-EG" sz="1100" dirty="0">
              <a:latin typeface="Cairo" pitchFamily="2" charset="-78"/>
              <a:cs typeface="Cairo" pitchFamily="2" charset="-78"/>
            </a:rPr>
            <a:t>) يوضح الأهداف والنطاق والمخرجات</a:t>
          </a:r>
        </a:p>
      </dgm:t>
    </dgm:pt>
    <dgm:pt modelId="{6B864CE2-30E1-461C-AEFF-E9E48F98D0A5}" type="parTrans" cxnId="{9D299478-8014-4FBA-A57E-1944FA212E22}">
      <dgm:prSet/>
      <dgm:spPr/>
      <dgm:t>
        <a:bodyPr/>
        <a:lstStyle/>
        <a:p>
          <a:pPr algn="ctr" rtl="1"/>
          <a:endParaRPr lang="en-US" sz="3200">
            <a:latin typeface="Cairo" pitchFamily="2" charset="-78"/>
            <a:cs typeface="Cairo" pitchFamily="2" charset="-78"/>
          </a:endParaRPr>
        </a:p>
      </dgm:t>
    </dgm:pt>
    <dgm:pt modelId="{82F3BC56-22CA-4959-A0D7-4B5DC6E5A232}" type="sibTrans" cxnId="{9D299478-8014-4FBA-A57E-1944FA212E22}">
      <dgm:prSet/>
      <dgm:spPr/>
      <dgm:t>
        <a:bodyPr/>
        <a:lstStyle/>
        <a:p>
          <a:pPr algn="ctr" rtl="1"/>
          <a:endParaRPr lang="en-US" sz="3200">
            <a:latin typeface="Cairo" pitchFamily="2" charset="-78"/>
            <a:cs typeface="Cairo" pitchFamily="2" charset="-78"/>
          </a:endParaRPr>
        </a:p>
      </dgm:t>
    </dgm:pt>
    <dgm:pt modelId="{6EB53F3B-7AC8-4A76-BD55-560B5AF393B6}">
      <dgm:prSet custT="1"/>
      <dgm:spPr>
        <a:solidFill>
          <a:srgbClr val="4BC0B0"/>
        </a:solidFill>
      </dgm:spPr>
      <dgm:t>
        <a:bodyPr/>
        <a:lstStyle/>
        <a:p>
          <a:pPr algn="ctr" rtl="1"/>
          <a:r>
            <a:rPr lang="ar-EG" sz="1100" dirty="0">
              <a:latin typeface="Cairo" pitchFamily="2" charset="-78"/>
              <a:cs typeface="Cairo" pitchFamily="2" charset="-78"/>
            </a:rPr>
            <a:t>نموذج </a:t>
          </a:r>
          <a:r>
            <a:rPr lang="en-US" sz="1100" dirty="0">
              <a:latin typeface="Cairo" pitchFamily="2" charset="-78"/>
              <a:cs typeface="Cairo" pitchFamily="2" charset="-78"/>
            </a:rPr>
            <a:t>RACI </a:t>
          </a:r>
          <a:r>
            <a:rPr lang="ar-EG" sz="1100" dirty="0">
              <a:latin typeface="Cairo" pitchFamily="2" charset="-78"/>
              <a:cs typeface="Cairo" pitchFamily="2" charset="-78"/>
            </a:rPr>
            <a:t> لتوزيع الأدوار</a:t>
          </a:r>
        </a:p>
      </dgm:t>
    </dgm:pt>
    <dgm:pt modelId="{86FCE972-50AA-4ED7-AFBF-85DACE46F82C}" type="parTrans" cxnId="{D5A17A8D-2874-4A1C-95ED-05B404BE62D2}">
      <dgm:prSet/>
      <dgm:spPr/>
      <dgm:t>
        <a:bodyPr/>
        <a:lstStyle/>
        <a:p>
          <a:pPr algn="ctr" rtl="1"/>
          <a:endParaRPr lang="en-US" sz="3200">
            <a:latin typeface="Cairo" pitchFamily="2" charset="-78"/>
            <a:cs typeface="Cairo" pitchFamily="2" charset="-78"/>
          </a:endParaRPr>
        </a:p>
      </dgm:t>
    </dgm:pt>
    <dgm:pt modelId="{4BA97B72-49AB-49FD-8850-CA61F1ED2605}" type="sibTrans" cxnId="{D5A17A8D-2874-4A1C-95ED-05B404BE62D2}">
      <dgm:prSet/>
      <dgm:spPr/>
      <dgm:t>
        <a:bodyPr/>
        <a:lstStyle/>
        <a:p>
          <a:pPr algn="ctr" rtl="1"/>
          <a:endParaRPr lang="en-US" sz="3200">
            <a:latin typeface="Cairo" pitchFamily="2" charset="-78"/>
            <a:cs typeface="Cairo" pitchFamily="2" charset="-78"/>
          </a:endParaRPr>
        </a:p>
      </dgm:t>
    </dgm:pt>
    <dgm:pt modelId="{743CB4B0-4FF0-4D08-A89C-18B2D427AB11}">
      <dgm:prSet custT="1"/>
      <dgm:spPr>
        <a:solidFill>
          <a:srgbClr val="4BC0B0"/>
        </a:solidFill>
      </dgm:spPr>
      <dgm:t>
        <a:bodyPr/>
        <a:lstStyle/>
        <a:p>
          <a:pPr algn="ctr" rtl="1"/>
          <a:r>
            <a:rPr lang="ar-EG" sz="1100" dirty="0">
              <a:latin typeface="Cairo" pitchFamily="2" charset="-78"/>
              <a:cs typeface="Cairo" pitchFamily="2" charset="-78"/>
            </a:rPr>
            <a:t>سجل أصحاب المصلحة </a:t>
          </a:r>
          <a:br>
            <a:rPr lang="ar-EG" sz="1100" dirty="0">
              <a:latin typeface="Cairo" pitchFamily="2" charset="-78"/>
              <a:cs typeface="Cairo" pitchFamily="2" charset="-78"/>
            </a:rPr>
          </a:br>
          <a:r>
            <a:rPr lang="ar-EG" sz="1100" dirty="0">
              <a:latin typeface="Cairo" pitchFamily="2" charset="-78"/>
              <a:cs typeface="Cairo" pitchFamily="2" charset="-78"/>
            </a:rPr>
            <a:t>(</a:t>
          </a:r>
          <a:r>
            <a:rPr lang="en-US" sz="1100" dirty="0">
              <a:latin typeface="Cairo" pitchFamily="2" charset="-78"/>
              <a:cs typeface="Cairo" pitchFamily="2" charset="-78"/>
            </a:rPr>
            <a:t>Stakeholder Register</a:t>
          </a:r>
          <a:r>
            <a:rPr lang="ar-EG" sz="1100" dirty="0">
              <a:latin typeface="Cairo" pitchFamily="2" charset="-78"/>
              <a:cs typeface="Cairo" pitchFamily="2" charset="-78"/>
            </a:rPr>
            <a:t>)</a:t>
          </a:r>
        </a:p>
      </dgm:t>
    </dgm:pt>
    <dgm:pt modelId="{D9D6EA4C-9349-494A-8EB7-EEC9B09FB8CF}" type="parTrans" cxnId="{53A8C23D-3441-41BB-9A24-AC66487356BE}">
      <dgm:prSet/>
      <dgm:spPr/>
      <dgm:t>
        <a:bodyPr/>
        <a:lstStyle/>
        <a:p>
          <a:pPr algn="ctr" rtl="1"/>
          <a:endParaRPr lang="en-US" sz="3200">
            <a:latin typeface="Cairo" pitchFamily="2" charset="-78"/>
            <a:cs typeface="Cairo" pitchFamily="2" charset="-78"/>
          </a:endParaRPr>
        </a:p>
      </dgm:t>
    </dgm:pt>
    <dgm:pt modelId="{F93AE81C-0618-4477-B422-3D5375856AD5}" type="sibTrans" cxnId="{53A8C23D-3441-41BB-9A24-AC66487356BE}">
      <dgm:prSet/>
      <dgm:spPr/>
      <dgm:t>
        <a:bodyPr/>
        <a:lstStyle/>
        <a:p>
          <a:pPr algn="ctr" rtl="1"/>
          <a:endParaRPr lang="en-US" sz="3200">
            <a:latin typeface="Cairo" pitchFamily="2" charset="-78"/>
            <a:cs typeface="Cairo" pitchFamily="2" charset="-78"/>
          </a:endParaRPr>
        </a:p>
      </dgm:t>
    </dgm:pt>
    <dgm:pt modelId="{4265E59E-D9DD-4B0A-9AE0-7E5699349C35}">
      <dgm:prSet custT="1"/>
      <dgm:spPr>
        <a:solidFill>
          <a:srgbClr val="4BC0B0"/>
        </a:solidFill>
      </dgm:spPr>
      <dgm:t>
        <a:bodyPr/>
        <a:lstStyle/>
        <a:p>
          <a:pPr algn="ctr" rtl="1"/>
          <a:r>
            <a:rPr lang="ar-EG" sz="1100" dirty="0">
              <a:latin typeface="Cairo" pitchFamily="2" charset="-78"/>
              <a:cs typeface="Cairo" pitchFamily="2" charset="-78"/>
            </a:rPr>
            <a:t>محضر الاجتماع (</a:t>
          </a:r>
          <a:r>
            <a:rPr lang="en-US" sz="1100" dirty="0">
              <a:latin typeface="Cairo" pitchFamily="2" charset="-78"/>
              <a:cs typeface="Cairo" pitchFamily="2" charset="-78"/>
            </a:rPr>
            <a:t>Meeting Minutes</a:t>
          </a:r>
          <a:r>
            <a:rPr lang="ar-EG" sz="1100" dirty="0">
              <a:latin typeface="Cairo" pitchFamily="2" charset="-78"/>
              <a:cs typeface="Cairo" pitchFamily="2" charset="-78"/>
            </a:rPr>
            <a:t>)</a:t>
          </a:r>
          <a:endParaRPr lang="en-US" sz="1100" dirty="0">
            <a:latin typeface="Cairo" pitchFamily="2" charset="-78"/>
            <a:cs typeface="Cairo" pitchFamily="2" charset="-78"/>
          </a:endParaRPr>
        </a:p>
      </dgm:t>
    </dgm:pt>
    <dgm:pt modelId="{9B0C67A1-BCD0-42BC-9042-2545291D038B}" type="parTrans" cxnId="{966D44F5-653A-4378-90CB-774C330B7DCF}">
      <dgm:prSet/>
      <dgm:spPr/>
      <dgm:t>
        <a:bodyPr/>
        <a:lstStyle/>
        <a:p>
          <a:pPr algn="ctr" rtl="1"/>
          <a:endParaRPr lang="en-US" sz="3200">
            <a:latin typeface="Cairo" pitchFamily="2" charset="-78"/>
            <a:cs typeface="Cairo" pitchFamily="2" charset="-78"/>
          </a:endParaRPr>
        </a:p>
      </dgm:t>
    </dgm:pt>
    <dgm:pt modelId="{8D6AF221-1C2E-4417-A8E9-054EA1995F2E}" type="sibTrans" cxnId="{966D44F5-653A-4378-90CB-774C330B7DCF}">
      <dgm:prSet/>
      <dgm:spPr/>
      <dgm:t>
        <a:bodyPr/>
        <a:lstStyle/>
        <a:p>
          <a:pPr algn="ctr" rtl="1"/>
          <a:endParaRPr lang="en-US" sz="3200">
            <a:latin typeface="Cairo" pitchFamily="2" charset="-78"/>
            <a:cs typeface="Cairo" pitchFamily="2" charset="-78"/>
          </a:endParaRPr>
        </a:p>
      </dgm:t>
    </dgm:pt>
    <dgm:pt modelId="{7D49C8FC-807F-43CE-B13B-C59515C14B09}" type="pres">
      <dgm:prSet presAssocID="{A0A18B69-9A5E-4AE3-8D9C-CC845D359995}" presName="linearFlow" presStyleCnt="0">
        <dgm:presLayoutVars>
          <dgm:dir val="rev"/>
          <dgm:resizeHandles val="exact"/>
        </dgm:presLayoutVars>
      </dgm:prSet>
      <dgm:spPr/>
    </dgm:pt>
    <dgm:pt modelId="{727A9625-B73A-4C16-AD7B-8E6E270CBC8F}" type="pres">
      <dgm:prSet presAssocID="{775E6B26-A949-4BDB-9CE5-86A42A0AE9E0}" presName="composite" presStyleCnt="0"/>
      <dgm:spPr/>
    </dgm:pt>
    <dgm:pt modelId="{CCC831A8-19B4-4A25-9687-632633BCC82D}" type="pres">
      <dgm:prSet presAssocID="{775E6B26-A949-4BDB-9CE5-86A42A0AE9E0}" presName="imgShp" presStyleLbl="fgImgPlace1" presStyleIdx="0" presStyleCnt="5" custLinFactNeighborX="45276"/>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Flip calendar with solid fill"/>
        </a:ext>
      </dgm:extLst>
    </dgm:pt>
    <dgm:pt modelId="{EDB67C3E-F8D7-4331-8F4D-D07D0DC91D1D}" type="pres">
      <dgm:prSet presAssocID="{775E6B26-A949-4BDB-9CE5-86A42A0AE9E0}" presName="txShp" presStyleLbl="node1" presStyleIdx="0" presStyleCnt="5">
        <dgm:presLayoutVars>
          <dgm:bulletEnabled val="1"/>
        </dgm:presLayoutVars>
      </dgm:prSet>
      <dgm:spPr/>
    </dgm:pt>
    <dgm:pt modelId="{D8A07F40-2E1C-405B-BB35-B141320C982B}" type="pres">
      <dgm:prSet presAssocID="{9B3322F0-FBA0-476F-8C49-942C95B0A10F}" presName="spacing" presStyleCnt="0"/>
      <dgm:spPr/>
    </dgm:pt>
    <dgm:pt modelId="{02B3F645-195C-4DC5-BCD7-574517C1BF8F}" type="pres">
      <dgm:prSet presAssocID="{6CC09707-DA11-4651-9451-9841BA5685C7}" presName="composite" presStyleCnt="0"/>
      <dgm:spPr/>
    </dgm:pt>
    <dgm:pt modelId="{87E105AA-6460-47F5-90CD-07AA9C9F7813}" type="pres">
      <dgm:prSet presAssocID="{6CC09707-DA11-4651-9451-9841BA5685C7}" presName="imgShp" presStyleLbl="fgImgPlace1" presStyleIdx="1" presStyleCnt="5" custLinFactNeighborX="4527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resentation with pie chart with solid fill"/>
        </a:ext>
      </dgm:extLst>
    </dgm:pt>
    <dgm:pt modelId="{CB1721BE-626B-4333-B035-A59A814AD2D9}" type="pres">
      <dgm:prSet presAssocID="{6CC09707-DA11-4651-9451-9841BA5685C7}" presName="txShp" presStyleLbl="node1" presStyleIdx="1" presStyleCnt="5">
        <dgm:presLayoutVars>
          <dgm:bulletEnabled val="1"/>
        </dgm:presLayoutVars>
      </dgm:prSet>
      <dgm:spPr/>
    </dgm:pt>
    <dgm:pt modelId="{1933DC16-E779-4629-A5A6-4F18DA8D9975}" type="pres">
      <dgm:prSet presAssocID="{82F3BC56-22CA-4959-A0D7-4B5DC6E5A232}" presName="spacing" presStyleCnt="0"/>
      <dgm:spPr/>
    </dgm:pt>
    <dgm:pt modelId="{5F9B2F25-A7BD-45E6-9B5A-DE11BACEF563}" type="pres">
      <dgm:prSet presAssocID="{6EB53F3B-7AC8-4A76-BD55-560B5AF393B6}" presName="composite" presStyleCnt="0"/>
      <dgm:spPr/>
    </dgm:pt>
    <dgm:pt modelId="{E05EAA1F-C80E-4CEB-9E41-D99DE3966BB2}" type="pres">
      <dgm:prSet presAssocID="{6EB53F3B-7AC8-4A76-BD55-560B5AF393B6}" presName="imgShp" presStyleLbl="fgImgPlace1" presStyleIdx="2" presStyleCnt="5" custLinFactNeighborX="4527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Network diagram with solid fill"/>
        </a:ext>
      </dgm:extLst>
    </dgm:pt>
    <dgm:pt modelId="{7EE5BCFD-7E64-4015-8742-A904F7CE4C8C}" type="pres">
      <dgm:prSet presAssocID="{6EB53F3B-7AC8-4A76-BD55-560B5AF393B6}" presName="txShp" presStyleLbl="node1" presStyleIdx="2" presStyleCnt="5">
        <dgm:presLayoutVars>
          <dgm:bulletEnabled val="1"/>
        </dgm:presLayoutVars>
      </dgm:prSet>
      <dgm:spPr/>
    </dgm:pt>
    <dgm:pt modelId="{AF2F08D8-D3BE-4399-9B2A-F0C62DB15C30}" type="pres">
      <dgm:prSet presAssocID="{4BA97B72-49AB-49FD-8850-CA61F1ED2605}" presName="spacing" presStyleCnt="0"/>
      <dgm:spPr/>
    </dgm:pt>
    <dgm:pt modelId="{9AAB3B87-BAA5-49D6-8760-20F73FAC7BF3}" type="pres">
      <dgm:prSet presAssocID="{743CB4B0-4FF0-4D08-A89C-18B2D427AB11}" presName="composite" presStyleCnt="0"/>
      <dgm:spPr/>
    </dgm:pt>
    <dgm:pt modelId="{DE26330B-C652-4C5E-B2A6-F22496B7B84A}" type="pres">
      <dgm:prSet presAssocID="{743CB4B0-4FF0-4D08-A89C-18B2D427AB11}" presName="imgShp" presStyleLbl="fgImgPlace1" presStyleIdx="3" presStyleCnt="5" custLinFactNeighborX="4527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Table with solid fill"/>
        </a:ext>
      </dgm:extLst>
    </dgm:pt>
    <dgm:pt modelId="{D50C2828-542E-485A-84CF-9B3A64759C93}" type="pres">
      <dgm:prSet presAssocID="{743CB4B0-4FF0-4D08-A89C-18B2D427AB11}" presName="txShp" presStyleLbl="node1" presStyleIdx="3" presStyleCnt="5">
        <dgm:presLayoutVars>
          <dgm:bulletEnabled val="1"/>
        </dgm:presLayoutVars>
      </dgm:prSet>
      <dgm:spPr/>
    </dgm:pt>
    <dgm:pt modelId="{43827880-D367-4746-BF7D-13350F54B5A8}" type="pres">
      <dgm:prSet presAssocID="{F93AE81C-0618-4477-B422-3D5375856AD5}" presName="spacing" presStyleCnt="0"/>
      <dgm:spPr/>
    </dgm:pt>
    <dgm:pt modelId="{0AB35BCA-8673-44CE-8DFD-7526712653DC}" type="pres">
      <dgm:prSet presAssocID="{4265E59E-D9DD-4B0A-9AE0-7E5699349C35}" presName="composite" presStyleCnt="0"/>
      <dgm:spPr/>
    </dgm:pt>
    <dgm:pt modelId="{31F6AE22-AD74-4757-938C-23691D80B8F3}" type="pres">
      <dgm:prSet presAssocID="{4265E59E-D9DD-4B0A-9AE0-7E5699349C35}" presName="imgShp" presStyleLbl="fgImgPlace1" presStyleIdx="4" presStyleCnt="5" custLinFactNeighborX="4527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Contract with solid fill"/>
        </a:ext>
      </dgm:extLst>
    </dgm:pt>
    <dgm:pt modelId="{CDC5CDFC-9DAA-4F12-9876-C626A1D2C8CF}" type="pres">
      <dgm:prSet presAssocID="{4265E59E-D9DD-4B0A-9AE0-7E5699349C35}" presName="txShp" presStyleLbl="node1" presStyleIdx="4" presStyleCnt="5">
        <dgm:presLayoutVars>
          <dgm:bulletEnabled val="1"/>
        </dgm:presLayoutVars>
      </dgm:prSet>
      <dgm:spPr/>
    </dgm:pt>
  </dgm:ptLst>
  <dgm:cxnLst>
    <dgm:cxn modelId="{30A2EC06-267C-40C9-9D96-0AACD5B9BF7C}" srcId="{A0A18B69-9A5E-4AE3-8D9C-CC845D359995}" destId="{775E6B26-A949-4BDB-9CE5-86A42A0AE9E0}" srcOrd="0" destOrd="0" parTransId="{F5560043-5327-4849-8770-FA4CEB72C11A}" sibTransId="{9B3322F0-FBA0-476F-8C49-942C95B0A10F}"/>
    <dgm:cxn modelId="{0517D407-690C-4156-BC79-038D6C695E2B}" type="presOf" srcId="{775E6B26-A949-4BDB-9CE5-86A42A0AE9E0}" destId="{EDB67C3E-F8D7-4331-8F4D-D07D0DC91D1D}" srcOrd="0" destOrd="0" presId="urn:microsoft.com/office/officeart/2005/8/layout/vList3"/>
    <dgm:cxn modelId="{31259836-BE4E-452F-ACCC-2F06586F5D6E}" type="presOf" srcId="{A0A18B69-9A5E-4AE3-8D9C-CC845D359995}" destId="{7D49C8FC-807F-43CE-B13B-C59515C14B09}" srcOrd="0" destOrd="0" presId="urn:microsoft.com/office/officeart/2005/8/layout/vList3"/>
    <dgm:cxn modelId="{53A8C23D-3441-41BB-9A24-AC66487356BE}" srcId="{A0A18B69-9A5E-4AE3-8D9C-CC845D359995}" destId="{743CB4B0-4FF0-4D08-A89C-18B2D427AB11}" srcOrd="3" destOrd="0" parTransId="{D9D6EA4C-9349-494A-8EB7-EEC9B09FB8CF}" sibTransId="{F93AE81C-0618-4477-B422-3D5375856AD5}"/>
    <dgm:cxn modelId="{CAEE9245-1F58-4364-A9A6-C2C6B226BCC4}" type="presOf" srcId="{4265E59E-D9DD-4B0A-9AE0-7E5699349C35}" destId="{CDC5CDFC-9DAA-4F12-9876-C626A1D2C8CF}" srcOrd="0" destOrd="0" presId="urn:microsoft.com/office/officeart/2005/8/layout/vList3"/>
    <dgm:cxn modelId="{ADD2446E-9ECB-4601-8AE0-81B1D02D69E3}" type="presOf" srcId="{6CC09707-DA11-4651-9451-9841BA5685C7}" destId="{CB1721BE-626B-4333-B035-A59A814AD2D9}" srcOrd="0" destOrd="0" presId="urn:microsoft.com/office/officeart/2005/8/layout/vList3"/>
    <dgm:cxn modelId="{9D299478-8014-4FBA-A57E-1944FA212E22}" srcId="{A0A18B69-9A5E-4AE3-8D9C-CC845D359995}" destId="{6CC09707-DA11-4651-9451-9841BA5685C7}" srcOrd="1" destOrd="0" parTransId="{6B864CE2-30E1-461C-AEFF-E9E48F98D0A5}" sibTransId="{82F3BC56-22CA-4959-A0D7-4B5DC6E5A232}"/>
    <dgm:cxn modelId="{D5A17A8D-2874-4A1C-95ED-05B404BE62D2}" srcId="{A0A18B69-9A5E-4AE3-8D9C-CC845D359995}" destId="{6EB53F3B-7AC8-4A76-BD55-560B5AF393B6}" srcOrd="2" destOrd="0" parTransId="{86FCE972-50AA-4ED7-AFBF-85DACE46F82C}" sibTransId="{4BA97B72-49AB-49FD-8850-CA61F1ED2605}"/>
    <dgm:cxn modelId="{C540C9A2-36CE-42C9-BFB1-1F9A2A54B22D}" type="presOf" srcId="{743CB4B0-4FF0-4D08-A89C-18B2D427AB11}" destId="{D50C2828-542E-485A-84CF-9B3A64759C93}" srcOrd="0" destOrd="0" presId="urn:microsoft.com/office/officeart/2005/8/layout/vList3"/>
    <dgm:cxn modelId="{966D44F5-653A-4378-90CB-774C330B7DCF}" srcId="{A0A18B69-9A5E-4AE3-8D9C-CC845D359995}" destId="{4265E59E-D9DD-4B0A-9AE0-7E5699349C35}" srcOrd="4" destOrd="0" parTransId="{9B0C67A1-BCD0-42BC-9042-2545291D038B}" sibTransId="{8D6AF221-1C2E-4417-A8E9-054EA1995F2E}"/>
    <dgm:cxn modelId="{E671C8F9-BE47-4222-8622-1881E9ECEA67}" type="presOf" srcId="{6EB53F3B-7AC8-4A76-BD55-560B5AF393B6}" destId="{7EE5BCFD-7E64-4015-8742-A904F7CE4C8C}" srcOrd="0" destOrd="0" presId="urn:microsoft.com/office/officeart/2005/8/layout/vList3"/>
    <dgm:cxn modelId="{B948F002-994E-45D5-9303-F6854C57ACB8}" type="presParOf" srcId="{7D49C8FC-807F-43CE-B13B-C59515C14B09}" destId="{727A9625-B73A-4C16-AD7B-8E6E270CBC8F}" srcOrd="0" destOrd="0" presId="urn:microsoft.com/office/officeart/2005/8/layout/vList3"/>
    <dgm:cxn modelId="{1C9F9D5B-FC50-43E0-A599-411EB4CA8EC0}" type="presParOf" srcId="{727A9625-B73A-4C16-AD7B-8E6E270CBC8F}" destId="{CCC831A8-19B4-4A25-9687-632633BCC82D}" srcOrd="0" destOrd="0" presId="urn:microsoft.com/office/officeart/2005/8/layout/vList3"/>
    <dgm:cxn modelId="{624CEDC5-EBB3-4F43-A6F0-5700DD5AF05E}" type="presParOf" srcId="{727A9625-B73A-4C16-AD7B-8E6E270CBC8F}" destId="{EDB67C3E-F8D7-4331-8F4D-D07D0DC91D1D}" srcOrd="1" destOrd="0" presId="urn:microsoft.com/office/officeart/2005/8/layout/vList3"/>
    <dgm:cxn modelId="{FF618B39-20E6-42BC-B9E1-B7E34A67507B}" type="presParOf" srcId="{7D49C8FC-807F-43CE-B13B-C59515C14B09}" destId="{D8A07F40-2E1C-405B-BB35-B141320C982B}" srcOrd="1" destOrd="0" presId="urn:microsoft.com/office/officeart/2005/8/layout/vList3"/>
    <dgm:cxn modelId="{E5157EE1-D8BE-417F-9D69-C656430179EE}" type="presParOf" srcId="{7D49C8FC-807F-43CE-B13B-C59515C14B09}" destId="{02B3F645-195C-4DC5-BCD7-574517C1BF8F}" srcOrd="2" destOrd="0" presId="urn:microsoft.com/office/officeart/2005/8/layout/vList3"/>
    <dgm:cxn modelId="{5F0D0853-212B-4F04-BE16-125255948AE7}" type="presParOf" srcId="{02B3F645-195C-4DC5-BCD7-574517C1BF8F}" destId="{87E105AA-6460-47F5-90CD-07AA9C9F7813}" srcOrd="0" destOrd="0" presId="urn:microsoft.com/office/officeart/2005/8/layout/vList3"/>
    <dgm:cxn modelId="{8A184976-92FA-4813-A44E-A83439860744}" type="presParOf" srcId="{02B3F645-195C-4DC5-BCD7-574517C1BF8F}" destId="{CB1721BE-626B-4333-B035-A59A814AD2D9}" srcOrd="1" destOrd="0" presId="urn:microsoft.com/office/officeart/2005/8/layout/vList3"/>
    <dgm:cxn modelId="{5FFF49A5-1642-4CC5-8456-622A0988E42F}" type="presParOf" srcId="{7D49C8FC-807F-43CE-B13B-C59515C14B09}" destId="{1933DC16-E779-4629-A5A6-4F18DA8D9975}" srcOrd="3" destOrd="0" presId="urn:microsoft.com/office/officeart/2005/8/layout/vList3"/>
    <dgm:cxn modelId="{250279AA-4ECC-46C4-B3C5-417A830DB19B}" type="presParOf" srcId="{7D49C8FC-807F-43CE-B13B-C59515C14B09}" destId="{5F9B2F25-A7BD-45E6-9B5A-DE11BACEF563}" srcOrd="4" destOrd="0" presId="urn:microsoft.com/office/officeart/2005/8/layout/vList3"/>
    <dgm:cxn modelId="{1DF42994-80B0-47CD-B047-560B5038AABC}" type="presParOf" srcId="{5F9B2F25-A7BD-45E6-9B5A-DE11BACEF563}" destId="{E05EAA1F-C80E-4CEB-9E41-D99DE3966BB2}" srcOrd="0" destOrd="0" presId="urn:microsoft.com/office/officeart/2005/8/layout/vList3"/>
    <dgm:cxn modelId="{0DD0026E-F777-46FE-A89C-C3581ED01A48}" type="presParOf" srcId="{5F9B2F25-A7BD-45E6-9B5A-DE11BACEF563}" destId="{7EE5BCFD-7E64-4015-8742-A904F7CE4C8C}" srcOrd="1" destOrd="0" presId="urn:microsoft.com/office/officeart/2005/8/layout/vList3"/>
    <dgm:cxn modelId="{7B8932A7-A518-43EA-8DE3-C1EBC70FA0F5}" type="presParOf" srcId="{7D49C8FC-807F-43CE-B13B-C59515C14B09}" destId="{AF2F08D8-D3BE-4399-9B2A-F0C62DB15C30}" srcOrd="5" destOrd="0" presId="urn:microsoft.com/office/officeart/2005/8/layout/vList3"/>
    <dgm:cxn modelId="{701F2992-90E9-4105-9FF0-0A37EF826A3C}" type="presParOf" srcId="{7D49C8FC-807F-43CE-B13B-C59515C14B09}" destId="{9AAB3B87-BAA5-49D6-8760-20F73FAC7BF3}" srcOrd="6" destOrd="0" presId="urn:microsoft.com/office/officeart/2005/8/layout/vList3"/>
    <dgm:cxn modelId="{F8BB746C-5C38-4652-B9DD-C5CD2468CEF0}" type="presParOf" srcId="{9AAB3B87-BAA5-49D6-8760-20F73FAC7BF3}" destId="{DE26330B-C652-4C5E-B2A6-F22496B7B84A}" srcOrd="0" destOrd="0" presId="urn:microsoft.com/office/officeart/2005/8/layout/vList3"/>
    <dgm:cxn modelId="{76F87AC7-F511-484B-BE35-A25385585DBF}" type="presParOf" srcId="{9AAB3B87-BAA5-49D6-8760-20F73FAC7BF3}" destId="{D50C2828-542E-485A-84CF-9B3A64759C93}" srcOrd="1" destOrd="0" presId="urn:microsoft.com/office/officeart/2005/8/layout/vList3"/>
    <dgm:cxn modelId="{5D62BD25-0822-46FE-A1E8-047206EE242F}" type="presParOf" srcId="{7D49C8FC-807F-43CE-B13B-C59515C14B09}" destId="{43827880-D367-4746-BF7D-13350F54B5A8}" srcOrd="7" destOrd="0" presId="urn:microsoft.com/office/officeart/2005/8/layout/vList3"/>
    <dgm:cxn modelId="{0762F052-D072-4FE6-A545-0A007DC14434}" type="presParOf" srcId="{7D49C8FC-807F-43CE-B13B-C59515C14B09}" destId="{0AB35BCA-8673-44CE-8DFD-7526712653DC}" srcOrd="8" destOrd="0" presId="urn:microsoft.com/office/officeart/2005/8/layout/vList3"/>
    <dgm:cxn modelId="{12D37A20-2853-426A-8375-9BB90F5AA55A}" type="presParOf" srcId="{0AB35BCA-8673-44CE-8DFD-7526712653DC}" destId="{31F6AE22-AD74-4757-938C-23691D80B8F3}" srcOrd="0" destOrd="0" presId="urn:microsoft.com/office/officeart/2005/8/layout/vList3"/>
    <dgm:cxn modelId="{7ABE9D87-A8ED-459B-8FF1-475F3D1B9CB6}" type="presParOf" srcId="{0AB35BCA-8673-44CE-8DFD-7526712653DC}" destId="{CDC5CDFC-9DAA-4F12-9876-C626A1D2C8CF}"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EC85CD-B668-4DB2-8DE2-4DB9005B25A1}" type="doc">
      <dgm:prSet loTypeId="urn:microsoft.com/office/officeart/2005/8/layout/hList7" loCatId="process" qsTypeId="urn:microsoft.com/office/officeart/2005/8/quickstyle/simple1" qsCatId="simple" csTypeId="urn:microsoft.com/office/officeart/2005/8/colors/accent1_2" csCatId="accent1" phldr="1"/>
      <dgm:spPr/>
      <dgm:t>
        <a:bodyPr/>
        <a:lstStyle/>
        <a:p>
          <a:endParaRPr lang="en-US"/>
        </a:p>
      </dgm:t>
    </dgm:pt>
    <dgm:pt modelId="{7DAA5C35-0824-4677-B522-913E8635B648}">
      <dgm:prSet phldrT="[Text]" custT="1"/>
      <dgm:spPr>
        <a:noFill/>
        <a:ln>
          <a:noFill/>
          <a:prstDash val="dashDot"/>
        </a:ln>
      </dgm:spPr>
      <dgm:t>
        <a:bodyPr/>
        <a:lstStyle/>
        <a:p>
          <a:pPr rtl="1">
            <a:buFont typeface="Arial" panose="020B0604020202020204" pitchFamily="34" charset="0"/>
            <a:buChar char="•"/>
          </a:pPr>
          <a:r>
            <a:rPr lang="ar-EG" sz="800" b="1" dirty="0">
              <a:solidFill>
                <a:schemeClr val="bg2">
                  <a:lumMod val="25000"/>
                </a:schemeClr>
              </a:solidFill>
              <a:latin typeface="Cairo" pitchFamily="2" charset="-78"/>
              <a:cs typeface="Cairo" pitchFamily="2" charset="-78"/>
            </a:rPr>
            <a:t>التحضير للاجتماع</a:t>
          </a:r>
        </a:p>
        <a:p>
          <a:pPr rtl="1">
            <a:buFont typeface="Arial" panose="020B0604020202020204" pitchFamily="34" charset="0"/>
            <a:buChar char="•"/>
          </a:pPr>
          <a:br>
            <a:rPr lang="ar-EG" sz="800" b="1" dirty="0">
              <a:solidFill>
                <a:schemeClr val="bg2">
                  <a:lumMod val="25000"/>
                </a:schemeClr>
              </a:solidFill>
              <a:latin typeface="Cairo" pitchFamily="2" charset="-78"/>
              <a:cs typeface="Cairo" pitchFamily="2" charset="-78"/>
            </a:rPr>
          </a:br>
          <a:r>
            <a:rPr lang="ar-EG" sz="800" dirty="0">
              <a:solidFill>
                <a:schemeClr val="bg2">
                  <a:lumMod val="25000"/>
                </a:schemeClr>
              </a:solidFill>
              <a:latin typeface="Cairo" pitchFamily="2" charset="-78"/>
              <a:cs typeface="Cairo" pitchFamily="2" charset="-78"/>
            </a:rPr>
            <a:t>إعداد جدول أعمال يتضمن (أهداف المشروع، النطاق، المخرجات، خطة التنفيذ، خطة الحوكمة).</a:t>
          </a:r>
          <a:endParaRPr lang="en-US" sz="800" dirty="0">
            <a:solidFill>
              <a:schemeClr val="bg2">
                <a:lumMod val="25000"/>
              </a:schemeClr>
            </a:solidFill>
            <a:latin typeface="Cairo" pitchFamily="2" charset="-78"/>
            <a:cs typeface="Cairo" pitchFamily="2" charset="-78"/>
          </a:endParaRPr>
        </a:p>
      </dgm:t>
    </dgm:pt>
    <dgm:pt modelId="{5A056623-5EF8-4FFC-8FFB-FA472A3DF028}" type="parTrans" cxnId="{325359DC-01FD-4BD7-AD0C-EAE091C95105}">
      <dgm:prSet/>
      <dgm:spPr/>
      <dgm:t>
        <a:bodyPr/>
        <a:lstStyle/>
        <a:p>
          <a:pPr rtl="1"/>
          <a:endParaRPr lang="en-US" sz="800">
            <a:latin typeface="Cairo" pitchFamily="2" charset="-78"/>
            <a:cs typeface="Cairo" pitchFamily="2" charset="-78"/>
          </a:endParaRPr>
        </a:p>
      </dgm:t>
    </dgm:pt>
    <dgm:pt modelId="{E850F01D-1C2D-412D-81AE-FF3663831556}" type="sibTrans" cxnId="{325359DC-01FD-4BD7-AD0C-EAE091C95105}">
      <dgm:prSet/>
      <dgm:spPr/>
      <dgm:t>
        <a:bodyPr/>
        <a:lstStyle/>
        <a:p>
          <a:pPr rtl="1"/>
          <a:endParaRPr lang="en-US" sz="800">
            <a:latin typeface="Cairo" pitchFamily="2" charset="-78"/>
            <a:cs typeface="Cairo" pitchFamily="2" charset="-78"/>
          </a:endParaRPr>
        </a:p>
      </dgm:t>
    </dgm:pt>
    <dgm:pt modelId="{A18234AF-61C7-4348-BC73-09B87EBA3EE2}">
      <dgm:prSet custT="1"/>
      <dgm:spPr>
        <a:noFill/>
        <a:ln>
          <a:noFill/>
          <a:prstDash val="dashDot"/>
        </a:ln>
      </dgm:spPr>
      <dgm:t>
        <a:bodyPr/>
        <a:lstStyle/>
        <a:p>
          <a:pPr algn="ctr" rtl="1"/>
          <a:r>
            <a:rPr lang="ar-EG" sz="800" b="1" dirty="0">
              <a:solidFill>
                <a:schemeClr val="bg2">
                  <a:lumMod val="25000"/>
                </a:schemeClr>
              </a:solidFill>
              <a:latin typeface="Cairo" pitchFamily="2" charset="-78"/>
              <a:cs typeface="Cairo" pitchFamily="2" charset="-78"/>
            </a:rPr>
            <a:t>عقد الاجتماع</a:t>
          </a:r>
        </a:p>
      </dgm:t>
    </dgm:pt>
    <dgm:pt modelId="{6E500C38-D90D-4B27-BF55-C7B3E6C7FFE2}" type="parTrans" cxnId="{3D882479-6C74-42A8-91C4-DC446C8E63A8}">
      <dgm:prSet/>
      <dgm:spPr/>
      <dgm:t>
        <a:bodyPr/>
        <a:lstStyle/>
        <a:p>
          <a:pPr rtl="1"/>
          <a:endParaRPr lang="en-US" sz="800">
            <a:latin typeface="Cairo" pitchFamily="2" charset="-78"/>
            <a:cs typeface="Cairo" pitchFamily="2" charset="-78"/>
          </a:endParaRPr>
        </a:p>
      </dgm:t>
    </dgm:pt>
    <dgm:pt modelId="{F1337AC9-C51E-4A5F-8436-CE39A46CFF44}" type="sibTrans" cxnId="{3D882479-6C74-42A8-91C4-DC446C8E63A8}">
      <dgm:prSet/>
      <dgm:spPr/>
      <dgm:t>
        <a:bodyPr/>
        <a:lstStyle/>
        <a:p>
          <a:pPr rtl="1"/>
          <a:endParaRPr lang="en-US" sz="800">
            <a:latin typeface="Cairo" pitchFamily="2" charset="-78"/>
            <a:cs typeface="Cairo" pitchFamily="2" charset="-78"/>
          </a:endParaRPr>
        </a:p>
      </dgm:t>
    </dgm:pt>
    <dgm:pt modelId="{71E1BFB3-2678-47BA-98ED-0EE80CDD550C}">
      <dgm:prSet custT="1"/>
      <dgm:spPr>
        <a:noFill/>
        <a:ln>
          <a:noFill/>
          <a:prstDash val="dashDot"/>
        </a:ln>
      </dgm:spPr>
      <dgm:t>
        <a:bodyPr/>
        <a:lstStyle/>
        <a:p>
          <a:pPr algn="justLow" rtl="1"/>
          <a:r>
            <a:rPr lang="ar-EG" sz="800" dirty="0">
              <a:solidFill>
                <a:schemeClr val="bg2">
                  <a:lumMod val="25000"/>
                </a:schemeClr>
              </a:solidFill>
              <a:latin typeface="Cairo" pitchFamily="2" charset="-78"/>
              <a:cs typeface="Cairo" pitchFamily="2" charset="-78"/>
            </a:rPr>
            <a:t>تقديم فريق المشروع وخبراته.</a:t>
          </a:r>
        </a:p>
      </dgm:t>
    </dgm:pt>
    <dgm:pt modelId="{3D05AB85-FA9C-47FA-A2E3-4EB0D9FF5058}" type="parTrans" cxnId="{E3B9C1AA-16D4-4A6D-B385-29C7EFBD928D}">
      <dgm:prSet/>
      <dgm:spPr/>
      <dgm:t>
        <a:bodyPr/>
        <a:lstStyle/>
        <a:p>
          <a:pPr rtl="1"/>
          <a:endParaRPr lang="en-US" sz="800">
            <a:latin typeface="Cairo" pitchFamily="2" charset="-78"/>
            <a:cs typeface="Cairo" pitchFamily="2" charset="-78"/>
          </a:endParaRPr>
        </a:p>
      </dgm:t>
    </dgm:pt>
    <dgm:pt modelId="{8B06888E-5CA3-4D88-8610-88FDEDD78C8B}" type="sibTrans" cxnId="{E3B9C1AA-16D4-4A6D-B385-29C7EFBD928D}">
      <dgm:prSet/>
      <dgm:spPr/>
      <dgm:t>
        <a:bodyPr/>
        <a:lstStyle/>
        <a:p>
          <a:pPr rtl="1"/>
          <a:endParaRPr lang="en-US" sz="800">
            <a:latin typeface="Cairo" pitchFamily="2" charset="-78"/>
            <a:cs typeface="Cairo" pitchFamily="2" charset="-78"/>
          </a:endParaRPr>
        </a:p>
      </dgm:t>
    </dgm:pt>
    <dgm:pt modelId="{F149C3C8-5513-4AAA-8A6D-DE5DFEABE8E2}">
      <dgm:prSet custT="1"/>
      <dgm:spPr>
        <a:noFill/>
        <a:ln>
          <a:noFill/>
          <a:prstDash val="dashDot"/>
        </a:ln>
      </dgm:spPr>
      <dgm:t>
        <a:bodyPr/>
        <a:lstStyle/>
        <a:p>
          <a:pPr algn="justLow" rtl="1"/>
          <a:r>
            <a:rPr lang="ar-EG" sz="800" dirty="0">
              <a:solidFill>
                <a:schemeClr val="bg2">
                  <a:lumMod val="25000"/>
                </a:schemeClr>
              </a:solidFill>
              <a:latin typeface="Cairo" pitchFamily="2" charset="-78"/>
              <a:cs typeface="Cairo" pitchFamily="2" charset="-78"/>
            </a:rPr>
            <a:t>استعراض خطة العمل الأولية (</a:t>
          </a:r>
          <a:r>
            <a:rPr lang="en-US" sz="800" dirty="0">
              <a:solidFill>
                <a:schemeClr val="bg2">
                  <a:lumMod val="25000"/>
                </a:schemeClr>
              </a:solidFill>
              <a:latin typeface="Cairo" pitchFamily="2" charset="-78"/>
              <a:cs typeface="Cairo" pitchFamily="2" charset="-78"/>
            </a:rPr>
            <a:t>WBS، </a:t>
          </a:r>
          <a:r>
            <a:rPr lang="ar-EG" sz="800" dirty="0">
              <a:solidFill>
                <a:schemeClr val="bg2">
                  <a:lumMod val="25000"/>
                </a:schemeClr>
              </a:solidFill>
              <a:latin typeface="Cairo" pitchFamily="2" charset="-78"/>
              <a:cs typeface="Cairo" pitchFamily="2" charset="-78"/>
            </a:rPr>
            <a:t>المخاطر، الحوكمة).</a:t>
          </a:r>
        </a:p>
      </dgm:t>
    </dgm:pt>
    <dgm:pt modelId="{02877CDA-A00B-47A5-A347-D98159EBAC88}" type="parTrans" cxnId="{1D57E447-DB09-45D7-A2B0-E6AD3CAE9156}">
      <dgm:prSet/>
      <dgm:spPr/>
      <dgm:t>
        <a:bodyPr/>
        <a:lstStyle/>
        <a:p>
          <a:pPr rtl="1"/>
          <a:endParaRPr lang="en-US" sz="800">
            <a:latin typeface="Cairo" pitchFamily="2" charset="-78"/>
            <a:cs typeface="Cairo" pitchFamily="2" charset="-78"/>
          </a:endParaRPr>
        </a:p>
      </dgm:t>
    </dgm:pt>
    <dgm:pt modelId="{BFE9DF62-858D-49BC-8DFC-31D7D45D702A}" type="sibTrans" cxnId="{1D57E447-DB09-45D7-A2B0-E6AD3CAE9156}">
      <dgm:prSet/>
      <dgm:spPr/>
      <dgm:t>
        <a:bodyPr/>
        <a:lstStyle/>
        <a:p>
          <a:pPr rtl="1"/>
          <a:endParaRPr lang="en-US" sz="800">
            <a:latin typeface="Cairo" pitchFamily="2" charset="-78"/>
            <a:cs typeface="Cairo" pitchFamily="2" charset="-78"/>
          </a:endParaRPr>
        </a:p>
      </dgm:t>
    </dgm:pt>
    <dgm:pt modelId="{785E2A17-5C68-4067-9AEE-11076C03BD7E}">
      <dgm:prSet custT="1"/>
      <dgm:spPr>
        <a:noFill/>
        <a:ln>
          <a:noFill/>
          <a:prstDash val="dashDot"/>
        </a:ln>
      </dgm:spPr>
      <dgm:t>
        <a:bodyPr/>
        <a:lstStyle/>
        <a:p>
          <a:pPr algn="justLow" rtl="1"/>
          <a:r>
            <a:rPr lang="ar-EG" sz="800" dirty="0">
              <a:solidFill>
                <a:schemeClr val="bg2">
                  <a:lumMod val="25000"/>
                </a:schemeClr>
              </a:solidFill>
              <a:latin typeface="Cairo" pitchFamily="2" charset="-78"/>
              <a:cs typeface="Cairo" pitchFamily="2" charset="-78"/>
            </a:rPr>
            <a:t>توضيح الأدوار والمسؤوليات باستخدام نموذج </a:t>
          </a:r>
          <a:r>
            <a:rPr lang="en-US" sz="800" b="1" dirty="0">
              <a:solidFill>
                <a:schemeClr val="bg2">
                  <a:lumMod val="25000"/>
                </a:schemeClr>
              </a:solidFill>
              <a:latin typeface="Cairo" pitchFamily="2" charset="-78"/>
              <a:cs typeface="Cairo" pitchFamily="2" charset="-78"/>
            </a:rPr>
            <a:t>RACI</a:t>
          </a:r>
          <a:r>
            <a:rPr lang="en-US" sz="800" dirty="0">
              <a:solidFill>
                <a:schemeClr val="bg2">
                  <a:lumMod val="25000"/>
                </a:schemeClr>
              </a:solidFill>
              <a:latin typeface="Cairo" pitchFamily="2" charset="-78"/>
              <a:cs typeface="Cairo" pitchFamily="2" charset="-78"/>
            </a:rPr>
            <a:t>.</a:t>
          </a:r>
          <a:endParaRPr lang="ar-EG" sz="800" dirty="0">
            <a:solidFill>
              <a:schemeClr val="bg2">
                <a:lumMod val="25000"/>
              </a:schemeClr>
            </a:solidFill>
            <a:latin typeface="Cairo" pitchFamily="2" charset="-78"/>
            <a:cs typeface="Cairo" pitchFamily="2" charset="-78"/>
          </a:endParaRPr>
        </a:p>
      </dgm:t>
    </dgm:pt>
    <dgm:pt modelId="{3B7862A6-AFAC-41FE-A7DE-3E14889FAEAC}" type="parTrans" cxnId="{F1FC283D-EF5E-4551-935F-FDB21C320D20}">
      <dgm:prSet/>
      <dgm:spPr/>
      <dgm:t>
        <a:bodyPr/>
        <a:lstStyle/>
        <a:p>
          <a:pPr rtl="1"/>
          <a:endParaRPr lang="en-US" sz="800">
            <a:latin typeface="Cairo" pitchFamily="2" charset="-78"/>
            <a:cs typeface="Cairo" pitchFamily="2" charset="-78"/>
          </a:endParaRPr>
        </a:p>
      </dgm:t>
    </dgm:pt>
    <dgm:pt modelId="{178317BC-AF84-4505-92B1-44A3B2047053}" type="sibTrans" cxnId="{F1FC283D-EF5E-4551-935F-FDB21C320D20}">
      <dgm:prSet/>
      <dgm:spPr/>
      <dgm:t>
        <a:bodyPr/>
        <a:lstStyle/>
        <a:p>
          <a:pPr rtl="1"/>
          <a:endParaRPr lang="en-US" sz="800">
            <a:latin typeface="Cairo" pitchFamily="2" charset="-78"/>
            <a:cs typeface="Cairo" pitchFamily="2" charset="-78"/>
          </a:endParaRPr>
        </a:p>
      </dgm:t>
    </dgm:pt>
    <dgm:pt modelId="{A4223812-FB3C-4E0B-88D2-AF7B1F1B417B}">
      <dgm:prSet custT="1"/>
      <dgm:spPr>
        <a:noFill/>
        <a:ln>
          <a:noFill/>
          <a:prstDash val="dashDot"/>
        </a:ln>
      </dgm:spPr>
      <dgm:t>
        <a:bodyPr/>
        <a:lstStyle/>
        <a:p>
          <a:pPr algn="justLow" rtl="1"/>
          <a:r>
            <a:rPr lang="ar-EG" sz="800" dirty="0">
              <a:solidFill>
                <a:schemeClr val="bg2">
                  <a:lumMod val="25000"/>
                </a:schemeClr>
              </a:solidFill>
              <a:latin typeface="Cairo" pitchFamily="2" charset="-78"/>
              <a:cs typeface="Cairo" pitchFamily="2" charset="-78"/>
            </a:rPr>
            <a:t>الاتفاق على قنوات الاتصال وآلية رفع التقارير.</a:t>
          </a:r>
        </a:p>
      </dgm:t>
    </dgm:pt>
    <dgm:pt modelId="{F3AD65ED-908D-4C6D-9A72-5E6F4B3A14D1}" type="parTrans" cxnId="{5B3F6A9F-D53E-4F1B-8539-FF7A7A1033B6}">
      <dgm:prSet/>
      <dgm:spPr/>
      <dgm:t>
        <a:bodyPr/>
        <a:lstStyle/>
        <a:p>
          <a:pPr rtl="1"/>
          <a:endParaRPr lang="en-US" sz="800">
            <a:latin typeface="Cairo" pitchFamily="2" charset="-78"/>
            <a:cs typeface="Cairo" pitchFamily="2" charset="-78"/>
          </a:endParaRPr>
        </a:p>
      </dgm:t>
    </dgm:pt>
    <dgm:pt modelId="{86DE0792-16B5-4BA8-9635-CEAEB2C6BE5E}" type="sibTrans" cxnId="{5B3F6A9F-D53E-4F1B-8539-FF7A7A1033B6}">
      <dgm:prSet/>
      <dgm:spPr/>
      <dgm:t>
        <a:bodyPr/>
        <a:lstStyle/>
        <a:p>
          <a:pPr rtl="1"/>
          <a:endParaRPr lang="en-US" sz="800">
            <a:latin typeface="Cairo" pitchFamily="2" charset="-78"/>
            <a:cs typeface="Cairo" pitchFamily="2" charset="-78"/>
          </a:endParaRPr>
        </a:p>
      </dgm:t>
    </dgm:pt>
    <dgm:pt modelId="{CA08E86E-3922-4C3F-A8CF-DF4813FE996A}">
      <dgm:prSet custT="1"/>
      <dgm:spPr>
        <a:noFill/>
        <a:ln>
          <a:noFill/>
          <a:prstDash val="dashDot"/>
        </a:ln>
      </dgm:spPr>
      <dgm:t>
        <a:bodyPr/>
        <a:lstStyle/>
        <a:p>
          <a:pPr rtl="1"/>
          <a:r>
            <a:rPr lang="ar-EG" sz="800" b="1" dirty="0">
              <a:solidFill>
                <a:schemeClr val="bg2">
                  <a:lumMod val="25000"/>
                </a:schemeClr>
              </a:solidFill>
              <a:latin typeface="Cairo" pitchFamily="2" charset="-78"/>
              <a:cs typeface="Cairo" pitchFamily="2" charset="-78"/>
            </a:rPr>
            <a:t>توثيق نتائج الاجتماع</a:t>
          </a:r>
        </a:p>
        <a:p>
          <a:pPr rtl="1"/>
          <a:br>
            <a:rPr lang="ar-EG" sz="800" b="1" dirty="0">
              <a:solidFill>
                <a:schemeClr val="bg2">
                  <a:lumMod val="25000"/>
                </a:schemeClr>
              </a:solidFill>
              <a:latin typeface="Cairo" pitchFamily="2" charset="-78"/>
              <a:cs typeface="Cairo" pitchFamily="2" charset="-78"/>
            </a:rPr>
          </a:br>
          <a:r>
            <a:rPr lang="ar-EG" sz="800" dirty="0">
              <a:solidFill>
                <a:schemeClr val="bg2">
                  <a:lumMod val="25000"/>
                </a:schemeClr>
              </a:solidFill>
              <a:latin typeface="Cairo" pitchFamily="2" charset="-78"/>
              <a:cs typeface="Cairo" pitchFamily="2" charset="-78"/>
            </a:rPr>
            <a:t>إصدار محضر اجتماع يتضمن ما تم الاتفاق عليه من قرارات ومسؤوليات.</a:t>
          </a:r>
        </a:p>
      </dgm:t>
    </dgm:pt>
    <dgm:pt modelId="{66385868-3B60-4B72-B20E-C5E4CC4F1645}" type="parTrans" cxnId="{C4A7870B-D639-44C3-B2CE-D9F431590EA6}">
      <dgm:prSet/>
      <dgm:spPr/>
      <dgm:t>
        <a:bodyPr/>
        <a:lstStyle/>
        <a:p>
          <a:pPr rtl="1"/>
          <a:endParaRPr lang="en-US" sz="800">
            <a:latin typeface="Cairo" pitchFamily="2" charset="-78"/>
            <a:cs typeface="Cairo" pitchFamily="2" charset="-78"/>
          </a:endParaRPr>
        </a:p>
      </dgm:t>
    </dgm:pt>
    <dgm:pt modelId="{8747C2D0-A51D-4675-8F1B-25742BBE0985}" type="sibTrans" cxnId="{C4A7870B-D639-44C3-B2CE-D9F431590EA6}">
      <dgm:prSet/>
      <dgm:spPr/>
      <dgm:t>
        <a:bodyPr/>
        <a:lstStyle/>
        <a:p>
          <a:pPr rtl="1"/>
          <a:endParaRPr lang="en-US" sz="800">
            <a:latin typeface="Cairo" pitchFamily="2" charset="-78"/>
            <a:cs typeface="Cairo" pitchFamily="2" charset="-78"/>
          </a:endParaRPr>
        </a:p>
      </dgm:t>
    </dgm:pt>
    <dgm:pt modelId="{A13A452B-0D77-42F7-B56A-8ACED523A98D}">
      <dgm:prSet custT="1"/>
      <dgm:spPr>
        <a:noFill/>
        <a:ln>
          <a:noFill/>
          <a:prstDash val="dashDot"/>
        </a:ln>
      </dgm:spPr>
      <dgm:t>
        <a:bodyPr/>
        <a:lstStyle/>
        <a:p>
          <a:pPr rtl="1"/>
          <a:r>
            <a:rPr lang="ar-EG" sz="800" b="1" dirty="0">
              <a:solidFill>
                <a:schemeClr val="bg2">
                  <a:lumMod val="25000"/>
                </a:schemeClr>
              </a:solidFill>
              <a:latin typeface="Cairo" pitchFamily="2" charset="-78"/>
              <a:cs typeface="Cairo" pitchFamily="2" charset="-78"/>
            </a:rPr>
            <a:t>اعتماد أصحاب المصلحة</a:t>
          </a:r>
        </a:p>
        <a:p>
          <a:pPr rtl="1"/>
          <a:br>
            <a:rPr lang="ar-EG" sz="800" b="1" dirty="0">
              <a:solidFill>
                <a:schemeClr val="bg2">
                  <a:lumMod val="25000"/>
                </a:schemeClr>
              </a:solidFill>
              <a:latin typeface="Cairo" pitchFamily="2" charset="-78"/>
              <a:cs typeface="Cairo" pitchFamily="2" charset="-78"/>
            </a:rPr>
          </a:br>
          <a:r>
            <a:rPr lang="ar-EG" sz="800" dirty="0">
              <a:solidFill>
                <a:schemeClr val="bg2">
                  <a:lumMod val="25000"/>
                </a:schemeClr>
              </a:solidFill>
              <a:latin typeface="Cairo" pitchFamily="2" charset="-78"/>
              <a:cs typeface="Cairo" pitchFamily="2" charset="-78"/>
            </a:rPr>
            <a:t>اعتماد قائمة رسمية بأصحاب المصلحة (</a:t>
          </a:r>
          <a:r>
            <a:rPr lang="en-US" sz="800" dirty="0">
              <a:solidFill>
                <a:schemeClr val="bg2">
                  <a:lumMod val="25000"/>
                </a:schemeClr>
              </a:solidFill>
              <a:latin typeface="Cairo" pitchFamily="2" charset="-78"/>
              <a:cs typeface="Cairo" pitchFamily="2" charset="-78"/>
            </a:rPr>
            <a:t>Stakeholder Register) </a:t>
          </a:r>
          <a:r>
            <a:rPr lang="ar-EG" sz="800" dirty="0">
              <a:solidFill>
                <a:schemeClr val="bg2">
                  <a:lumMod val="25000"/>
                </a:schemeClr>
              </a:solidFill>
              <a:latin typeface="Cairo" pitchFamily="2" charset="-78"/>
              <a:cs typeface="Cairo" pitchFamily="2" charset="-78"/>
            </a:rPr>
            <a:t>مع تحديد دور كل منهم.</a:t>
          </a:r>
        </a:p>
      </dgm:t>
    </dgm:pt>
    <dgm:pt modelId="{A08D8F38-7B7C-40DB-B97F-1DB1E2BE8B28}" type="parTrans" cxnId="{030D5B36-3D2E-4E25-8D52-ECF58EB5207C}">
      <dgm:prSet/>
      <dgm:spPr/>
      <dgm:t>
        <a:bodyPr/>
        <a:lstStyle/>
        <a:p>
          <a:pPr rtl="1"/>
          <a:endParaRPr lang="en-US" sz="800">
            <a:latin typeface="Cairo" pitchFamily="2" charset="-78"/>
            <a:cs typeface="Cairo" pitchFamily="2" charset="-78"/>
          </a:endParaRPr>
        </a:p>
      </dgm:t>
    </dgm:pt>
    <dgm:pt modelId="{6879C5D0-4174-41E8-BF63-47CB56D2527A}" type="sibTrans" cxnId="{030D5B36-3D2E-4E25-8D52-ECF58EB5207C}">
      <dgm:prSet/>
      <dgm:spPr/>
      <dgm:t>
        <a:bodyPr/>
        <a:lstStyle/>
        <a:p>
          <a:pPr rtl="1"/>
          <a:endParaRPr lang="en-US" sz="800">
            <a:latin typeface="Cairo" pitchFamily="2" charset="-78"/>
            <a:cs typeface="Cairo" pitchFamily="2" charset="-78"/>
          </a:endParaRPr>
        </a:p>
      </dgm:t>
    </dgm:pt>
    <dgm:pt modelId="{7F79D39B-C0BE-4D3A-9036-3451E13E8CDB}" type="pres">
      <dgm:prSet presAssocID="{22EC85CD-B668-4DB2-8DE2-4DB9005B25A1}" presName="Name0" presStyleCnt="0">
        <dgm:presLayoutVars>
          <dgm:dir val="rev"/>
          <dgm:resizeHandles val="exact"/>
        </dgm:presLayoutVars>
      </dgm:prSet>
      <dgm:spPr/>
    </dgm:pt>
    <dgm:pt modelId="{4B6D6828-B8D4-42E6-94FB-39FDA3C04C66}" type="pres">
      <dgm:prSet presAssocID="{22EC85CD-B668-4DB2-8DE2-4DB9005B25A1}" presName="fgShape" presStyleLbl="fgShp" presStyleIdx="0" presStyleCnt="1" custScaleY="40111" custLinFactNeighborX="-257" custLinFactNeighborY="96732"/>
      <dgm:spPr>
        <a:noFill/>
        <a:ln>
          <a:noFill/>
        </a:ln>
      </dgm:spPr>
    </dgm:pt>
    <dgm:pt modelId="{B84E1A45-62AC-48FD-A111-839A2C0D0FCE}" type="pres">
      <dgm:prSet presAssocID="{22EC85CD-B668-4DB2-8DE2-4DB9005B25A1}" presName="linComp" presStyleCnt="0"/>
      <dgm:spPr/>
    </dgm:pt>
    <dgm:pt modelId="{26F75833-63F9-450E-B87E-4B9AF3BBFB4B}" type="pres">
      <dgm:prSet presAssocID="{7DAA5C35-0824-4677-B522-913E8635B648}" presName="compNode" presStyleCnt="0"/>
      <dgm:spPr/>
    </dgm:pt>
    <dgm:pt modelId="{B7289DFF-5559-449A-9817-7998D15234F0}" type="pres">
      <dgm:prSet presAssocID="{7DAA5C35-0824-4677-B522-913E8635B648}" presName="bkgdShape" presStyleLbl="node1" presStyleIdx="0" presStyleCnt="4"/>
      <dgm:spPr/>
    </dgm:pt>
    <dgm:pt modelId="{8553164D-EB4D-4500-9F52-9C2CF373A37C}" type="pres">
      <dgm:prSet presAssocID="{7DAA5C35-0824-4677-B522-913E8635B648}" presName="nodeTx" presStyleLbl="node1" presStyleIdx="0" presStyleCnt="4">
        <dgm:presLayoutVars>
          <dgm:bulletEnabled val="1"/>
        </dgm:presLayoutVars>
      </dgm:prSet>
      <dgm:spPr/>
    </dgm:pt>
    <dgm:pt modelId="{C6357270-C477-4D23-A0A4-B3C8CED7F4EA}" type="pres">
      <dgm:prSet presAssocID="{7DAA5C35-0824-4677-B522-913E8635B648}" presName="invisiNode" presStyleLbl="node1" presStyleIdx="0" presStyleCnt="4"/>
      <dgm:spPr/>
    </dgm:pt>
    <dgm:pt modelId="{E6AD0621-2B86-4839-A6E5-C1091ECDC1DB}" type="pres">
      <dgm:prSet presAssocID="{7DAA5C35-0824-4677-B522-913E8635B648}" presName="imagNode" presStyleLbl="f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eginning with solid fill"/>
        </a:ext>
      </dgm:extLst>
    </dgm:pt>
    <dgm:pt modelId="{2316CA57-AFFF-4D61-B2A8-EB182ED70F30}" type="pres">
      <dgm:prSet presAssocID="{E850F01D-1C2D-412D-81AE-FF3663831556}" presName="sibTrans" presStyleLbl="sibTrans2D1" presStyleIdx="0" presStyleCnt="0"/>
      <dgm:spPr/>
    </dgm:pt>
    <dgm:pt modelId="{E22575D2-7DD8-4EE0-AFBD-5554ACB733B4}" type="pres">
      <dgm:prSet presAssocID="{A18234AF-61C7-4348-BC73-09B87EBA3EE2}" presName="compNode" presStyleCnt="0"/>
      <dgm:spPr/>
    </dgm:pt>
    <dgm:pt modelId="{7BDD5006-B15E-40DA-9354-C8708F361150}" type="pres">
      <dgm:prSet presAssocID="{A18234AF-61C7-4348-BC73-09B87EBA3EE2}" presName="bkgdShape" presStyleLbl="node1" presStyleIdx="1" presStyleCnt="4"/>
      <dgm:spPr/>
    </dgm:pt>
    <dgm:pt modelId="{18469E2E-FF65-4D36-938D-DF8D0A77453C}" type="pres">
      <dgm:prSet presAssocID="{A18234AF-61C7-4348-BC73-09B87EBA3EE2}" presName="nodeTx" presStyleLbl="node1" presStyleIdx="1" presStyleCnt="4">
        <dgm:presLayoutVars>
          <dgm:bulletEnabled val="1"/>
        </dgm:presLayoutVars>
      </dgm:prSet>
      <dgm:spPr/>
    </dgm:pt>
    <dgm:pt modelId="{4EA8DEEB-0F25-467E-A6DC-63107BC0FC18}" type="pres">
      <dgm:prSet presAssocID="{A18234AF-61C7-4348-BC73-09B87EBA3EE2}" presName="invisiNode" presStyleLbl="node1" presStyleIdx="1" presStyleCnt="4"/>
      <dgm:spPr/>
    </dgm:pt>
    <dgm:pt modelId="{D2B17E8E-6F6E-4412-93A9-C7C787493E77}" type="pres">
      <dgm:prSet presAssocID="{A18234AF-61C7-4348-BC73-09B87EBA3EE2}" presName="imagNode" presStyleLbl="f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oardroom with solid fill"/>
        </a:ext>
      </dgm:extLst>
    </dgm:pt>
    <dgm:pt modelId="{049513C2-0361-420F-8332-8CB68321342F}" type="pres">
      <dgm:prSet presAssocID="{F1337AC9-C51E-4A5F-8436-CE39A46CFF44}" presName="sibTrans" presStyleLbl="sibTrans2D1" presStyleIdx="0" presStyleCnt="0"/>
      <dgm:spPr/>
    </dgm:pt>
    <dgm:pt modelId="{F6A70EAC-A05E-47B3-8C80-32C2ED31B7FB}" type="pres">
      <dgm:prSet presAssocID="{CA08E86E-3922-4C3F-A8CF-DF4813FE996A}" presName="compNode" presStyleCnt="0"/>
      <dgm:spPr/>
    </dgm:pt>
    <dgm:pt modelId="{3CF59DA0-1C04-4669-8EFC-EDC6FB460CB5}" type="pres">
      <dgm:prSet presAssocID="{CA08E86E-3922-4C3F-A8CF-DF4813FE996A}" presName="bkgdShape" presStyleLbl="node1" presStyleIdx="2" presStyleCnt="4"/>
      <dgm:spPr/>
    </dgm:pt>
    <dgm:pt modelId="{5CA4FC76-FD19-4E6B-B905-ECED288BC3ED}" type="pres">
      <dgm:prSet presAssocID="{CA08E86E-3922-4C3F-A8CF-DF4813FE996A}" presName="nodeTx" presStyleLbl="node1" presStyleIdx="2" presStyleCnt="4">
        <dgm:presLayoutVars>
          <dgm:bulletEnabled val="1"/>
        </dgm:presLayoutVars>
      </dgm:prSet>
      <dgm:spPr/>
    </dgm:pt>
    <dgm:pt modelId="{5DC04379-9427-4575-9AAB-222BC8CD6378}" type="pres">
      <dgm:prSet presAssocID="{CA08E86E-3922-4C3F-A8CF-DF4813FE996A}" presName="invisiNode" presStyleLbl="node1" presStyleIdx="2" presStyleCnt="4"/>
      <dgm:spPr/>
    </dgm:pt>
    <dgm:pt modelId="{5FA98F91-D3DD-46B5-BAD2-A7E3E81CE168}" type="pres">
      <dgm:prSet presAssocID="{CA08E86E-3922-4C3F-A8CF-DF4813FE996A}" presName="imagNode" presStyleLbl="f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Document with solid fill"/>
        </a:ext>
      </dgm:extLst>
    </dgm:pt>
    <dgm:pt modelId="{3C67B06B-1218-45EF-84EC-F4656CA3468C}" type="pres">
      <dgm:prSet presAssocID="{8747C2D0-A51D-4675-8F1B-25742BBE0985}" presName="sibTrans" presStyleLbl="sibTrans2D1" presStyleIdx="0" presStyleCnt="0"/>
      <dgm:spPr/>
    </dgm:pt>
    <dgm:pt modelId="{7E4EDA7C-20D7-4147-8A31-58331E503481}" type="pres">
      <dgm:prSet presAssocID="{A13A452B-0D77-42F7-B56A-8ACED523A98D}" presName="compNode" presStyleCnt="0"/>
      <dgm:spPr/>
    </dgm:pt>
    <dgm:pt modelId="{1BB952EA-8CBA-4A24-A88E-E63C0BE8F65C}" type="pres">
      <dgm:prSet presAssocID="{A13A452B-0D77-42F7-B56A-8ACED523A98D}" presName="bkgdShape" presStyleLbl="node1" presStyleIdx="3" presStyleCnt="4"/>
      <dgm:spPr/>
    </dgm:pt>
    <dgm:pt modelId="{AE259E09-8C93-40B1-B343-B4106A690C02}" type="pres">
      <dgm:prSet presAssocID="{A13A452B-0D77-42F7-B56A-8ACED523A98D}" presName="nodeTx" presStyleLbl="node1" presStyleIdx="3" presStyleCnt="4">
        <dgm:presLayoutVars>
          <dgm:bulletEnabled val="1"/>
        </dgm:presLayoutVars>
      </dgm:prSet>
      <dgm:spPr/>
    </dgm:pt>
    <dgm:pt modelId="{5096DB5E-48A5-4716-9E4B-4DE2578C3799}" type="pres">
      <dgm:prSet presAssocID="{A13A452B-0D77-42F7-B56A-8ACED523A98D}" presName="invisiNode" presStyleLbl="node1" presStyleIdx="3" presStyleCnt="4"/>
      <dgm:spPr/>
    </dgm:pt>
    <dgm:pt modelId="{F518F70A-BBA0-4504-9BF3-50490A01A623}" type="pres">
      <dgm:prSet presAssocID="{A13A452B-0D77-42F7-B56A-8ACED523A98D}" presName="imagNode" presStyleLbl="f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adge Tick with solid fill"/>
        </a:ext>
      </dgm:extLst>
    </dgm:pt>
  </dgm:ptLst>
  <dgm:cxnLst>
    <dgm:cxn modelId="{2C2EBF08-6223-4843-A6A5-58A81E73B78B}" type="presOf" srcId="{A18234AF-61C7-4348-BC73-09B87EBA3EE2}" destId="{18469E2E-FF65-4D36-938D-DF8D0A77453C}" srcOrd="1" destOrd="0" presId="urn:microsoft.com/office/officeart/2005/8/layout/hList7"/>
    <dgm:cxn modelId="{C4A7870B-D639-44C3-B2CE-D9F431590EA6}" srcId="{22EC85CD-B668-4DB2-8DE2-4DB9005B25A1}" destId="{CA08E86E-3922-4C3F-A8CF-DF4813FE996A}" srcOrd="2" destOrd="0" parTransId="{66385868-3B60-4B72-B20E-C5E4CC4F1645}" sibTransId="{8747C2D0-A51D-4675-8F1B-25742BBE0985}"/>
    <dgm:cxn modelId="{9671EF1A-A4E2-48B5-8FD5-8879D3C195CC}" type="presOf" srcId="{A4223812-FB3C-4E0B-88D2-AF7B1F1B417B}" destId="{18469E2E-FF65-4D36-938D-DF8D0A77453C}" srcOrd="1" destOrd="4" presId="urn:microsoft.com/office/officeart/2005/8/layout/hList7"/>
    <dgm:cxn modelId="{40678420-B1E5-4904-8760-D0AFFDD91002}" type="presOf" srcId="{CA08E86E-3922-4C3F-A8CF-DF4813FE996A}" destId="{5CA4FC76-FD19-4E6B-B905-ECED288BC3ED}" srcOrd="1" destOrd="0" presId="urn:microsoft.com/office/officeart/2005/8/layout/hList7"/>
    <dgm:cxn modelId="{63768F25-71D5-41E4-AC94-9FF20D92571C}" type="presOf" srcId="{22EC85CD-B668-4DB2-8DE2-4DB9005B25A1}" destId="{7F79D39B-C0BE-4D3A-9036-3451E13E8CDB}" srcOrd="0" destOrd="0" presId="urn:microsoft.com/office/officeart/2005/8/layout/hList7"/>
    <dgm:cxn modelId="{295ED928-4229-4EFA-94D1-29DCA3645030}" type="presOf" srcId="{A4223812-FB3C-4E0B-88D2-AF7B1F1B417B}" destId="{7BDD5006-B15E-40DA-9354-C8708F361150}" srcOrd="0" destOrd="4" presId="urn:microsoft.com/office/officeart/2005/8/layout/hList7"/>
    <dgm:cxn modelId="{6FAA692D-63BC-4703-966A-DA9A96C304AD}" type="presOf" srcId="{8747C2D0-A51D-4675-8F1B-25742BBE0985}" destId="{3C67B06B-1218-45EF-84EC-F4656CA3468C}" srcOrd="0" destOrd="0" presId="urn:microsoft.com/office/officeart/2005/8/layout/hList7"/>
    <dgm:cxn modelId="{030D5B36-3D2E-4E25-8D52-ECF58EB5207C}" srcId="{22EC85CD-B668-4DB2-8DE2-4DB9005B25A1}" destId="{A13A452B-0D77-42F7-B56A-8ACED523A98D}" srcOrd="3" destOrd="0" parTransId="{A08D8F38-7B7C-40DB-B97F-1DB1E2BE8B28}" sibTransId="{6879C5D0-4174-41E8-BF63-47CB56D2527A}"/>
    <dgm:cxn modelId="{F1FC283D-EF5E-4551-935F-FDB21C320D20}" srcId="{A18234AF-61C7-4348-BC73-09B87EBA3EE2}" destId="{785E2A17-5C68-4067-9AEE-11076C03BD7E}" srcOrd="2" destOrd="0" parTransId="{3B7862A6-AFAC-41FE-A7DE-3E14889FAEAC}" sibTransId="{178317BC-AF84-4505-92B1-44A3B2047053}"/>
    <dgm:cxn modelId="{4C2D5041-6913-4B7B-B0BD-F03ABA6461EA}" type="presOf" srcId="{71E1BFB3-2678-47BA-98ED-0EE80CDD550C}" destId="{18469E2E-FF65-4D36-938D-DF8D0A77453C}" srcOrd="1" destOrd="1" presId="urn:microsoft.com/office/officeart/2005/8/layout/hList7"/>
    <dgm:cxn modelId="{8C7AF865-1F65-4BF9-97F4-B6146E84A3D7}" type="presOf" srcId="{F1337AC9-C51E-4A5F-8436-CE39A46CFF44}" destId="{049513C2-0361-420F-8332-8CB68321342F}" srcOrd="0" destOrd="0" presId="urn:microsoft.com/office/officeart/2005/8/layout/hList7"/>
    <dgm:cxn modelId="{1D57E447-DB09-45D7-A2B0-E6AD3CAE9156}" srcId="{A18234AF-61C7-4348-BC73-09B87EBA3EE2}" destId="{F149C3C8-5513-4AAA-8A6D-DE5DFEABE8E2}" srcOrd="1" destOrd="0" parTransId="{02877CDA-A00B-47A5-A347-D98159EBAC88}" sibTransId="{BFE9DF62-858D-49BC-8DFC-31D7D45D702A}"/>
    <dgm:cxn modelId="{75087F72-214E-436C-8082-B08F259F6581}" type="presOf" srcId="{A18234AF-61C7-4348-BC73-09B87EBA3EE2}" destId="{7BDD5006-B15E-40DA-9354-C8708F361150}" srcOrd="0" destOrd="0" presId="urn:microsoft.com/office/officeart/2005/8/layout/hList7"/>
    <dgm:cxn modelId="{1B40D377-DAD2-4C30-8FEA-6EEA52A87448}" type="presOf" srcId="{F149C3C8-5513-4AAA-8A6D-DE5DFEABE8E2}" destId="{7BDD5006-B15E-40DA-9354-C8708F361150}" srcOrd="0" destOrd="2" presId="urn:microsoft.com/office/officeart/2005/8/layout/hList7"/>
    <dgm:cxn modelId="{3D882479-6C74-42A8-91C4-DC446C8E63A8}" srcId="{22EC85CD-B668-4DB2-8DE2-4DB9005B25A1}" destId="{A18234AF-61C7-4348-BC73-09B87EBA3EE2}" srcOrd="1" destOrd="0" parTransId="{6E500C38-D90D-4B27-BF55-C7B3E6C7FFE2}" sibTransId="{F1337AC9-C51E-4A5F-8436-CE39A46CFF44}"/>
    <dgm:cxn modelId="{A5F62095-558D-423E-AA7A-7E488DCC3589}" type="presOf" srcId="{785E2A17-5C68-4067-9AEE-11076C03BD7E}" destId="{18469E2E-FF65-4D36-938D-DF8D0A77453C}" srcOrd="1" destOrd="3" presId="urn:microsoft.com/office/officeart/2005/8/layout/hList7"/>
    <dgm:cxn modelId="{14CB5898-2150-4151-89E3-52B64DF1D8B2}" type="presOf" srcId="{785E2A17-5C68-4067-9AEE-11076C03BD7E}" destId="{7BDD5006-B15E-40DA-9354-C8708F361150}" srcOrd="0" destOrd="3" presId="urn:microsoft.com/office/officeart/2005/8/layout/hList7"/>
    <dgm:cxn modelId="{5B3F6A9F-D53E-4F1B-8539-FF7A7A1033B6}" srcId="{A18234AF-61C7-4348-BC73-09B87EBA3EE2}" destId="{A4223812-FB3C-4E0B-88D2-AF7B1F1B417B}" srcOrd="3" destOrd="0" parTransId="{F3AD65ED-908D-4C6D-9A72-5E6F4B3A14D1}" sibTransId="{86DE0792-16B5-4BA8-9635-CEAEB2C6BE5E}"/>
    <dgm:cxn modelId="{127593A2-8594-4FE3-A389-832088FCE86E}" type="presOf" srcId="{A13A452B-0D77-42F7-B56A-8ACED523A98D}" destId="{1BB952EA-8CBA-4A24-A88E-E63C0BE8F65C}" srcOrd="0" destOrd="0" presId="urn:microsoft.com/office/officeart/2005/8/layout/hList7"/>
    <dgm:cxn modelId="{31B449A5-AD42-4DAE-A4A9-D25E917D0D33}" type="presOf" srcId="{CA08E86E-3922-4C3F-A8CF-DF4813FE996A}" destId="{3CF59DA0-1C04-4669-8EFC-EDC6FB460CB5}" srcOrd="0" destOrd="0" presId="urn:microsoft.com/office/officeart/2005/8/layout/hList7"/>
    <dgm:cxn modelId="{E3B9C1AA-16D4-4A6D-B385-29C7EFBD928D}" srcId="{A18234AF-61C7-4348-BC73-09B87EBA3EE2}" destId="{71E1BFB3-2678-47BA-98ED-0EE80CDD550C}" srcOrd="0" destOrd="0" parTransId="{3D05AB85-FA9C-47FA-A2E3-4EB0D9FF5058}" sibTransId="{8B06888E-5CA3-4D88-8610-88FDEDD78C8B}"/>
    <dgm:cxn modelId="{5E0976BB-021A-471F-8EFB-58A325E7E690}" type="presOf" srcId="{71E1BFB3-2678-47BA-98ED-0EE80CDD550C}" destId="{7BDD5006-B15E-40DA-9354-C8708F361150}" srcOrd="0" destOrd="1" presId="urn:microsoft.com/office/officeart/2005/8/layout/hList7"/>
    <dgm:cxn modelId="{FFC067D4-2927-4AB9-8125-85DC30869F67}" type="presOf" srcId="{A13A452B-0D77-42F7-B56A-8ACED523A98D}" destId="{AE259E09-8C93-40B1-B343-B4106A690C02}" srcOrd="1" destOrd="0" presId="urn:microsoft.com/office/officeart/2005/8/layout/hList7"/>
    <dgm:cxn modelId="{1AF7E7D6-895A-42F4-9A44-B3801A0DD88F}" type="presOf" srcId="{7DAA5C35-0824-4677-B522-913E8635B648}" destId="{B7289DFF-5559-449A-9817-7998D15234F0}" srcOrd="0" destOrd="0" presId="urn:microsoft.com/office/officeart/2005/8/layout/hList7"/>
    <dgm:cxn modelId="{325359DC-01FD-4BD7-AD0C-EAE091C95105}" srcId="{22EC85CD-B668-4DB2-8DE2-4DB9005B25A1}" destId="{7DAA5C35-0824-4677-B522-913E8635B648}" srcOrd="0" destOrd="0" parTransId="{5A056623-5EF8-4FFC-8FFB-FA472A3DF028}" sibTransId="{E850F01D-1C2D-412D-81AE-FF3663831556}"/>
    <dgm:cxn modelId="{66AB61DF-B56A-415A-AB61-5B547ACD995D}" type="presOf" srcId="{F149C3C8-5513-4AAA-8A6D-DE5DFEABE8E2}" destId="{18469E2E-FF65-4D36-938D-DF8D0A77453C}" srcOrd="1" destOrd="2" presId="urn:microsoft.com/office/officeart/2005/8/layout/hList7"/>
    <dgm:cxn modelId="{828D27F5-005E-4589-9364-097B65B1ABE0}" type="presOf" srcId="{E850F01D-1C2D-412D-81AE-FF3663831556}" destId="{2316CA57-AFFF-4D61-B2A8-EB182ED70F30}" srcOrd="0" destOrd="0" presId="urn:microsoft.com/office/officeart/2005/8/layout/hList7"/>
    <dgm:cxn modelId="{821420FE-D0CD-4572-930F-4586BE32C07A}" type="presOf" srcId="{7DAA5C35-0824-4677-B522-913E8635B648}" destId="{8553164D-EB4D-4500-9F52-9C2CF373A37C}" srcOrd="1" destOrd="0" presId="urn:microsoft.com/office/officeart/2005/8/layout/hList7"/>
    <dgm:cxn modelId="{8A65DD48-2CE4-4087-B997-505E1FC08613}" type="presParOf" srcId="{7F79D39B-C0BE-4D3A-9036-3451E13E8CDB}" destId="{4B6D6828-B8D4-42E6-94FB-39FDA3C04C66}" srcOrd="0" destOrd="0" presId="urn:microsoft.com/office/officeart/2005/8/layout/hList7"/>
    <dgm:cxn modelId="{35E121D1-9212-4D7A-A487-F96674E52D69}" type="presParOf" srcId="{7F79D39B-C0BE-4D3A-9036-3451E13E8CDB}" destId="{B84E1A45-62AC-48FD-A111-839A2C0D0FCE}" srcOrd="1" destOrd="0" presId="urn:microsoft.com/office/officeart/2005/8/layout/hList7"/>
    <dgm:cxn modelId="{045E6913-B1AD-4AF7-947C-A4FEA296D45D}" type="presParOf" srcId="{B84E1A45-62AC-48FD-A111-839A2C0D0FCE}" destId="{26F75833-63F9-450E-B87E-4B9AF3BBFB4B}" srcOrd="0" destOrd="0" presId="urn:microsoft.com/office/officeart/2005/8/layout/hList7"/>
    <dgm:cxn modelId="{CEFC279C-1B87-454F-A1C4-91438D973E8A}" type="presParOf" srcId="{26F75833-63F9-450E-B87E-4B9AF3BBFB4B}" destId="{B7289DFF-5559-449A-9817-7998D15234F0}" srcOrd="0" destOrd="0" presId="urn:microsoft.com/office/officeart/2005/8/layout/hList7"/>
    <dgm:cxn modelId="{3AAAA610-239C-4B83-88AF-0522E99D7650}" type="presParOf" srcId="{26F75833-63F9-450E-B87E-4B9AF3BBFB4B}" destId="{8553164D-EB4D-4500-9F52-9C2CF373A37C}" srcOrd="1" destOrd="0" presId="urn:microsoft.com/office/officeart/2005/8/layout/hList7"/>
    <dgm:cxn modelId="{18C5BB3E-1110-4BAD-9B8D-FF9A939C1B22}" type="presParOf" srcId="{26F75833-63F9-450E-B87E-4B9AF3BBFB4B}" destId="{C6357270-C477-4D23-A0A4-B3C8CED7F4EA}" srcOrd="2" destOrd="0" presId="urn:microsoft.com/office/officeart/2005/8/layout/hList7"/>
    <dgm:cxn modelId="{4B387F3E-A347-4355-B016-7C2A780789E8}" type="presParOf" srcId="{26F75833-63F9-450E-B87E-4B9AF3BBFB4B}" destId="{E6AD0621-2B86-4839-A6E5-C1091ECDC1DB}" srcOrd="3" destOrd="0" presId="urn:microsoft.com/office/officeart/2005/8/layout/hList7"/>
    <dgm:cxn modelId="{A2F0805A-15F4-4EAC-99B2-DEC676758C82}" type="presParOf" srcId="{B84E1A45-62AC-48FD-A111-839A2C0D0FCE}" destId="{2316CA57-AFFF-4D61-B2A8-EB182ED70F30}" srcOrd="1" destOrd="0" presId="urn:microsoft.com/office/officeart/2005/8/layout/hList7"/>
    <dgm:cxn modelId="{00B6A2E0-3558-4A70-BEE8-7C7DE31B95C3}" type="presParOf" srcId="{B84E1A45-62AC-48FD-A111-839A2C0D0FCE}" destId="{E22575D2-7DD8-4EE0-AFBD-5554ACB733B4}" srcOrd="2" destOrd="0" presId="urn:microsoft.com/office/officeart/2005/8/layout/hList7"/>
    <dgm:cxn modelId="{1BBA6FA0-AE9A-4C91-96A7-579BF2995C05}" type="presParOf" srcId="{E22575D2-7DD8-4EE0-AFBD-5554ACB733B4}" destId="{7BDD5006-B15E-40DA-9354-C8708F361150}" srcOrd="0" destOrd="0" presId="urn:microsoft.com/office/officeart/2005/8/layout/hList7"/>
    <dgm:cxn modelId="{F9C4A12C-C542-49B7-ADD1-3B271588F15E}" type="presParOf" srcId="{E22575D2-7DD8-4EE0-AFBD-5554ACB733B4}" destId="{18469E2E-FF65-4D36-938D-DF8D0A77453C}" srcOrd="1" destOrd="0" presId="urn:microsoft.com/office/officeart/2005/8/layout/hList7"/>
    <dgm:cxn modelId="{B22A1699-A22E-455D-91FE-2E11D45B77B4}" type="presParOf" srcId="{E22575D2-7DD8-4EE0-AFBD-5554ACB733B4}" destId="{4EA8DEEB-0F25-467E-A6DC-63107BC0FC18}" srcOrd="2" destOrd="0" presId="urn:microsoft.com/office/officeart/2005/8/layout/hList7"/>
    <dgm:cxn modelId="{B7518474-EA6F-4AAF-B3FC-1BA57D5473BC}" type="presParOf" srcId="{E22575D2-7DD8-4EE0-AFBD-5554ACB733B4}" destId="{D2B17E8E-6F6E-4412-93A9-C7C787493E77}" srcOrd="3" destOrd="0" presId="urn:microsoft.com/office/officeart/2005/8/layout/hList7"/>
    <dgm:cxn modelId="{208B1235-B211-4702-B45D-A87E9AA61D85}" type="presParOf" srcId="{B84E1A45-62AC-48FD-A111-839A2C0D0FCE}" destId="{049513C2-0361-420F-8332-8CB68321342F}" srcOrd="3" destOrd="0" presId="urn:microsoft.com/office/officeart/2005/8/layout/hList7"/>
    <dgm:cxn modelId="{78BCACFB-3771-4B3D-AAAF-B33E0D69561F}" type="presParOf" srcId="{B84E1A45-62AC-48FD-A111-839A2C0D0FCE}" destId="{F6A70EAC-A05E-47B3-8C80-32C2ED31B7FB}" srcOrd="4" destOrd="0" presId="urn:microsoft.com/office/officeart/2005/8/layout/hList7"/>
    <dgm:cxn modelId="{6004A569-C09C-4442-A370-166ED6B52F9C}" type="presParOf" srcId="{F6A70EAC-A05E-47B3-8C80-32C2ED31B7FB}" destId="{3CF59DA0-1C04-4669-8EFC-EDC6FB460CB5}" srcOrd="0" destOrd="0" presId="urn:microsoft.com/office/officeart/2005/8/layout/hList7"/>
    <dgm:cxn modelId="{05D2F3CF-1201-4129-AF8B-0154D65021EB}" type="presParOf" srcId="{F6A70EAC-A05E-47B3-8C80-32C2ED31B7FB}" destId="{5CA4FC76-FD19-4E6B-B905-ECED288BC3ED}" srcOrd="1" destOrd="0" presId="urn:microsoft.com/office/officeart/2005/8/layout/hList7"/>
    <dgm:cxn modelId="{38B78398-890C-40CA-9D45-E664705AC67B}" type="presParOf" srcId="{F6A70EAC-A05E-47B3-8C80-32C2ED31B7FB}" destId="{5DC04379-9427-4575-9AAB-222BC8CD6378}" srcOrd="2" destOrd="0" presId="urn:microsoft.com/office/officeart/2005/8/layout/hList7"/>
    <dgm:cxn modelId="{081F40E3-2312-468B-8C4B-794D695CAFA7}" type="presParOf" srcId="{F6A70EAC-A05E-47B3-8C80-32C2ED31B7FB}" destId="{5FA98F91-D3DD-46B5-BAD2-A7E3E81CE168}" srcOrd="3" destOrd="0" presId="urn:microsoft.com/office/officeart/2005/8/layout/hList7"/>
    <dgm:cxn modelId="{87EC778A-5166-4A03-8634-5A2E683892BA}" type="presParOf" srcId="{B84E1A45-62AC-48FD-A111-839A2C0D0FCE}" destId="{3C67B06B-1218-45EF-84EC-F4656CA3468C}" srcOrd="5" destOrd="0" presId="urn:microsoft.com/office/officeart/2005/8/layout/hList7"/>
    <dgm:cxn modelId="{22B9353C-5FD0-4CAF-BD68-2F34212F61B9}" type="presParOf" srcId="{B84E1A45-62AC-48FD-A111-839A2C0D0FCE}" destId="{7E4EDA7C-20D7-4147-8A31-58331E503481}" srcOrd="6" destOrd="0" presId="urn:microsoft.com/office/officeart/2005/8/layout/hList7"/>
    <dgm:cxn modelId="{B81BAB50-1CC2-4E45-8BAC-193504FCAAFD}" type="presParOf" srcId="{7E4EDA7C-20D7-4147-8A31-58331E503481}" destId="{1BB952EA-8CBA-4A24-A88E-E63C0BE8F65C}" srcOrd="0" destOrd="0" presId="urn:microsoft.com/office/officeart/2005/8/layout/hList7"/>
    <dgm:cxn modelId="{DF166791-0D76-4B9D-BB45-10AAA4B4523A}" type="presParOf" srcId="{7E4EDA7C-20D7-4147-8A31-58331E503481}" destId="{AE259E09-8C93-40B1-B343-B4106A690C02}" srcOrd="1" destOrd="0" presId="urn:microsoft.com/office/officeart/2005/8/layout/hList7"/>
    <dgm:cxn modelId="{F170AEB5-89BB-4416-9434-753753E83597}" type="presParOf" srcId="{7E4EDA7C-20D7-4147-8A31-58331E503481}" destId="{5096DB5E-48A5-4716-9E4B-4DE2578C3799}" srcOrd="2" destOrd="0" presId="urn:microsoft.com/office/officeart/2005/8/layout/hList7"/>
    <dgm:cxn modelId="{D9D09848-D7CE-4931-B288-4521C29190A3}" type="presParOf" srcId="{7E4EDA7C-20D7-4147-8A31-58331E503481}" destId="{F518F70A-BBA0-4504-9BF3-50490A01A623}" srcOrd="3" destOrd="0" presId="urn:microsoft.com/office/officeart/2005/8/layout/hList7"/>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457637-81E9-4320-B633-422B38F3607E}"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F1645EC9-D5B4-48FB-842F-A0C443F9E610}">
      <dgm:prSet custT="1"/>
      <dgm:spPr/>
      <dgm:t>
        <a:bodyPr/>
        <a:lstStyle/>
        <a:p>
          <a:pPr rtl="1"/>
          <a:r>
            <a:rPr lang="ar-EG" sz="1100" dirty="0">
              <a:latin typeface="Cairo" pitchFamily="2" charset="-78"/>
              <a:cs typeface="Cairo" pitchFamily="2" charset="-78"/>
            </a:rPr>
            <a:t>قالب رسمي لميثاق المشروع (</a:t>
          </a:r>
          <a:r>
            <a:rPr lang="en-US" sz="1100" dirty="0">
              <a:latin typeface="Cairo" pitchFamily="2" charset="-78"/>
              <a:cs typeface="Cairo" pitchFamily="2" charset="-78"/>
            </a:rPr>
            <a:t>Project Charter Template</a:t>
          </a:r>
          <a:r>
            <a:rPr lang="ar-EG" sz="1100" dirty="0">
              <a:latin typeface="Cairo" pitchFamily="2" charset="-78"/>
              <a:cs typeface="Cairo" pitchFamily="2" charset="-78"/>
            </a:rPr>
            <a:t>)</a:t>
          </a:r>
          <a:endParaRPr lang="en-US" sz="1100" dirty="0">
            <a:latin typeface="Cairo" pitchFamily="2" charset="-78"/>
            <a:cs typeface="Cairo" pitchFamily="2" charset="-78"/>
          </a:endParaRPr>
        </a:p>
      </dgm:t>
    </dgm:pt>
    <dgm:pt modelId="{7BA11DD0-EF33-4753-9364-0F24411FE6F5}" type="parTrans" cxnId="{E1920139-3EB3-4E93-B8ED-57C902A2743A}">
      <dgm:prSet/>
      <dgm:spPr/>
      <dgm:t>
        <a:bodyPr/>
        <a:lstStyle/>
        <a:p>
          <a:pPr rtl="1"/>
          <a:endParaRPr lang="en-US" sz="1100">
            <a:latin typeface="Cairo" pitchFamily="2" charset="-78"/>
            <a:cs typeface="Cairo" pitchFamily="2" charset="-78"/>
          </a:endParaRPr>
        </a:p>
      </dgm:t>
    </dgm:pt>
    <dgm:pt modelId="{3EE5ABE8-2438-43D9-AAC4-9C167B807C0C}" type="sibTrans" cxnId="{E1920139-3EB3-4E93-B8ED-57C902A2743A}">
      <dgm:prSet/>
      <dgm:spPr/>
      <dgm:t>
        <a:bodyPr/>
        <a:lstStyle/>
        <a:p>
          <a:pPr rtl="1"/>
          <a:endParaRPr lang="en-US" sz="1100">
            <a:latin typeface="Cairo" pitchFamily="2" charset="-78"/>
            <a:cs typeface="Cairo" pitchFamily="2" charset="-78"/>
          </a:endParaRPr>
        </a:p>
      </dgm:t>
    </dgm:pt>
    <dgm:pt modelId="{14BEFBAC-BB95-4BA0-BE0B-FCA655DD8AD5}">
      <dgm:prSet custT="1"/>
      <dgm:spPr/>
      <dgm:t>
        <a:bodyPr/>
        <a:lstStyle/>
        <a:p>
          <a:pPr rtl="1"/>
          <a:r>
            <a:rPr lang="ar-EG" sz="1100" dirty="0">
              <a:latin typeface="Cairo" pitchFamily="2" charset="-78"/>
              <a:cs typeface="Cairo" pitchFamily="2" charset="-78"/>
            </a:rPr>
            <a:t>نماذج نطاق العمل (</a:t>
          </a:r>
          <a:r>
            <a:rPr lang="en-US" sz="1100" dirty="0">
              <a:latin typeface="Cairo" pitchFamily="2" charset="-78"/>
              <a:cs typeface="Cairo" pitchFamily="2" charset="-78"/>
            </a:rPr>
            <a:t>Scope Statement</a:t>
          </a:r>
          <a:r>
            <a:rPr lang="ar-EG" sz="1100" dirty="0">
              <a:latin typeface="Cairo" pitchFamily="2" charset="-78"/>
              <a:cs typeface="Cairo" pitchFamily="2" charset="-78"/>
            </a:rPr>
            <a:t>)</a:t>
          </a:r>
          <a:endParaRPr lang="en-US" sz="1100" dirty="0">
            <a:latin typeface="Cairo" pitchFamily="2" charset="-78"/>
            <a:cs typeface="Cairo" pitchFamily="2" charset="-78"/>
          </a:endParaRPr>
        </a:p>
      </dgm:t>
    </dgm:pt>
    <dgm:pt modelId="{5C6C0DC9-E374-4529-805F-790803592370}" type="parTrans" cxnId="{C6EF9CAC-50D8-4899-949D-A6C24C61B452}">
      <dgm:prSet/>
      <dgm:spPr/>
      <dgm:t>
        <a:bodyPr/>
        <a:lstStyle/>
        <a:p>
          <a:pPr rtl="1"/>
          <a:endParaRPr lang="en-US" sz="1100">
            <a:latin typeface="Cairo" pitchFamily="2" charset="-78"/>
            <a:cs typeface="Cairo" pitchFamily="2" charset="-78"/>
          </a:endParaRPr>
        </a:p>
      </dgm:t>
    </dgm:pt>
    <dgm:pt modelId="{83B4C418-6F84-45EA-A2C3-2014B82A3091}" type="sibTrans" cxnId="{C6EF9CAC-50D8-4899-949D-A6C24C61B452}">
      <dgm:prSet/>
      <dgm:spPr/>
      <dgm:t>
        <a:bodyPr/>
        <a:lstStyle/>
        <a:p>
          <a:pPr rtl="1"/>
          <a:endParaRPr lang="en-US" sz="1100">
            <a:latin typeface="Cairo" pitchFamily="2" charset="-78"/>
            <a:cs typeface="Cairo" pitchFamily="2" charset="-78"/>
          </a:endParaRPr>
        </a:p>
      </dgm:t>
    </dgm:pt>
    <dgm:pt modelId="{4FD32EDE-C41B-4843-977A-925631E9AA20}">
      <dgm:prSet custT="1"/>
      <dgm:spPr/>
      <dgm:t>
        <a:bodyPr/>
        <a:lstStyle/>
        <a:p>
          <a:pPr rtl="1"/>
          <a:r>
            <a:rPr lang="ar-EG" sz="1100" dirty="0">
              <a:latin typeface="Cairo" pitchFamily="2" charset="-78"/>
              <a:cs typeface="Cairo" pitchFamily="2" charset="-78"/>
            </a:rPr>
            <a:t>جداول زمنية (</a:t>
          </a:r>
          <a:r>
            <a:rPr lang="en-US" sz="1100" dirty="0">
              <a:latin typeface="Cairo" pitchFamily="2" charset="-78"/>
              <a:cs typeface="Cairo" pitchFamily="2" charset="-78"/>
            </a:rPr>
            <a:t>MS Project </a:t>
          </a:r>
          <a:r>
            <a:rPr lang="ar-EG" sz="1100" dirty="0">
              <a:latin typeface="Cairo" pitchFamily="2" charset="-78"/>
              <a:cs typeface="Cairo" pitchFamily="2" charset="-78"/>
            </a:rPr>
            <a:t> أو </a:t>
          </a:r>
          <a:r>
            <a:rPr lang="en-US" sz="1100" dirty="0">
              <a:latin typeface="Cairo" pitchFamily="2" charset="-78"/>
              <a:cs typeface="Cairo" pitchFamily="2" charset="-78"/>
            </a:rPr>
            <a:t>Primavera</a:t>
          </a:r>
          <a:r>
            <a:rPr lang="ar-EG" sz="1100" dirty="0">
              <a:latin typeface="Cairo" pitchFamily="2" charset="-78"/>
              <a:cs typeface="Cairo" pitchFamily="2" charset="-78"/>
            </a:rPr>
            <a:t>)</a:t>
          </a:r>
          <a:endParaRPr lang="en-US" sz="1100" dirty="0">
            <a:latin typeface="Cairo" pitchFamily="2" charset="-78"/>
            <a:cs typeface="Cairo" pitchFamily="2" charset="-78"/>
          </a:endParaRPr>
        </a:p>
      </dgm:t>
    </dgm:pt>
    <dgm:pt modelId="{C3E3167E-3F0A-45BB-B129-376A6B21B27C}" type="parTrans" cxnId="{0FA6A6E4-3986-43E7-9F96-BF553B52B7C7}">
      <dgm:prSet/>
      <dgm:spPr/>
      <dgm:t>
        <a:bodyPr/>
        <a:lstStyle/>
        <a:p>
          <a:pPr rtl="1"/>
          <a:endParaRPr lang="en-US" sz="1100">
            <a:latin typeface="Cairo" pitchFamily="2" charset="-78"/>
            <a:cs typeface="Cairo" pitchFamily="2" charset="-78"/>
          </a:endParaRPr>
        </a:p>
      </dgm:t>
    </dgm:pt>
    <dgm:pt modelId="{3A8D123E-881D-4A9A-9C12-561340E32115}" type="sibTrans" cxnId="{0FA6A6E4-3986-43E7-9F96-BF553B52B7C7}">
      <dgm:prSet/>
      <dgm:spPr/>
      <dgm:t>
        <a:bodyPr/>
        <a:lstStyle/>
        <a:p>
          <a:pPr rtl="1"/>
          <a:endParaRPr lang="en-US" sz="1100">
            <a:latin typeface="Cairo" pitchFamily="2" charset="-78"/>
            <a:cs typeface="Cairo" pitchFamily="2" charset="-78"/>
          </a:endParaRPr>
        </a:p>
      </dgm:t>
    </dgm:pt>
    <dgm:pt modelId="{BEBAE3DD-D874-4B9D-9DE6-5791365C4799}">
      <dgm:prSet custT="1"/>
      <dgm:spPr/>
      <dgm:t>
        <a:bodyPr/>
        <a:lstStyle/>
        <a:p>
          <a:pPr rtl="1"/>
          <a:r>
            <a:rPr lang="ar-EG" sz="1100" dirty="0">
              <a:latin typeface="Cairo" pitchFamily="2" charset="-78"/>
              <a:cs typeface="Cairo" pitchFamily="2" charset="-78"/>
            </a:rPr>
            <a:t>مصفوفة المسؤوليات (</a:t>
          </a:r>
          <a:r>
            <a:rPr lang="en-US" sz="1100" dirty="0">
              <a:latin typeface="Cairo" pitchFamily="2" charset="-78"/>
              <a:cs typeface="Cairo" pitchFamily="2" charset="-78"/>
            </a:rPr>
            <a:t>RACI Matrix</a:t>
          </a:r>
          <a:r>
            <a:rPr lang="ar-EG" sz="1100" dirty="0">
              <a:latin typeface="Cairo" pitchFamily="2" charset="-78"/>
              <a:cs typeface="Cairo" pitchFamily="2" charset="-78"/>
            </a:rPr>
            <a:t>)</a:t>
          </a:r>
          <a:endParaRPr lang="en-US" sz="1100" dirty="0">
            <a:latin typeface="Cairo" pitchFamily="2" charset="-78"/>
            <a:cs typeface="Cairo" pitchFamily="2" charset="-78"/>
          </a:endParaRPr>
        </a:p>
      </dgm:t>
    </dgm:pt>
    <dgm:pt modelId="{9E285428-55ED-4805-BAE0-7CC8A5F76CBB}" type="parTrans" cxnId="{F8E3C5CF-06CD-4C52-A495-2BCE58DB9E2B}">
      <dgm:prSet/>
      <dgm:spPr/>
      <dgm:t>
        <a:bodyPr/>
        <a:lstStyle/>
        <a:p>
          <a:pPr rtl="1"/>
          <a:endParaRPr lang="en-US" sz="1100">
            <a:latin typeface="Cairo" pitchFamily="2" charset="-78"/>
            <a:cs typeface="Cairo" pitchFamily="2" charset="-78"/>
          </a:endParaRPr>
        </a:p>
      </dgm:t>
    </dgm:pt>
    <dgm:pt modelId="{FDBE0F74-0128-4FC4-B2E2-11F0DD22807A}" type="sibTrans" cxnId="{F8E3C5CF-06CD-4C52-A495-2BCE58DB9E2B}">
      <dgm:prSet/>
      <dgm:spPr/>
      <dgm:t>
        <a:bodyPr/>
        <a:lstStyle/>
        <a:p>
          <a:pPr rtl="1"/>
          <a:endParaRPr lang="en-US" sz="1100">
            <a:latin typeface="Cairo" pitchFamily="2" charset="-78"/>
            <a:cs typeface="Cairo" pitchFamily="2" charset="-78"/>
          </a:endParaRPr>
        </a:p>
      </dgm:t>
    </dgm:pt>
    <dgm:pt modelId="{1B58EC9F-B039-4CC0-8A00-060AF5834BA4}" type="pres">
      <dgm:prSet presAssocID="{7C457637-81E9-4320-B633-422B38F3607E}" presName="Name0" presStyleCnt="0">
        <dgm:presLayoutVars>
          <dgm:chMax val="7"/>
          <dgm:chPref val="7"/>
          <dgm:dir val="rev"/>
        </dgm:presLayoutVars>
      </dgm:prSet>
      <dgm:spPr/>
    </dgm:pt>
    <dgm:pt modelId="{FB9BACD3-4911-4E41-8592-7587B2068716}" type="pres">
      <dgm:prSet presAssocID="{7C457637-81E9-4320-B633-422B38F3607E}" presName="Name1" presStyleCnt="0"/>
      <dgm:spPr/>
    </dgm:pt>
    <dgm:pt modelId="{C89548C1-3560-4633-9A7E-4F0F9A180D20}" type="pres">
      <dgm:prSet presAssocID="{7C457637-81E9-4320-B633-422B38F3607E}" presName="cycle" presStyleCnt="0"/>
      <dgm:spPr/>
    </dgm:pt>
    <dgm:pt modelId="{B22806DD-3086-4359-B5D2-4B20A3BF1034}" type="pres">
      <dgm:prSet presAssocID="{7C457637-81E9-4320-B633-422B38F3607E}" presName="srcNode" presStyleLbl="node1" presStyleIdx="0" presStyleCnt="4"/>
      <dgm:spPr/>
    </dgm:pt>
    <dgm:pt modelId="{885EEB34-F4E0-4036-85BB-641B9EECB6AF}" type="pres">
      <dgm:prSet presAssocID="{7C457637-81E9-4320-B633-422B38F3607E}" presName="conn" presStyleLbl="parChTrans1D2" presStyleIdx="0" presStyleCnt="1"/>
      <dgm:spPr/>
    </dgm:pt>
    <dgm:pt modelId="{2A3CDCB2-1D46-4841-9D92-34956D9652B1}" type="pres">
      <dgm:prSet presAssocID="{7C457637-81E9-4320-B633-422B38F3607E}" presName="extraNode" presStyleLbl="node1" presStyleIdx="0" presStyleCnt="4"/>
      <dgm:spPr/>
    </dgm:pt>
    <dgm:pt modelId="{691C3F7B-F279-4C32-ADBC-4681A9701474}" type="pres">
      <dgm:prSet presAssocID="{7C457637-81E9-4320-B633-422B38F3607E}" presName="dstNode" presStyleLbl="node1" presStyleIdx="0" presStyleCnt="4"/>
      <dgm:spPr/>
    </dgm:pt>
    <dgm:pt modelId="{29DAC360-AF88-4808-9235-41DC5FE3D55A}" type="pres">
      <dgm:prSet presAssocID="{F1645EC9-D5B4-48FB-842F-A0C443F9E610}" presName="text_1" presStyleLbl="node1" presStyleIdx="0" presStyleCnt="4">
        <dgm:presLayoutVars>
          <dgm:bulletEnabled val="1"/>
        </dgm:presLayoutVars>
      </dgm:prSet>
      <dgm:spPr/>
    </dgm:pt>
    <dgm:pt modelId="{EBA45FE1-E042-4105-B12B-2008C7933BE8}" type="pres">
      <dgm:prSet presAssocID="{F1645EC9-D5B4-48FB-842F-A0C443F9E610}" presName="accent_1" presStyleCnt="0"/>
      <dgm:spPr/>
    </dgm:pt>
    <dgm:pt modelId="{7A6D0082-8138-414B-AA4C-E5ED4EDF2F4F}" type="pres">
      <dgm:prSet presAssocID="{F1645EC9-D5B4-48FB-842F-A0C443F9E610}" presName="accentRepeatNode" presStyleLbl="solidFgAcc1" presStyleIdx="0" presStyleCnt="4"/>
      <dgm:spPr/>
    </dgm:pt>
    <dgm:pt modelId="{B0D19837-5F60-4000-8292-91BAB868AE5A}" type="pres">
      <dgm:prSet presAssocID="{14BEFBAC-BB95-4BA0-BE0B-FCA655DD8AD5}" presName="text_2" presStyleLbl="node1" presStyleIdx="1" presStyleCnt="4">
        <dgm:presLayoutVars>
          <dgm:bulletEnabled val="1"/>
        </dgm:presLayoutVars>
      </dgm:prSet>
      <dgm:spPr/>
    </dgm:pt>
    <dgm:pt modelId="{D6ABBE60-87EB-4555-AD3E-96B6A0793989}" type="pres">
      <dgm:prSet presAssocID="{14BEFBAC-BB95-4BA0-BE0B-FCA655DD8AD5}" presName="accent_2" presStyleCnt="0"/>
      <dgm:spPr/>
    </dgm:pt>
    <dgm:pt modelId="{D65F743A-9FD7-497D-B02F-DF636FFF9690}" type="pres">
      <dgm:prSet presAssocID="{14BEFBAC-BB95-4BA0-BE0B-FCA655DD8AD5}" presName="accentRepeatNode" presStyleLbl="solidFgAcc1" presStyleIdx="1" presStyleCnt="4"/>
      <dgm:spPr/>
    </dgm:pt>
    <dgm:pt modelId="{58F030BF-3CB7-45CB-B2C1-131A2A5AAE3B}" type="pres">
      <dgm:prSet presAssocID="{4FD32EDE-C41B-4843-977A-925631E9AA20}" presName="text_3" presStyleLbl="node1" presStyleIdx="2" presStyleCnt="4">
        <dgm:presLayoutVars>
          <dgm:bulletEnabled val="1"/>
        </dgm:presLayoutVars>
      </dgm:prSet>
      <dgm:spPr/>
    </dgm:pt>
    <dgm:pt modelId="{2611E2A2-DA8C-49AF-B4F4-4A33CFC3A8F1}" type="pres">
      <dgm:prSet presAssocID="{4FD32EDE-C41B-4843-977A-925631E9AA20}" presName="accent_3" presStyleCnt="0"/>
      <dgm:spPr/>
    </dgm:pt>
    <dgm:pt modelId="{AC8DEB19-AB01-4DE4-BC81-23E5995E8EA2}" type="pres">
      <dgm:prSet presAssocID="{4FD32EDE-C41B-4843-977A-925631E9AA20}" presName="accentRepeatNode" presStyleLbl="solidFgAcc1" presStyleIdx="2" presStyleCnt="4"/>
      <dgm:spPr/>
    </dgm:pt>
    <dgm:pt modelId="{C447CE2C-B741-4174-B3E1-8EDEBF6574C4}" type="pres">
      <dgm:prSet presAssocID="{BEBAE3DD-D874-4B9D-9DE6-5791365C4799}" presName="text_4" presStyleLbl="node1" presStyleIdx="3" presStyleCnt="4">
        <dgm:presLayoutVars>
          <dgm:bulletEnabled val="1"/>
        </dgm:presLayoutVars>
      </dgm:prSet>
      <dgm:spPr/>
    </dgm:pt>
    <dgm:pt modelId="{D5E1C9C5-A9ED-4110-978E-A094EAFA565C}" type="pres">
      <dgm:prSet presAssocID="{BEBAE3DD-D874-4B9D-9DE6-5791365C4799}" presName="accent_4" presStyleCnt="0"/>
      <dgm:spPr/>
    </dgm:pt>
    <dgm:pt modelId="{CD07921B-AF93-4120-B836-83AF0B424728}" type="pres">
      <dgm:prSet presAssocID="{BEBAE3DD-D874-4B9D-9DE6-5791365C4799}" presName="accentRepeatNode" presStyleLbl="solidFgAcc1" presStyleIdx="3" presStyleCnt="4"/>
      <dgm:spPr/>
    </dgm:pt>
  </dgm:ptLst>
  <dgm:cxnLst>
    <dgm:cxn modelId="{21B7F41D-AF0A-43A7-96EB-0398AFC42D60}" type="presOf" srcId="{F1645EC9-D5B4-48FB-842F-A0C443F9E610}" destId="{29DAC360-AF88-4808-9235-41DC5FE3D55A}" srcOrd="0" destOrd="0" presId="urn:microsoft.com/office/officeart/2008/layout/VerticalCurvedList"/>
    <dgm:cxn modelId="{AA5ACF33-FFDE-42E9-82A6-A25560FC9589}" type="presOf" srcId="{BEBAE3DD-D874-4B9D-9DE6-5791365C4799}" destId="{C447CE2C-B741-4174-B3E1-8EDEBF6574C4}" srcOrd="0" destOrd="0" presId="urn:microsoft.com/office/officeart/2008/layout/VerticalCurvedList"/>
    <dgm:cxn modelId="{E1920139-3EB3-4E93-B8ED-57C902A2743A}" srcId="{7C457637-81E9-4320-B633-422B38F3607E}" destId="{F1645EC9-D5B4-48FB-842F-A0C443F9E610}" srcOrd="0" destOrd="0" parTransId="{7BA11DD0-EF33-4753-9364-0F24411FE6F5}" sibTransId="{3EE5ABE8-2438-43D9-AAC4-9C167B807C0C}"/>
    <dgm:cxn modelId="{1D79DC70-82F2-4FCE-A926-4DDF7998E109}" type="presOf" srcId="{4FD32EDE-C41B-4843-977A-925631E9AA20}" destId="{58F030BF-3CB7-45CB-B2C1-131A2A5AAE3B}" srcOrd="0" destOrd="0" presId="urn:microsoft.com/office/officeart/2008/layout/VerticalCurvedList"/>
    <dgm:cxn modelId="{C974E559-5269-489B-9892-11AA78AFC393}" type="presOf" srcId="{7C457637-81E9-4320-B633-422B38F3607E}" destId="{1B58EC9F-B039-4CC0-8A00-060AF5834BA4}" srcOrd="0" destOrd="0" presId="urn:microsoft.com/office/officeart/2008/layout/VerticalCurvedList"/>
    <dgm:cxn modelId="{C6EF9CAC-50D8-4899-949D-A6C24C61B452}" srcId="{7C457637-81E9-4320-B633-422B38F3607E}" destId="{14BEFBAC-BB95-4BA0-BE0B-FCA655DD8AD5}" srcOrd="1" destOrd="0" parTransId="{5C6C0DC9-E374-4529-805F-790803592370}" sibTransId="{83B4C418-6F84-45EA-A2C3-2014B82A3091}"/>
    <dgm:cxn modelId="{F6EA49BD-5BB9-4F1B-A2D1-8CA3E2F02485}" type="presOf" srcId="{14BEFBAC-BB95-4BA0-BE0B-FCA655DD8AD5}" destId="{B0D19837-5F60-4000-8292-91BAB868AE5A}" srcOrd="0" destOrd="0" presId="urn:microsoft.com/office/officeart/2008/layout/VerticalCurvedList"/>
    <dgm:cxn modelId="{F8E3C5CF-06CD-4C52-A495-2BCE58DB9E2B}" srcId="{7C457637-81E9-4320-B633-422B38F3607E}" destId="{BEBAE3DD-D874-4B9D-9DE6-5791365C4799}" srcOrd="3" destOrd="0" parTransId="{9E285428-55ED-4805-BAE0-7CC8A5F76CBB}" sibTransId="{FDBE0F74-0128-4FC4-B2E2-11F0DD22807A}"/>
    <dgm:cxn modelId="{90026CD6-4B5B-465D-B938-F24B310D475E}" type="presOf" srcId="{3EE5ABE8-2438-43D9-AAC4-9C167B807C0C}" destId="{885EEB34-F4E0-4036-85BB-641B9EECB6AF}" srcOrd="0" destOrd="0" presId="urn:microsoft.com/office/officeart/2008/layout/VerticalCurvedList"/>
    <dgm:cxn modelId="{0FA6A6E4-3986-43E7-9F96-BF553B52B7C7}" srcId="{7C457637-81E9-4320-B633-422B38F3607E}" destId="{4FD32EDE-C41B-4843-977A-925631E9AA20}" srcOrd="2" destOrd="0" parTransId="{C3E3167E-3F0A-45BB-B129-376A6B21B27C}" sibTransId="{3A8D123E-881D-4A9A-9C12-561340E32115}"/>
    <dgm:cxn modelId="{4879A00C-73EA-4309-A4C8-01E7DEF7CDEF}" type="presParOf" srcId="{1B58EC9F-B039-4CC0-8A00-060AF5834BA4}" destId="{FB9BACD3-4911-4E41-8592-7587B2068716}" srcOrd="0" destOrd="0" presId="urn:microsoft.com/office/officeart/2008/layout/VerticalCurvedList"/>
    <dgm:cxn modelId="{4CC111F2-88D3-47BC-9E87-664CCD2DA6A5}" type="presParOf" srcId="{FB9BACD3-4911-4E41-8592-7587B2068716}" destId="{C89548C1-3560-4633-9A7E-4F0F9A180D20}" srcOrd="0" destOrd="0" presId="urn:microsoft.com/office/officeart/2008/layout/VerticalCurvedList"/>
    <dgm:cxn modelId="{627B1711-BA6B-46E8-A1A0-A984FBAF79A9}" type="presParOf" srcId="{C89548C1-3560-4633-9A7E-4F0F9A180D20}" destId="{B22806DD-3086-4359-B5D2-4B20A3BF1034}" srcOrd="0" destOrd="0" presId="urn:microsoft.com/office/officeart/2008/layout/VerticalCurvedList"/>
    <dgm:cxn modelId="{E5178463-F100-43B9-9F8A-4ACAF0DAD77A}" type="presParOf" srcId="{C89548C1-3560-4633-9A7E-4F0F9A180D20}" destId="{885EEB34-F4E0-4036-85BB-641B9EECB6AF}" srcOrd="1" destOrd="0" presId="urn:microsoft.com/office/officeart/2008/layout/VerticalCurvedList"/>
    <dgm:cxn modelId="{6A239CB5-1EE4-42F7-80C0-C1AE501920D1}" type="presParOf" srcId="{C89548C1-3560-4633-9A7E-4F0F9A180D20}" destId="{2A3CDCB2-1D46-4841-9D92-34956D9652B1}" srcOrd="2" destOrd="0" presId="urn:microsoft.com/office/officeart/2008/layout/VerticalCurvedList"/>
    <dgm:cxn modelId="{FCC1700D-CD73-431D-BD7D-2F0F0B7EF702}" type="presParOf" srcId="{C89548C1-3560-4633-9A7E-4F0F9A180D20}" destId="{691C3F7B-F279-4C32-ADBC-4681A9701474}" srcOrd="3" destOrd="0" presId="urn:microsoft.com/office/officeart/2008/layout/VerticalCurvedList"/>
    <dgm:cxn modelId="{52AF8955-E91E-4CAC-B80D-AF36BE072B0B}" type="presParOf" srcId="{FB9BACD3-4911-4E41-8592-7587B2068716}" destId="{29DAC360-AF88-4808-9235-41DC5FE3D55A}" srcOrd="1" destOrd="0" presId="urn:microsoft.com/office/officeart/2008/layout/VerticalCurvedList"/>
    <dgm:cxn modelId="{75A1ACED-BBA8-4A1E-9BB5-13DE6A1C9F23}" type="presParOf" srcId="{FB9BACD3-4911-4E41-8592-7587B2068716}" destId="{EBA45FE1-E042-4105-B12B-2008C7933BE8}" srcOrd="2" destOrd="0" presId="urn:microsoft.com/office/officeart/2008/layout/VerticalCurvedList"/>
    <dgm:cxn modelId="{E387D77B-5F4A-461B-B259-6443B9E4F54E}" type="presParOf" srcId="{EBA45FE1-E042-4105-B12B-2008C7933BE8}" destId="{7A6D0082-8138-414B-AA4C-E5ED4EDF2F4F}" srcOrd="0" destOrd="0" presId="urn:microsoft.com/office/officeart/2008/layout/VerticalCurvedList"/>
    <dgm:cxn modelId="{41415B81-B1D6-42CA-8125-8B292F3B70C4}" type="presParOf" srcId="{FB9BACD3-4911-4E41-8592-7587B2068716}" destId="{B0D19837-5F60-4000-8292-91BAB868AE5A}" srcOrd="3" destOrd="0" presId="urn:microsoft.com/office/officeart/2008/layout/VerticalCurvedList"/>
    <dgm:cxn modelId="{DD42CC82-1203-4C61-A75F-1D4FF02E0D74}" type="presParOf" srcId="{FB9BACD3-4911-4E41-8592-7587B2068716}" destId="{D6ABBE60-87EB-4555-AD3E-96B6A0793989}" srcOrd="4" destOrd="0" presId="urn:microsoft.com/office/officeart/2008/layout/VerticalCurvedList"/>
    <dgm:cxn modelId="{9067D129-D71F-4399-B0FF-582EE9C71AA0}" type="presParOf" srcId="{D6ABBE60-87EB-4555-AD3E-96B6A0793989}" destId="{D65F743A-9FD7-497D-B02F-DF636FFF9690}" srcOrd="0" destOrd="0" presId="urn:microsoft.com/office/officeart/2008/layout/VerticalCurvedList"/>
    <dgm:cxn modelId="{BF2510E9-3BDD-4144-B818-4E8DF19E2A1B}" type="presParOf" srcId="{FB9BACD3-4911-4E41-8592-7587B2068716}" destId="{58F030BF-3CB7-45CB-B2C1-131A2A5AAE3B}" srcOrd="5" destOrd="0" presId="urn:microsoft.com/office/officeart/2008/layout/VerticalCurvedList"/>
    <dgm:cxn modelId="{DC567809-2599-4377-A674-F71D8E202C5B}" type="presParOf" srcId="{FB9BACD3-4911-4E41-8592-7587B2068716}" destId="{2611E2A2-DA8C-49AF-B4F4-4A33CFC3A8F1}" srcOrd="6" destOrd="0" presId="urn:microsoft.com/office/officeart/2008/layout/VerticalCurvedList"/>
    <dgm:cxn modelId="{6A516303-F472-456C-ADA8-5E00BEE9F4B6}" type="presParOf" srcId="{2611E2A2-DA8C-49AF-B4F4-4A33CFC3A8F1}" destId="{AC8DEB19-AB01-4DE4-BC81-23E5995E8EA2}" srcOrd="0" destOrd="0" presId="urn:microsoft.com/office/officeart/2008/layout/VerticalCurvedList"/>
    <dgm:cxn modelId="{8AA796DE-65A4-4628-80BB-99DA51E42682}" type="presParOf" srcId="{FB9BACD3-4911-4E41-8592-7587B2068716}" destId="{C447CE2C-B741-4174-B3E1-8EDEBF6574C4}" srcOrd="7" destOrd="0" presId="urn:microsoft.com/office/officeart/2008/layout/VerticalCurvedList"/>
    <dgm:cxn modelId="{E4BBABE0-DFCB-4613-8757-9DDF4C109EF0}" type="presParOf" srcId="{FB9BACD3-4911-4E41-8592-7587B2068716}" destId="{D5E1C9C5-A9ED-4110-978E-A094EAFA565C}" srcOrd="8" destOrd="0" presId="urn:microsoft.com/office/officeart/2008/layout/VerticalCurvedList"/>
    <dgm:cxn modelId="{ED475199-1BD4-49CA-839F-3E50EB9D4B81}" type="presParOf" srcId="{D5E1C9C5-A9ED-4110-978E-A094EAFA565C}" destId="{CD07921B-AF93-4120-B836-83AF0B42472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C960CE2-7521-4E86-B5F1-44FA47247779}" type="doc">
      <dgm:prSet loTypeId="urn:microsoft.com/office/officeart/2005/8/layout/cycle4" loCatId="relationship" qsTypeId="urn:microsoft.com/office/officeart/2005/8/quickstyle/simple1" qsCatId="simple" csTypeId="urn:microsoft.com/office/officeart/2005/8/colors/colorful3" csCatId="colorful" phldr="1"/>
      <dgm:spPr/>
      <dgm:t>
        <a:bodyPr/>
        <a:lstStyle/>
        <a:p>
          <a:endParaRPr lang="en-US"/>
        </a:p>
      </dgm:t>
    </dgm:pt>
    <dgm:pt modelId="{FED33EE2-35E6-4EB1-9DEF-C321CE151D5D}">
      <dgm:prSet phldrT="[Text]" custT="1"/>
      <dgm:spPr/>
      <dgm:t>
        <a:bodyPr anchor="b"/>
        <a:lstStyle/>
        <a:p>
          <a:pPr rtl="1"/>
          <a:r>
            <a:rPr lang="ar-EG" sz="800" b="1" dirty="0">
              <a:latin typeface="Cairo" pitchFamily="2" charset="-78"/>
              <a:cs typeface="Cairo" pitchFamily="2" charset="-78"/>
            </a:rPr>
            <a:t>1. تحديد الأهداف الاستراتيجية وربطها بضوابط</a:t>
          </a:r>
          <a:br>
            <a:rPr lang="ar-EG" sz="800" b="1" dirty="0">
              <a:latin typeface="Cairo" pitchFamily="2" charset="-78"/>
              <a:cs typeface="Cairo" pitchFamily="2" charset="-78"/>
            </a:rPr>
          </a:br>
          <a:r>
            <a:rPr lang="ar-EG" sz="800" b="1" dirty="0">
              <a:latin typeface="Cairo" pitchFamily="2" charset="-78"/>
              <a:cs typeface="Cairo" pitchFamily="2" charset="-78"/>
            </a:rPr>
            <a:t> </a:t>
          </a:r>
          <a:r>
            <a:rPr lang="en-US" sz="800" b="1" dirty="0">
              <a:latin typeface="Cairo" pitchFamily="2" charset="-78"/>
              <a:cs typeface="Cairo" pitchFamily="2" charset="-78"/>
            </a:rPr>
            <a:t>NCA ECC 2024 </a:t>
          </a:r>
          <a:r>
            <a:rPr lang="ar-EG" sz="800" b="1" dirty="0">
              <a:latin typeface="Cairo" pitchFamily="2" charset="-78"/>
              <a:cs typeface="Cairo" pitchFamily="2" charset="-78"/>
            </a:rPr>
            <a:t> ومتطلبات</a:t>
          </a:r>
          <a:r>
            <a:rPr lang="en-US" sz="800" b="1" dirty="0">
              <a:latin typeface="Cairo" pitchFamily="2" charset="-78"/>
              <a:cs typeface="Cairo" pitchFamily="2" charset="-78"/>
            </a:rPr>
            <a:t>ISO 27001 </a:t>
          </a:r>
          <a:r>
            <a:rPr lang="ar-EG" sz="800" b="1" dirty="0">
              <a:latin typeface="Cairo" pitchFamily="2" charset="-78"/>
              <a:cs typeface="Cairo" pitchFamily="2" charset="-78"/>
            </a:rPr>
            <a:t> </a:t>
          </a:r>
          <a:br>
            <a:rPr lang="ar-EG" sz="800" b="1" dirty="0">
              <a:latin typeface="Cairo" pitchFamily="2" charset="-78"/>
              <a:cs typeface="Cairo" pitchFamily="2" charset="-78"/>
            </a:rPr>
          </a:br>
          <a:r>
            <a:rPr lang="ar-EG" sz="800" b="1" dirty="0">
              <a:latin typeface="Cairo" pitchFamily="2" charset="-78"/>
              <a:cs typeface="Cairo" pitchFamily="2" charset="-78"/>
            </a:rPr>
            <a:t>و </a:t>
          </a:r>
          <a:r>
            <a:rPr lang="en-US" sz="800" b="1" dirty="0">
              <a:latin typeface="Cairo" pitchFamily="2" charset="-78"/>
              <a:cs typeface="Cairo" pitchFamily="2" charset="-78"/>
            </a:rPr>
            <a:t>ISO 37000</a:t>
          </a:r>
        </a:p>
      </dgm:t>
    </dgm:pt>
    <dgm:pt modelId="{0257FFA6-39C2-425E-8F18-69E1337046AE}" type="parTrans" cxnId="{A74A943F-3EAC-4126-B0EB-E8166FBE58EE}">
      <dgm:prSet/>
      <dgm:spPr/>
      <dgm:t>
        <a:bodyPr/>
        <a:lstStyle/>
        <a:p>
          <a:pPr rtl="1"/>
          <a:endParaRPr lang="en-US" sz="2400">
            <a:latin typeface="Cairo" pitchFamily="2" charset="-78"/>
            <a:cs typeface="Cairo" pitchFamily="2" charset="-78"/>
          </a:endParaRPr>
        </a:p>
      </dgm:t>
    </dgm:pt>
    <dgm:pt modelId="{54F37AF4-DD90-436B-B44E-D33C381994F9}" type="sibTrans" cxnId="{A74A943F-3EAC-4126-B0EB-E8166FBE58EE}">
      <dgm:prSet/>
      <dgm:spPr/>
      <dgm:t>
        <a:bodyPr/>
        <a:lstStyle/>
        <a:p>
          <a:pPr rtl="1"/>
          <a:endParaRPr lang="en-US" sz="2400">
            <a:latin typeface="Cairo" pitchFamily="2" charset="-78"/>
            <a:cs typeface="Cairo" pitchFamily="2" charset="-78"/>
          </a:endParaRPr>
        </a:p>
      </dgm:t>
    </dgm:pt>
    <dgm:pt modelId="{D78C6A58-8DA6-459A-B86D-3EF5CC69249A}">
      <dgm:prSet custT="1"/>
      <dgm:spPr/>
      <dgm:t>
        <a:bodyPr/>
        <a:lstStyle/>
        <a:p>
          <a:pPr rtl="1"/>
          <a:r>
            <a:rPr lang="ar-EG" sz="800" dirty="0">
              <a:latin typeface="Cairo" pitchFamily="2" charset="-78"/>
              <a:cs typeface="Cairo" pitchFamily="2" charset="-78"/>
            </a:rPr>
            <a:t>تحديد نطاق المشروع وحدوده (</a:t>
          </a:r>
          <a:r>
            <a:rPr lang="en-US" sz="800" dirty="0">
              <a:latin typeface="Cairo" pitchFamily="2" charset="-78"/>
              <a:cs typeface="Cairo" pitchFamily="2" charset="-78"/>
            </a:rPr>
            <a:t>In-Scope / Out-of-Scope).</a:t>
          </a:r>
          <a:endParaRPr lang="ar-EG" sz="800" dirty="0">
            <a:latin typeface="Cairo" pitchFamily="2" charset="-78"/>
            <a:cs typeface="Cairo" pitchFamily="2" charset="-78"/>
          </a:endParaRPr>
        </a:p>
      </dgm:t>
    </dgm:pt>
    <dgm:pt modelId="{D3A0C82C-FFC2-4B0C-B80D-EFC8C7F7C80A}" type="parTrans" cxnId="{C321F4CD-CD32-4D89-81DD-66321C9D80FF}">
      <dgm:prSet/>
      <dgm:spPr/>
      <dgm:t>
        <a:bodyPr/>
        <a:lstStyle/>
        <a:p>
          <a:pPr rtl="1"/>
          <a:endParaRPr lang="en-US" sz="2400">
            <a:latin typeface="Cairo" pitchFamily="2" charset="-78"/>
            <a:cs typeface="Cairo" pitchFamily="2" charset="-78"/>
          </a:endParaRPr>
        </a:p>
      </dgm:t>
    </dgm:pt>
    <dgm:pt modelId="{EBFEE90A-F145-49BB-B1D8-77866C5BBD56}" type="sibTrans" cxnId="{C321F4CD-CD32-4D89-81DD-66321C9D80FF}">
      <dgm:prSet/>
      <dgm:spPr/>
      <dgm:t>
        <a:bodyPr/>
        <a:lstStyle/>
        <a:p>
          <a:pPr rtl="1"/>
          <a:endParaRPr lang="en-US" sz="2400">
            <a:latin typeface="Cairo" pitchFamily="2" charset="-78"/>
            <a:cs typeface="Cairo" pitchFamily="2" charset="-78"/>
          </a:endParaRPr>
        </a:p>
      </dgm:t>
    </dgm:pt>
    <dgm:pt modelId="{C7FACE58-BD40-48DD-8E87-CCB78C452BC5}">
      <dgm:prSet custT="1"/>
      <dgm:spPr/>
      <dgm:t>
        <a:bodyPr/>
        <a:lstStyle/>
        <a:p>
          <a:pPr rtl="1"/>
          <a:r>
            <a:rPr lang="ar-EG" sz="800" dirty="0">
              <a:latin typeface="Cairo" pitchFamily="2" charset="-78"/>
              <a:cs typeface="Cairo" pitchFamily="2" charset="-78"/>
            </a:rPr>
            <a:t>تحديد المخرجات الأساسية والجدول الزمني للتنفيذ.</a:t>
          </a:r>
        </a:p>
      </dgm:t>
    </dgm:pt>
    <dgm:pt modelId="{F7EC042C-FB9A-4EAB-AE1A-87239B2C6CE5}" type="parTrans" cxnId="{C91FBE2E-4B84-4773-93FB-AC01FC66281B}">
      <dgm:prSet/>
      <dgm:spPr/>
      <dgm:t>
        <a:bodyPr/>
        <a:lstStyle/>
        <a:p>
          <a:pPr rtl="1"/>
          <a:endParaRPr lang="en-US" sz="2400">
            <a:latin typeface="Cairo" pitchFamily="2" charset="-78"/>
            <a:cs typeface="Cairo" pitchFamily="2" charset="-78"/>
          </a:endParaRPr>
        </a:p>
      </dgm:t>
    </dgm:pt>
    <dgm:pt modelId="{E1A407A2-4550-42A1-85AA-4007F3BE0380}" type="sibTrans" cxnId="{C91FBE2E-4B84-4773-93FB-AC01FC66281B}">
      <dgm:prSet/>
      <dgm:spPr/>
      <dgm:t>
        <a:bodyPr/>
        <a:lstStyle/>
        <a:p>
          <a:pPr rtl="1"/>
          <a:endParaRPr lang="en-US" sz="2400">
            <a:latin typeface="Cairo" pitchFamily="2" charset="-78"/>
            <a:cs typeface="Cairo" pitchFamily="2" charset="-78"/>
          </a:endParaRPr>
        </a:p>
      </dgm:t>
    </dgm:pt>
    <dgm:pt modelId="{CC9DBEAF-C500-4AC5-A537-4E403DA92168}">
      <dgm:prSet custT="1"/>
      <dgm:spPr/>
      <dgm:t>
        <a:bodyPr anchor="ctr"/>
        <a:lstStyle/>
        <a:p>
          <a:pPr rtl="1"/>
          <a:r>
            <a:rPr lang="ar-EG" sz="800" b="1" dirty="0">
              <a:latin typeface="Cairo" pitchFamily="2" charset="-78"/>
              <a:cs typeface="Cairo" pitchFamily="2" charset="-78"/>
            </a:rPr>
            <a:t>2. مراجعة داخلية</a:t>
          </a:r>
          <a:endParaRPr lang="ar-EG" sz="800" dirty="0">
            <a:latin typeface="Cairo" pitchFamily="2" charset="-78"/>
            <a:cs typeface="Cairo" pitchFamily="2" charset="-78"/>
          </a:endParaRPr>
        </a:p>
      </dgm:t>
    </dgm:pt>
    <dgm:pt modelId="{8C121882-AA9A-476B-AED1-92850DCF51A6}" type="parTrans" cxnId="{1C778DCB-6125-4871-BF46-5A3B761BC8F6}">
      <dgm:prSet/>
      <dgm:spPr/>
      <dgm:t>
        <a:bodyPr/>
        <a:lstStyle/>
        <a:p>
          <a:pPr rtl="1"/>
          <a:endParaRPr lang="en-US" sz="2400">
            <a:latin typeface="Cairo" pitchFamily="2" charset="-78"/>
            <a:cs typeface="Cairo" pitchFamily="2" charset="-78"/>
          </a:endParaRPr>
        </a:p>
      </dgm:t>
    </dgm:pt>
    <dgm:pt modelId="{96CB2166-5EA1-4605-9124-1BF4803F696C}" type="sibTrans" cxnId="{1C778DCB-6125-4871-BF46-5A3B761BC8F6}">
      <dgm:prSet/>
      <dgm:spPr/>
      <dgm:t>
        <a:bodyPr/>
        <a:lstStyle/>
        <a:p>
          <a:pPr rtl="1"/>
          <a:endParaRPr lang="en-US" sz="2400">
            <a:latin typeface="Cairo" pitchFamily="2" charset="-78"/>
            <a:cs typeface="Cairo" pitchFamily="2" charset="-78"/>
          </a:endParaRPr>
        </a:p>
      </dgm:t>
    </dgm:pt>
    <dgm:pt modelId="{B8968F90-E763-4D95-9D7D-89B243DB5629}">
      <dgm:prSet custT="1"/>
      <dgm:spPr/>
      <dgm:t>
        <a:bodyPr/>
        <a:lstStyle/>
        <a:p>
          <a:pPr rtl="1"/>
          <a:r>
            <a:rPr lang="ar-EG" sz="800" b="1" dirty="0">
              <a:latin typeface="Cairo" pitchFamily="2" charset="-78"/>
              <a:cs typeface="Cairo" pitchFamily="2" charset="-78"/>
            </a:rPr>
            <a:t>3. عرض الميثاق على الجهة المستفيدة</a:t>
          </a:r>
          <a:endParaRPr lang="ar-EG" sz="800" dirty="0">
            <a:latin typeface="Cairo" pitchFamily="2" charset="-78"/>
            <a:cs typeface="Cairo" pitchFamily="2" charset="-78"/>
          </a:endParaRPr>
        </a:p>
      </dgm:t>
    </dgm:pt>
    <dgm:pt modelId="{745888D1-2E95-41F8-9168-029B79D4F7A9}" type="parTrans" cxnId="{35114E97-18C2-4FBB-996D-DBA8A7E824B5}">
      <dgm:prSet/>
      <dgm:spPr/>
      <dgm:t>
        <a:bodyPr/>
        <a:lstStyle/>
        <a:p>
          <a:pPr rtl="1"/>
          <a:endParaRPr lang="en-US" sz="2400">
            <a:latin typeface="Cairo" pitchFamily="2" charset="-78"/>
            <a:cs typeface="Cairo" pitchFamily="2" charset="-78"/>
          </a:endParaRPr>
        </a:p>
      </dgm:t>
    </dgm:pt>
    <dgm:pt modelId="{E0044940-2510-4ABF-8190-C970FFADE2E5}" type="sibTrans" cxnId="{35114E97-18C2-4FBB-996D-DBA8A7E824B5}">
      <dgm:prSet/>
      <dgm:spPr/>
      <dgm:t>
        <a:bodyPr/>
        <a:lstStyle/>
        <a:p>
          <a:pPr rtl="1"/>
          <a:endParaRPr lang="en-US" sz="2400">
            <a:latin typeface="Cairo" pitchFamily="2" charset="-78"/>
            <a:cs typeface="Cairo" pitchFamily="2" charset="-78"/>
          </a:endParaRPr>
        </a:p>
      </dgm:t>
    </dgm:pt>
    <dgm:pt modelId="{0B69E092-C96F-4E74-B3D1-A3AE9C076950}">
      <dgm:prSet custT="1"/>
      <dgm:spPr/>
      <dgm:t>
        <a:bodyPr/>
        <a:lstStyle/>
        <a:p>
          <a:pPr rtl="1"/>
          <a:r>
            <a:rPr lang="ar-EG" sz="800" dirty="0">
              <a:latin typeface="Cairo" pitchFamily="2" charset="-78"/>
              <a:cs typeface="Cairo" pitchFamily="2" charset="-78"/>
            </a:rPr>
            <a:t>4. </a:t>
          </a:r>
          <a:r>
            <a:rPr lang="ar-EG" sz="800" b="1" dirty="0">
              <a:latin typeface="Cairo" pitchFamily="2" charset="-78"/>
              <a:cs typeface="Cairo" pitchFamily="2" charset="-78"/>
            </a:rPr>
            <a:t>الاعتماد الرسمي</a:t>
          </a:r>
          <a:endParaRPr lang="ar-EG" sz="800" dirty="0">
            <a:latin typeface="Cairo" pitchFamily="2" charset="-78"/>
            <a:cs typeface="Cairo" pitchFamily="2" charset="-78"/>
          </a:endParaRPr>
        </a:p>
      </dgm:t>
    </dgm:pt>
    <dgm:pt modelId="{4C508C1A-B960-4010-A160-8031A5D72249}" type="parTrans" cxnId="{08BB75FF-E469-48EB-A691-834D711CFEEB}">
      <dgm:prSet/>
      <dgm:spPr/>
      <dgm:t>
        <a:bodyPr/>
        <a:lstStyle/>
        <a:p>
          <a:pPr rtl="1"/>
          <a:endParaRPr lang="en-US" sz="2400">
            <a:latin typeface="Cairo" pitchFamily="2" charset="-78"/>
            <a:cs typeface="Cairo" pitchFamily="2" charset="-78"/>
          </a:endParaRPr>
        </a:p>
      </dgm:t>
    </dgm:pt>
    <dgm:pt modelId="{71C1C71B-BDE2-4CF1-B9CD-223209A106E8}" type="sibTrans" cxnId="{08BB75FF-E469-48EB-A691-834D711CFEEB}">
      <dgm:prSet/>
      <dgm:spPr/>
      <dgm:t>
        <a:bodyPr/>
        <a:lstStyle/>
        <a:p>
          <a:pPr rtl="1"/>
          <a:endParaRPr lang="en-US" sz="2400">
            <a:latin typeface="Cairo" pitchFamily="2" charset="-78"/>
            <a:cs typeface="Cairo" pitchFamily="2" charset="-78"/>
          </a:endParaRPr>
        </a:p>
      </dgm:t>
    </dgm:pt>
    <dgm:pt modelId="{C57D501F-B8D5-4D21-A7E1-CEF19EAC583F}">
      <dgm:prSet custT="1"/>
      <dgm:spPr/>
      <dgm:t>
        <a:bodyPr/>
        <a:lstStyle/>
        <a:p>
          <a:pPr rtl="0"/>
          <a:r>
            <a:rPr lang="ar-EG" sz="800" dirty="0">
              <a:latin typeface="Cairo" pitchFamily="2" charset="-78"/>
              <a:cs typeface="Cairo" pitchFamily="2" charset="-78"/>
            </a:rPr>
            <a:t>مراجعة الميثاق من قبل فريق المشروع وخبراء الحوكمة والأمن السيبراني لضمان التوافق مع المتطلبات الوطنية والدولية.</a:t>
          </a:r>
        </a:p>
      </dgm:t>
    </dgm:pt>
    <dgm:pt modelId="{26407867-BAFD-46F5-9820-4EBBE4A2FD5C}" type="parTrans" cxnId="{D2B2B352-D8FD-488F-A184-80D21B238D41}">
      <dgm:prSet/>
      <dgm:spPr/>
      <dgm:t>
        <a:bodyPr/>
        <a:lstStyle/>
        <a:p>
          <a:endParaRPr lang="en-US"/>
        </a:p>
      </dgm:t>
    </dgm:pt>
    <dgm:pt modelId="{20D91C11-EB08-4AD4-AC27-94282E787C25}" type="sibTrans" cxnId="{D2B2B352-D8FD-488F-A184-80D21B238D41}">
      <dgm:prSet/>
      <dgm:spPr/>
      <dgm:t>
        <a:bodyPr/>
        <a:lstStyle/>
        <a:p>
          <a:endParaRPr lang="en-US"/>
        </a:p>
      </dgm:t>
    </dgm:pt>
    <dgm:pt modelId="{CC633D11-0D1A-459E-8488-D1439B46DB16}">
      <dgm:prSet custT="1"/>
      <dgm:spPr/>
      <dgm:t>
        <a:bodyPr anchor="b"/>
        <a:lstStyle/>
        <a:p>
          <a:pPr algn="l" rtl="0"/>
          <a:r>
            <a:rPr lang="ar-EG" sz="800" dirty="0">
              <a:latin typeface="Cairo" pitchFamily="2" charset="-78"/>
              <a:cs typeface="Cairo" pitchFamily="2" charset="-78"/>
            </a:rPr>
            <a:t>تقديم النسخة الأولية للميثاق في جلسة رسمية لمناقشته واعتماده.</a:t>
          </a:r>
        </a:p>
      </dgm:t>
    </dgm:pt>
    <dgm:pt modelId="{C686DBDE-DCB1-4E4E-A593-BE37CBA03E9F}" type="parTrans" cxnId="{6A165A7F-5AAA-42B7-94A4-075D3F85F6A1}">
      <dgm:prSet/>
      <dgm:spPr/>
      <dgm:t>
        <a:bodyPr/>
        <a:lstStyle/>
        <a:p>
          <a:endParaRPr lang="en-US"/>
        </a:p>
      </dgm:t>
    </dgm:pt>
    <dgm:pt modelId="{705AE83C-7D14-4B30-8DD5-7A3070974A29}" type="sibTrans" cxnId="{6A165A7F-5AAA-42B7-94A4-075D3F85F6A1}">
      <dgm:prSet/>
      <dgm:spPr/>
      <dgm:t>
        <a:bodyPr/>
        <a:lstStyle/>
        <a:p>
          <a:endParaRPr lang="en-US"/>
        </a:p>
      </dgm:t>
    </dgm:pt>
    <dgm:pt modelId="{44D5F1B9-2F51-4582-8173-304C887AD2B0}">
      <dgm:prSet custT="1"/>
      <dgm:spPr/>
      <dgm:t>
        <a:bodyPr anchor="b"/>
        <a:lstStyle/>
        <a:p>
          <a:pPr rtl="1"/>
          <a:r>
            <a:rPr lang="ar-EG" sz="800" dirty="0">
              <a:latin typeface="Cairo" pitchFamily="2" charset="-78"/>
              <a:cs typeface="Cairo" pitchFamily="2" charset="-78"/>
            </a:rPr>
            <a:t>إصدار نسخة موقعة ومعتمدة من اللجنة التوجيهية أو ممثلي الجهة، لتكون المرجع الأساسي لإدارة المشروع.</a:t>
          </a:r>
        </a:p>
      </dgm:t>
    </dgm:pt>
    <dgm:pt modelId="{DE203EED-7658-4067-A6C8-F477FA066C59}" type="parTrans" cxnId="{92B2753B-9433-440C-A536-9AFF9E72CE77}">
      <dgm:prSet/>
      <dgm:spPr/>
      <dgm:t>
        <a:bodyPr/>
        <a:lstStyle/>
        <a:p>
          <a:endParaRPr lang="en-US"/>
        </a:p>
      </dgm:t>
    </dgm:pt>
    <dgm:pt modelId="{1EC71C7D-5B71-4F73-9B5B-A9066FE75FD0}" type="sibTrans" cxnId="{92B2753B-9433-440C-A536-9AFF9E72CE77}">
      <dgm:prSet/>
      <dgm:spPr/>
      <dgm:t>
        <a:bodyPr/>
        <a:lstStyle/>
        <a:p>
          <a:endParaRPr lang="en-US"/>
        </a:p>
      </dgm:t>
    </dgm:pt>
    <dgm:pt modelId="{0FE465C2-E5E7-4EEA-8D79-35AD785E5B13}">
      <dgm:prSet custT="1"/>
      <dgm:spPr/>
      <dgm:t>
        <a:bodyPr/>
        <a:lstStyle/>
        <a:p>
          <a:pPr rtl="1"/>
          <a:r>
            <a:rPr lang="ar-EG" sz="800" dirty="0">
              <a:latin typeface="Cairo" pitchFamily="2" charset="-78"/>
              <a:cs typeface="Cairo" pitchFamily="2" charset="-78"/>
            </a:rPr>
            <a:t>توثيق أدوار ومسؤوليات الأطراف المشاركة.</a:t>
          </a:r>
        </a:p>
      </dgm:t>
    </dgm:pt>
    <dgm:pt modelId="{ED60099E-617F-4D1E-9412-6E2D1EEFEC07}" type="parTrans" cxnId="{D7BCCBD8-5358-4E7A-8428-4B79A82595FA}">
      <dgm:prSet/>
      <dgm:spPr/>
      <dgm:t>
        <a:bodyPr/>
        <a:lstStyle/>
        <a:p>
          <a:endParaRPr lang="en-US"/>
        </a:p>
      </dgm:t>
    </dgm:pt>
    <dgm:pt modelId="{5F3EE38C-D8AD-4DF8-8DCE-8FB8E36322E8}" type="sibTrans" cxnId="{D7BCCBD8-5358-4E7A-8428-4B79A82595FA}">
      <dgm:prSet/>
      <dgm:spPr/>
      <dgm:t>
        <a:bodyPr/>
        <a:lstStyle/>
        <a:p>
          <a:endParaRPr lang="en-US"/>
        </a:p>
      </dgm:t>
    </dgm:pt>
    <dgm:pt modelId="{BEE79A33-918A-423F-B155-666C61B1CD8C}" type="pres">
      <dgm:prSet presAssocID="{6C960CE2-7521-4E86-B5F1-44FA47247779}" presName="cycleMatrixDiagram" presStyleCnt="0">
        <dgm:presLayoutVars>
          <dgm:chMax val="1"/>
          <dgm:dir val="rev"/>
          <dgm:animLvl val="lvl"/>
          <dgm:resizeHandles val="exact"/>
        </dgm:presLayoutVars>
      </dgm:prSet>
      <dgm:spPr/>
    </dgm:pt>
    <dgm:pt modelId="{D4141473-A602-4D2E-B533-42FF85145097}" type="pres">
      <dgm:prSet presAssocID="{6C960CE2-7521-4E86-B5F1-44FA47247779}" presName="children" presStyleCnt="0"/>
      <dgm:spPr/>
    </dgm:pt>
    <dgm:pt modelId="{7F6B50FB-9A1C-4DA6-BDD9-662AF574460F}" type="pres">
      <dgm:prSet presAssocID="{6C960CE2-7521-4E86-B5F1-44FA47247779}" presName="child1group" presStyleCnt="0"/>
      <dgm:spPr/>
    </dgm:pt>
    <dgm:pt modelId="{1539718B-D171-4821-8292-C8A6C2613226}" type="pres">
      <dgm:prSet presAssocID="{6C960CE2-7521-4E86-B5F1-44FA47247779}" presName="child1" presStyleLbl="bgAcc1" presStyleIdx="0" presStyleCnt="4" custScaleX="127534" custScaleY="137008" custLinFactNeighborX="596"/>
      <dgm:spPr/>
    </dgm:pt>
    <dgm:pt modelId="{B5463E29-918F-4B3D-9ED6-98931C254E49}" type="pres">
      <dgm:prSet presAssocID="{6C960CE2-7521-4E86-B5F1-44FA47247779}" presName="child1Text" presStyleLbl="bgAcc1" presStyleIdx="0" presStyleCnt="4">
        <dgm:presLayoutVars>
          <dgm:bulletEnabled val="1"/>
        </dgm:presLayoutVars>
      </dgm:prSet>
      <dgm:spPr/>
    </dgm:pt>
    <dgm:pt modelId="{11673D6E-860A-4AC4-B28F-206CFAB1988F}" type="pres">
      <dgm:prSet presAssocID="{6C960CE2-7521-4E86-B5F1-44FA47247779}" presName="child2group" presStyleCnt="0"/>
      <dgm:spPr/>
    </dgm:pt>
    <dgm:pt modelId="{994B2EF7-FD93-4A71-9B2F-52BFCA1F15DE}" type="pres">
      <dgm:prSet presAssocID="{6C960CE2-7521-4E86-B5F1-44FA47247779}" presName="child2" presStyleLbl="bgAcc1" presStyleIdx="1" presStyleCnt="4" custScaleX="127534" custScaleY="137008"/>
      <dgm:spPr/>
    </dgm:pt>
    <dgm:pt modelId="{065F3198-7D62-4E82-B830-F3BAC5BDFD64}" type="pres">
      <dgm:prSet presAssocID="{6C960CE2-7521-4E86-B5F1-44FA47247779}" presName="child2Text" presStyleLbl="bgAcc1" presStyleIdx="1" presStyleCnt="4">
        <dgm:presLayoutVars>
          <dgm:bulletEnabled val="1"/>
        </dgm:presLayoutVars>
      </dgm:prSet>
      <dgm:spPr/>
    </dgm:pt>
    <dgm:pt modelId="{808A2A86-636D-4A7F-8E80-46A8633155E7}" type="pres">
      <dgm:prSet presAssocID="{6C960CE2-7521-4E86-B5F1-44FA47247779}" presName="child3group" presStyleCnt="0"/>
      <dgm:spPr/>
    </dgm:pt>
    <dgm:pt modelId="{C6F33C5B-B753-4EBF-9025-3B9D3534E915}" type="pres">
      <dgm:prSet presAssocID="{6C960CE2-7521-4E86-B5F1-44FA47247779}" presName="child3" presStyleLbl="bgAcc1" presStyleIdx="2" presStyleCnt="4" custScaleX="127534" custScaleY="137008"/>
      <dgm:spPr/>
    </dgm:pt>
    <dgm:pt modelId="{33368173-EAB1-445A-9281-376844AA580E}" type="pres">
      <dgm:prSet presAssocID="{6C960CE2-7521-4E86-B5F1-44FA47247779}" presName="child3Text" presStyleLbl="bgAcc1" presStyleIdx="2" presStyleCnt="4">
        <dgm:presLayoutVars>
          <dgm:bulletEnabled val="1"/>
        </dgm:presLayoutVars>
      </dgm:prSet>
      <dgm:spPr/>
    </dgm:pt>
    <dgm:pt modelId="{63AB220C-BE06-4ED0-AA4F-2ECAE7394B83}" type="pres">
      <dgm:prSet presAssocID="{6C960CE2-7521-4E86-B5F1-44FA47247779}" presName="child4group" presStyleCnt="0"/>
      <dgm:spPr/>
    </dgm:pt>
    <dgm:pt modelId="{E26E4AA0-3725-4FFD-848D-37B447EBC6AE}" type="pres">
      <dgm:prSet presAssocID="{6C960CE2-7521-4E86-B5F1-44FA47247779}" presName="child4" presStyleLbl="bgAcc1" presStyleIdx="3" presStyleCnt="4" custScaleX="127534" custScaleY="137008" custLinFactNeighborX="596"/>
      <dgm:spPr/>
    </dgm:pt>
    <dgm:pt modelId="{06F09B9F-2BD4-424B-B33F-C5D19B69B6BB}" type="pres">
      <dgm:prSet presAssocID="{6C960CE2-7521-4E86-B5F1-44FA47247779}" presName="child4Text" presStyleLbl="bgAcc1" presStyleIdx="3" presStyleCnt="4">
        <dgm:presLayoutVars>
          <dgm:bulletEnabled val="1"/>
        </dgm:presLayoutVars>
      </dgm:prSet>
      <dgm:spPr/>
    </dgm:pt>
    <dgm:pt modelId="{DB2CDB1B-885C-4F1F-B9B2-F24B6D445C0B}" type="pres">
      <dgm:prSet presAssocID="{6C960CE2-7521-4E86-B5F1-44FA47247779}" presName="childPlaceholder" presStyleCnt="0"/>
      <dgm:spPr/>
    </dgm:pt>
    <dgm:pt modelId="{F47921FA-F26E-492E-82C5-6552691D7240}" type="pres">
      <dgm:prSet presAssocID="{6C960CE2-7521-4E86-B5F1-44FA47247779}" presName="circle" presStyleCnt="0"/>
      <dgm:spPr/>
    </dgm:pt>
    <dgm:pt modelId="{A63EE8D9-6D3F-4C03-9EF4-1EB416E8878F}" type="pres">
      <dgm:prSet presAssocID="{6C960CE2-7521-4E86-B5F1-44FA47247779}" presName="quadrant1" presStyleLbl="node1" presStyleIdx="0" presStyleCnt="4">
        <dgm:presLayoutVars>
          <dgm:chMax val="1"/>
          <dgm:bulletEnabled val="1"/>
        </dgm:presLayoutVars>
      </dgm:prSet>
      <dgm:spPr/>
    </dgm:pt>
    <dgm:pt modelId="{817541EC-3BA5-4F48-96FD-32D95C1C8673}" type="pres">
      <dgm:prSet presAssocID="{6C960CE2-7521-4E86-B5F1-44FA47247779}" presName="quadrant2" presStyleLbl="node1" presStyleIdx="1" presStyleCnt="4">
        <dgm:presLayoutVars>
          <dgm:chMax val="1"/>
          <dgm:bulletEnabled val="1"/>
        </dgm:presLayoutVars>
      </dgm:prSet>
      <dgm:spPr/>
    </dgm:pt>
    <dgm:pt modelId="{1662CE03-3AF9-4C41-BFF7-7C671E280AD6}" type="pres">
      <dgm:prSet presAssocID="{6C960CE2-7521-4E86-B5F1-44FA47247779}" presName="quadrant3" presStyleLbl="node1" presStyleIdx="2" presStyleCnt="4">
        <dgm:presLayoutVars>
          <dgm:chMax val="1"/>
          <dgm:bulletEnabled val="1"/>
        </dgm:presLayoutVars>
      </dgm:prSet>
      <dgm:spPr/>
    </dgm:pt>
    <dgm:pt modelId="{6365C477-BA98-41CF-A084-619280B0F863}" type="pres">
      <dgm:prSet presAssocID="{6C960CE2-7521-4E86-B5F1-44FA47247779}" presName="quadrant4" presStyleLbl="node1" presStyleIdx="3" presStyleCnt="4">
        <dgm:presLayoutVars>
          <dgm:chMax val="1"/>
          <dgm:bulletEnabled val="1"/>
        </dgm:presLayoutVars>
      </dgm:prSet>
      <dgm:spPr/>
    </dgm:pt>
    <dgm:pt modelId="{1643CE61-7BD8-40C2-B165-23CD0D108EAF}" type="pres">
      <dgm:prSet presAssocID="{6C960CE2-7521-4E86-B5F1-44FA47247779}" presName="quadrantPlaceholder" presStyleCnt="0"/>
      <dgm:spPr/>
    </dgm:pt>
    <dgm:pt modelId="{CC893066-F640-4D96-901B-2FA81111B4BE}" type="pres">
      <dgm:prSet presAssocID="{6C960CE2-7521-4E86-B5F1-44FA47247779}" presName="center1" presStyleLbl="fgShp" presStyleIdx="0" presStyleCnt="2"/>
      <dgm:spPr/>
    </dgm:pt>
    <dgm:pt modelId="{5B4E2DDB-76BE-487D-B4D3-9103150A9911}" type="pres">
      <dgm:prSet presAssocID="{6C960CE2-7521-4E86-B5F1-44FA47247779}" presName="center2" presStyleLbl="fgShp" presStyleIdx="1" presStyleCnt="2"/>
      <dgm:spPr/>
    </dgm:pt>
  </dgm:ptLst>
  <dgm:cxnLst>
    <dgm:cxn modelId="{1FB7C215-F3E5-4694-95FB-3E186DEF8A89}" type="presOf" srcId="{C57D501F-B8D5-4D21-A7E1-CEF19EAC583F}" destId="{994B2EF7-FD93-4A71-9B2F-52BFCA1F15DE}" srcOrd="0" destOrd="0" presId="urn:microsoft.com/office/officeart/2005/8/layout/cycle4"/>
    <dgm:cxn modelId="{3A09D31E-79D0-4D39-851F-BF9E9F57A357}" type="presOf" srcId="{CC633D11-0D1A-459E-8488-D1439B46DB16}" destId="{C6F33C5B-B753-4EBF-9025-3B9D3534E915}" srcOrd="0" destOrd="0" presId="urn:microsoft.com/office/officeart/2005/8/layout/cycle4"/>
    <dgm:cxn modelId="{C91FBE2E-4B84-4773-93FB-AC01FC66281B}" srcId="{FED33EE2-35E6-4EB1-9DEF-C321CE151D5D}" destId="{C7FACE58-BD40-48DD-8E87-CCB78C452BC5}" srcOrd="2" destOrd="0" parTransId="{F7EC042C-FB9A-4EAB-AE1A-87239B2C6CE5}" sibTransId="{E1A407A2-4550-42A1-85AA-4007F3BE0380}"/>
    <dgm:cxn modelId="{92B2753B-9433-440C-A536-9AFF9E72CE77}" srcId="{0B69E092-C96F-4E74-B3D1-A3AE9C076950}" destId="{44D5F1B9-2F51-4582-8173-304C887AD2B0}" srcOrd="0" destOrd="0" parTransId="{DE203EED-7658-4067-A6C8-F477FA066C59}" sibTransId="{1EC71C7D-5B71-4F73-9B5B-A9066FE75FD0}"/>
    <dgm:cxn modelId="{A74A943F-3EAC-4126-B0EB-E8166FBE58EE}" srcId="{6C960CE2-7521-4E86-B5F1-44FA47247779}" destId="{FED33EE2-35E6-4EB1-9DEF-C321CE151D5D}" srcOrd="0" destOrd="0" parTransId="{0257FFA6-39C2-425E-8F18-69E1337046AE}" sibTransId="{54F37AF4-DD90-436B-B44E-D33C381994F9}"/>
    <dgm:cxn modelId="{28A0315C-755E-4B3A-BF99-94FE8D511890}" type="presOf" srcId="{B8968F90-E763-4D95-9D7D-89B243DB5629}" destId="{1662CE03-3AF9-4C41-BFF7-7C671E280AD6}" srcOrd="0" destOrd="0" presId="urn:microsoft.com/office/officeart/2005/8/layout/cycle4"/>
    <dgm:cxn modelId="{20B17C5C-EFFF-43D5-BBDB-B51EE676F1B6}" type="presOf" srcId="{D78C6A58-8DA6-459A-B86D-3EF5CC69249A}" destId="{1539718B-D171-4821-8292-C8A6C2613226}" srcOrd="0" destOrd="0" presId="urn:microsoft.com/office/officeart/2005/8/layout/cycle4"/>
    <dgm:cxn modelId="{59201B4C-3F5F-40AB-B00A-7D153C7CF86D}" type="presOf" srcId="{C7FACE58-BD40-48DD-8E87-CCB78C452BC5}" destId="{1539718B-D171-4821-8292-C8A6C2613226}" srcOrd="0" destOrd="2" presId="urn:microsoft.com/office/officeart/2005/8/layout/cycle4"/>
    <dgm:cxn modelId="{D2B2B352-D8FD-488F-A184-80D21B238D41}" srcId="{CC9DBEAF-C500-4AC5-A537-4E403DA92168}" destId="{C57D501F-B8D5-4D21-A7E1-CEF19EAC583F}" srcOrd="0" destOrd="0" parTransId="{26407867-BAFD-46F5-9820-4EBBE4A2FD5C}" sibTransId="{20D91C11-EB08-4AD4-AC27-94282E787C25}"/>
    <dgm:cxn modelId="{6A165A7F-5AAA-42B7-94A4-075D3F85F6A1}" srcId="{B8968F90-E763-4D95-9D7D-89B243DB5629}" destId="{CC633D11-0D1A-459E-8488-D1439B46DB16}" srcOrd="0" destOrd="0" parTransId="{C686DBDE-DCB1-4E4E-A593-BE37CBA03E9F}" sibTransId="{705AE83C-7D14-4B30-8DD5-7A3070974A29}"/>
    <dgm:cxn modelId="{E1A58883-C191-46C6-A2CD-1365B6132D96}" type="presOf" srcId="{0FE465C2-E5E7-4EEA-8D79-35AD785E5B13}" destId="{B5463E29-918F-4B3D-9ED6-98931C254E49}" srcOrd="1" destOrd="1" presId="urn:microsoft.com/office/officeart/2005/8/layout/cycle4"/>
    <dgm:cxn modelId="{98AEC08C-9063-4887-A9D8-28E099CAB995}" type="presOf" srcId="{CC9DBEAF-C500-4AC5-A537-4E403DA92168}" destId="{817541EC-3BA5-4F48-96FD-32D95C1C8673}" srcOrd="0" destOrd="0" presId="urn:microsoft.com/office/officeart/2005/8/layout/cycle4"/>
    <dgm:cxn modelId="{35114E97-18C2-4FBB-996D-DBA8A7E824B5}" srcId="{6C960CE2-7521-4E86-B5F1-44FA47247779}" destId="{B8968F90-E763-4D95-9D7D-89B243DB5629}" srcOrd="2" destOrd="0" parTransId="{745888D1-2E95-41F8-9168-029B79D4F7A9}" sibTransId="{E0044940-2510-4ABF-8190-C970FFADE2E5}"/>
    <dgm:cxn modelId="{84CC9F9B-BE61-4707-8B61-42437A550F66}" type="presOf" srcId="{FED33EE2-35E6-4EB1-9DEF-C321CE151D5D}" destId="{A63EE8D9-6D3F-4C03-9EF4-1EB416E8878F}" srcOrd="0" destOrd="0" presId="urn:microsoft.com/office/officeart/2005/8/layout/cycle4"/>
    <dgm:cxn modelId="{9F0551B6-26F9-41B9-8726-73479479F0AC}" type="presOf" srcId="{44D5F1B9-2F51-4582-8173-304C887AD2B0}" destId="{06F09B9F-2BD4-424B-B33F-C5D19B69B6BB}" srcOrd="1" destOrd="0" presId="urn:microsoft.com/office/officeart/2005/8/layout/cycle4"/>
    <dgm:cxn modelId="{1D4BB8BB-6EE3-47E8-91F1-264D9A0D7EC3}" type="presOf" srcId="{0FE465C2-E5E7-4EEA-8D79-35AD785E5B13}" destId="{1539718B-D171-4821-8292-C8A6C2613226}" srcOrd="0" destOrd="1" presId="urn:microsoft.com/office/officeart/2005/8/layout/cycle4"/>
    <dgm:cxn modelId="{718040BF-A2C5-49FF-B4BF-050A7B070882}" type="presOf" srcId="{6C960CE2-7521-4E86-B5F1-44FA47247779}" destId="{BEE79A33-918A-423F-B155-666C61B1CD8C}" srcOrd="0" destOrd="0" presId="urn:microsoft.com/office/officeart/2005/8/layout/cycle4"/>
    <dgm:cxn modelId="{DC3976C1-C537-4884-B896-4F4838D735DD}" type="presOf" srcId="{CC633D11-0D1A-459E-8488-D1439B46DB16}" destId="{33368173-EAB1-445A-9281-376844AA580E}" srcOrd="1" destOrd="0" presId="urn:microsoft.com/office/officeart/2005/8/layout/cycle4"/>
    <dgm:cxn modelId="{5D7161C3-2BDC-439A-B6F9-6B2E743DEC15}" type="presOf" srcId="{C57D501F-B8D5-4D21-A7E1-CEF19EAC583F}" destId="{065F3198-7D62-4E82-B830-F3BAC5BDFD64}" srcOrd="1" destOrd="0" presId="urn:microsoft.com/office/officeart/2005/8/layout/cycle4"/>
    <dgm:cxn modelId="{1C778DCB-6125-4871-BF46-5A3B761BC8F6}" srcId="{6C960CE2-7521-4E86-B5F1-44FA47247779}" destId="{CC9DBEAF-C500-4AC5-A537-4E403DA92168}" srcOrd="1" destOrd="0" parTransId="{8C121882-AA9A-476B-AED1-92850DCF51A6}" sibTransId="{96CB2166-5EA1-4605-9124-1BF4803F696C}"/>
    <dgm:cxn modelId="{11241ECC-2395-460D-9EAE-2F414E8B64E4}" type="presOf" srcId="{C7FACE58-BD40-48DD-8E87-CCB78C452BC5}" destId="{B5463E29-918F-4B3D-9ED6-98931C254E49}" srcOrd="1" destOrd="2" presId="urn:microsoft.com/office/officeart/2005/8/layout/cycle4"/>
    <dgm:cxn modelId="{C321F4CD-CD32-4D89-81DD-66321C9D80FF}" srcId="{FED33EE2-35E6-4EB1-9DEF-C321CE151D5D}" destId="{D78C6A58-8DA6-459A-B86D-3EF5CC69249A}" srcOrd="0" destOrd="0" parTransId="{D3A0C82C-FFC2-4B0C-B80D-EFC8C7F7C80A}" sibTransId="{EBFEE90A-F145-49BB-B1D8-77866C5BBD56}"/>
    <dgm:cxn modelId="{144A6CD0-DCBD-4768-876A-326A1B69A6C5}" type="presOf" srcId="{44D5F1B9-2F51-4582-8173-304C887AD2B0}" destId="{E26E4AA0-3725-4FFD-848D-37B447EBC6AE}" srcOrd="0" destOrd="0" presId="urn:microsoft.com/office/officeart/2005/8/layout/cycle4"/>
    <dgm:cxn modelId="{9EF248D8-E174-47CC-A667-3FA6C75940CE}" type="presOf" srcId="{0B69E092-C96F-4E74-B3D1-A3AE9C076950}" destId="{6365C477-BA98-41CF-A084-619280B0F863}" srcOrd="0" destOrd="0" presId="urn:microsoft.com/office/officeart/2005/8/layout/cycle4"/>
    <dgm:cxn modelId="{D7BCCBD8-5358-4E7A-8428-4B79A82595FA}" srcId="{FED33EE2-35E6-4EB1-9DEF-C321CE151D5D}" destId="{0FE465C2-E5E7-4EEA-8D79-35AD785E5B13}" srcOrd="1" destOrd="0" parTransId="{ED60099E-617F-4D1E-9412-6E2D1EEFEC07}" sibTransId="{5F3EE38C-D8AD-4DF8-8DCE-8FB8E36322E8}"/>
    <dgm:cxn modelId="{16E930EF-F838-4CDB-B3AF-93E482ACC7F3}" type="presOf" srcId="{D78C6A58-8DA6-459A-B86D-3EF5CC69249A}" destId="{B5463E29-918F-4B3D-9ED6-98931C254E49}" srcOrd="1" destOrd="0" presId="urn:microsoft.com/office/officeart/2005/8/layout/cycle4"/>
    <dgm:cxn modelId="{08BB75FF-E469-48EB-A691-834D711CFEEB}" srcId="{6C960CE2-7521-4E86-B5F1-44FA47247779}" destId="{0B69E092-C96F-4E74-B3D1-A3AE9C076950}" srcOrd="3" destOrd="0" parTransId="{4C508C1A-B960-4010-A160-8031A5D72249}" sibTransId="{71C1C71B-BDE2-4CF1-B9CD-223209A106E8}"/>
    <dgm:cxn modelId="{BCCBD78E-F2B9-4228-8AFB-5866FE0392BC}" type="presParOf" srcId="{BEE79A33-918A-423F-B155-666C61B1CD8C}" destId="{D4141473-A602-4D2E-B533-42FF85145097}" srcOrd="0" destOrd="0" presId="urn:microsoft.com/office/officeart/2005/8/layout/cycle4"/>
    <dgm:cxn modelId="{55043E45-1C9D-467D-8579-D1ACF4EB560A}" type="presParOf" srcId="{D4141473-A602-4D2E-B533-42FF85145097}" destId="{7F6B50FB-9A1C-4DA6-BDD9-662AF574460F}" srcOrd="0" destOrd="0" presId="urn:microsoft.com/office/officeart/2005/8/layout/cycle4"/>
    <dgm:cxn modelId="{19AFB4CC-D140-42CB-8100-AA7A2F7CAD9B}" type="presParOf" srcId="{7F6B50FB-9A1C-4DA6-BDD9-662AF574460F}" destId="{1539718B-D171-4821-8292-C8A6C2613226}" srcOrd="0" destOrd="0" presId="urn:microsoft.com/office/officeart/2005/8/layout/cycle4"/>
    <dgm:cxn modelId="{1AB1C88C-BB40-4BE8-A5E1-1C39CA770CC5}" type="presParOf" srcId="{7F6B50FB-9A1C-4DA6-BDD9-662AF574460F}" destId="{B5463E29-918F-4B3D-9ED6-98931C254E49}" srcOrd="1" destOrd="0" presId="urn:microsoft.com/office/officeart/2005/8/layout/cycle4"/>
    <dgm:cxn modelId="{39FB8F79-9D54-4E03-A35E-6553BEB39595}" type="presParOf" srcId="{D4141473-A602-4D2E-B533-42FF85145097}" destId="{11673D6E-860A-4AC4-B28F-206CFAB1988F}" srcOrd="1" destOrd="0" presId="urn:microsoft.com/office/officeart/2005/8/layout/cycle4"/>
    <dgm:cxn modelId="{EC135EE8-7A39-4B29-A40A-4F88BA86BB3D}" type="presParOf" srcId="{11673D6E-860A-4AC4-B28F-206CFAB1988F}" destId="{994B2EF7-FD93-4A71-9B2F-52BFCA1F15DE}" srcOrd="0" destOrd="0" presId="urn:microsoft.com/office/officeart/2005/8/layout/cycle4"/>
    <dgm:cxn modelId="{D106F251-A499-45E4-B0CE-9B9D31BE7A3B}" type="presParOf" srcId="{11673D6E-860A-4AC4-B28F-206CFAB1988F}" destId="{065F3198-7D62-4E82-B830-F3BAC5BDFD64}" srcOrd="1" destOrd="0" presId="urn:microsoft.com/office/officeart/2005/8/layout/cycle4"/>
    <dgm:cxn modelId="{737D5533-4175-46F8-BF05-705728831CE1}" type="presParOf" srcId="{D4141473-A602-4D2E-B533-42FF85145097}" destId="{808A2A86-636D-4A7F-8E80-46A8633155E7}" srcOrd="2" destOrd="0" presId="urn:microsoft.com/office/officeart/2005/8/layout/cycle4"/>
    <dgm:cxn modelId="{91FB5E22-7C1B-4F48-B4E2-48A801B5A773}" type="presParOf" srcId="{808A2A86-636D-4A7F-8E80-46A8633155E7}" destId="{C6F33C5B-B753-4EBF-9025-3B9D3534E915}" srcOrd="0" destOrd="0" presId="urn:microsoft.com/office/officeart/2005/8/layout/cycle4"/>
    <dgm:cxn modelId="{BF89A202-8D0B-41FF-8688-357C89DD6E18}" type="presParOf" srcId="{808A2A86-636D-4A7F-8E80-46A8633155E7}" destId="{33368173-EAB1-445A-9281-376844AA580E}" srcOrd="1" destOrd="0" presId="urn:microsoft.com/office/officeart/2005/8/layout/cycle4"/>
    <dgm:cxn modelId="{48AD2291-B684-4D95-9BFA-9166B58106A4}" type="presParOf" srcId="{D4141473-A602-4D2E-B533-42FF85145097}" destId="{63AB220C-BE06-4ED0-AA4F-2ECAE7394B83}" srcOrd="3" destOrd="0" presId="urn:microsoft.com/office/officeart/2005/8/layout/cycle4"/>
    <dgm:cxn modelId="{133A9806-CFB1-4480-840E-7232B1D635B5}" type="presParOf" srcId="{63AB220C-BE06-4ED0-AA4F-2ECAE7394B83}" destId="{E26E4AA0-3725-4FFD-848D-37B447EBC6AE}" srcOrd="0" destOrd="0" presId="urn:microsoft.com/office/officeart/2005/8/layout/cycle4"/>
    <dgm:cxn modelId="{0C8F68AE-3D70-401D-9AF8-3CD633B7CF88}" type="presParOf" srcId="{63AB220C-BE06-4ED0-AA4F-2ECAE7394B83}" destId="{06F09B9F-2BD4-424B-B33F-C5D19B69B6BB}" srcOrd="1" destOrd="0" presId="urn:microsoft.com/office/officeart/2005/8/layout/cycle4"/>
    <dgm:cxn modelId="{8A2DB364-D19B-4CBD-9C96-528D15C75550}" type="presParOf" srcId="{D4141473-A602-4D2E-B533-42FF85145097}" destId="{DB2CDB1B-885C-4F1F-B9B2-F24B6D445C0B}" srcOrd="4" destOrd="0" presId="urn:microsoft.com/office/officeart/2005/8/layout/cycle4"/>
    <dgm:cxn modelId="{754DC170-F4E3-4228-A34A-C1ED4D4ED685}" type="presParOf" srcId="{BEE79A33-918A-423F-B155-666C61B1CD8C}" destId="{F47921FA-F26E-492E-82C5-6552691D7240}" srcOrd="1" destOrd="0" presId="urn:microsoft.com/office/officeart/2005/8/layout/cycle4"/>
    <dgm:cxn modelId="{47947650-4000-4FA7-9641-3CBB99F98314}" type="presParOf" srcId="{F47921FA-F26E-492E-82C5-6552691D7240}" destId="{A63EE8D9-6D3F-4C03-9EF4-1EB416E8878F}" srcOrd="0" destOrd="0" presId="urn:microsoft.com/office/officeart/2005/8/layout/cycle4"/>
    <dgm:cxn modelId="{FD2982C2-091D-42D8-830E-BDBB7D725BB4}" type="presParOf" srcId="{F47921FA-F26E-492E-82C5-6552691D7240}" destId="{817541EC-3BA5-4F48-96FD-32D95C1C8673}" srcOrd="1" destOrd="0" presId="urn:microsoft.com/office/officeart/2005/8/layout/cycle4"/>
    <dgm:cxn modelId="{18493984-3354-4E78-B702-89904D9B591F}" type="presParOf" srcId="{F47921FA-F26E-492E-82C5-6552691D7240}" destId="{1662CE03-3AF9-4C41-BFF7-7C671E280AD6}" srcOrd="2" destOrd="0" presId="urn:microsoft.com/office/officeart/2005/8/layout/cycle4"/>
    <dgm:cxn modelId="{0F81A9A6-7FDC-453F-A25C-0D0219516B06}" type="presParOf" srcId="{F47921FA-F26E-492E-82C5-6552691D7240}" destId="{6365C477-BA98-41CF-A084-619280B0F863}" srcOrd="3" destOrd="0" presId="urn:microsoft.com/office/officeart/2005/8/layout/cycle4"/>
    <dgm:cxn modelId="{CB655B50-57F7-48CA-B9AF-B4418EE4F596}" type="presParOf" srcId="{F47921FA-F26E-492E-82C5-6552691D7240}" destId="{1643CE61-7BD8-40C2-B165-23CD0D108EAF}" srcOrd="4" destOrd="0" presId="urn:microsoft.com/office/officeart/2005/8/layout/cycle4"/>
    <dgm:cxn modelId="{4DE77F0C-6E47-4EC0-9730-CD8FAFBF732A}" type="presParOf" srcId="{BEE79A33-918A-423F-B155-666C61B1CD8C}" destId="{CC893066-F640-4D96-901B-2FA81111B4BE}" srcOrd="2" destOrd="0" presId="urn:microsoft.com/office/officeart/2005/8/layout/cycle4"/>
    <dgm:cxn modelId="{524AD967-FC5C-48B5-A13D-AB69B6F5D216}" type="presParOf" srcId="{BEE79A33-918A-423F-B155-666C61B1CD8C}" destId="{5B4E2DDB-76BE-487D-B4D3-9103150A9911}" srcOrd="3" destOrd="0" presId="urn:microsoft.com/office/officeart/2005/8/layout/cycle4"/>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72E19-C1C2-4F87-8E62-8FEC1DA005CD}">
      <dsp:nvSpPr>
        <dsp:cNvPr id="0" name=""/>
        <dsp:cNvSpPr/>
      </dsp:nvSpPr>
      <dsp:spPr>
        <a:xfrm>
          <a:off x="6629268" y="15824"/>
          <a:ext cx="1452955" cy="547200"/>
        </a:xfrm>
        <a:prstGeom prst="rect">
          <a:avLst/>
        </a:prstGeom>
        <a:solidFill>
          <a:srgbClr val="4BC0B0"/>
        </a:solidFill>
        <a:ln w="19050" cap="flat" cmpd="sng" algn="ctr">
          <a:solidFill>
            <a:srgbClr val="4BC0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rtl="1">
            <a:lnSpc>
              <a:spcPct val="90000"/>
            </a:lnSpc>
            <a:spcBef>
              <a:spcPct val="0"/>
            </a:spcBef>
            <a:spcAft>
              <a:spcPct val="35000"/>
            </a:spcAft>
            <a:buNone/>
          </a:pPr>
          <a:r>
            <a:rPr lang="ar-EG" sz="800" b="1" kern="1200" dirty="0">
              <a:latin typeface="Cairo" panose="020B0604020202020204" charset="-78"/>
              <a:cs typeface="Cairo" panose="020B0604020202020204" charset="-78"/>
            </a:rPr>
            <a:t>مراجعة كراسة المشروع</a:t>
          </a:r>
          <a:endParaRPr lang="en-US" sz="800" b="1" kern="1200" dirty="0">
            <a:latin typeface="Cairo" panose="020B0604020202020204" charset="-78"/>
            <a:cs typeface="Cairo" panose="020B0604020202020204" charset="-78"/>
          </a:endParaRPr>
        </a:p>
      </dsp:txBody>
      <dsp:txXfrm>
        <a:off x="6629268" y="15824"/>
        <a:ext cx="1452955" cy="547200"/>
      </dsp:txXfrm>
    </dsp:sp>
    <dsp:sp modelId="{0E54DCBE-FC28-45E9-A090-23C2B4BF338A}">
      <dsp:nvSpPr>
        <dsp:cNvPr id="0" name=""/>
        <dsp:cNvSpPr/>
      </dsp:nvSpPr>
      <dsp:spPr>
        <a:xfrm>
          <a:off x="6629268" y="577265"/>
          <a:ext cx="1452955" cy="1040694"/>
        </a:xfrm>
        <a:prstGeom prst="rect">
          <a:avLst/>
        </a:prstGeom>
        <a:solidFill>
          <a:schemeClr val="bg2"/>
        </a:solidFill>
        <a:ln w="19050" cap="flat" cmpd="sng" algn="ctr">
          <a:solidFill>
            <a:srgbClr val="4BC0B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338" tIns="37338" rIns="49784" bIns="56007" numCol="1" spcCol="1270" anchor="t" anchorCtr="0">
          <a:noAutofit/>
        </a:bodyPr>
        <a:lstStyle/>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تحليل نطاق العمل ومتطلباته كما وردت رسميًا.</a:t>
          </a:r>
          <a:endParaRPr lang="en-US" sz="700" b="1" kern="1200" dirty="0">
            <a:latin typeface="Cairo" panose="020B0604020202020204" charset="-78"/>
            <a:cs typeface="Cairo" panose="020B0604020202020204" charset="-78"/>
          </a:endParaRPr>
        </a:p>
      </dsp:txBody>
      <dsp:txXfrm>
        <a:off x="6629268" y="577265"/>
        <a:ext cx="1452955" cy="1040694"/>
      </dsp:txXfrm>
    </dsp:sp>
    <dsp:sp modelId="{6874BABD-AD87-42E9-94A7-64D9CAA42BAF}">
      <dsp:nvSpPr>
        <dsp:cNvPr id="0" name=""/>
        <dsp:cNvSpPr/>
      </dsp:nvSpPr>
      <dsp:spPr>
        <a:xfrm>
          <a:off x="4972898" y="8703"/>
          <a:ext cx="1452955" cy="547200"/>
        </a:xfrm>
        <a:prstGeom prst="rect">
          <a:avLst/>
        </a:prstGeom>
        <a:solidFill>
          <a:srgbClr val="4BC0B0"/>
        </a:solidFill>
        <a:ln w="19050" cap="flat" cmpd="sng" algn="ctr">
          <a:solidFill>
            <a:srgbClr val="4BC0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rtl="1">
            <a:lnSpc>
              <a:spcPct val="90000"/>
            </a:lnSpc>
            <a:spcBef>
              <a:spcPct val="0"/>
            </a:spcBef>
            <a:spcAft>
              <a:spcPct val="35000"/>
            </a:spcAft>
            <a:buNone/>
          </a:pPr>
          <a:r>
            <a:rPr lang="ar-EG" sz="800" b="1" kern="1200" dirty="0">
              <a:latin typeface="Cairo" panose="020B0604020202020204" charset="-78"/>
              <a:cs typeface="Cairo" panose="020B0604020202020204" charset="-78"/>
            </a:rPr>
            <a:t>تحليل المتطلبات المعيارية</a:t>
          </a:r>
          <a:endParaRPr lang="en-US" sz="800" b="1" kern="1200" dirty="0">
            <a:latin typeface="Cairo" panose="020B0604020202020204" charset="-78"/>
            <a:cs typeface="Cairo" panose="020B0604020202020204" charset="-78"/>
          </a:endParaRPr>
        </a:p>
      </dsp:txBody>
      <dsp:txXfrm>
        <a:off x="4972898" y="8703"/>
        <a:ext cx="1452955" cy="547200"/>
      </dsp:txXfrm>
    </dsp:sp>
    <dsp:sp modelId="{763BEA9A-FF7B-48FC-BCD9-1E3F6A721991}">
      <dsp:nvSpPr>
        <dsp:cNvPr id="0" name=""/>
        <dsp:cNvSpPr/>
      </dsp:nvSpPr>
      <dsp:spPr>
        <a:xfrm>
          <a:off x="4972898" y="555903"/>
          <a:ext cx="1452955" cy="1069177"/>
        </a:xfrm>
        <a:prstGeom prst="rect">
          <a:avLst/>
        </a:prstGeom>
        <a:solidFill>
          <a:schemeClr val="bg2"/>
        </a:solidFill>
        <a:ln w="19050" cap="flat" cmpd="sng" algn="ctr">
          <a:solidFill>
            <a:srgbClr val="4BC0B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338" tIns="37338" rIns="49784" bIns="56007" numCol="1" spcCol="1270" anchor="t" anchorCtr="0">
          <a:noAutofit/>
        </a:bodyPr>
        <a:lstStyle/>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استخراج الضوابط ذات العلاقة من </a:t>
          </a:r>
          <a:r>
            <a:rPr lang="en-US" sz="700" b="1" kern="1200" dirty="0">
              <a:latin typeface="Cairo" panose="020B0604020202020204" charset="-78"/>
              <a:cs typeface="Cairo" panose="020B0604020202020204" charset="-78"/>
            </a:rPr>
            <a:t>NCA ECC 2024.</a:t>
          </a:r>
        </a:p>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مطابقة ضوابط </a:t>
          </a:r>
          <a:r>
            <a:rPr lang="en-US" sz="700" b="1" kern="1200" dirty="0">
              <a:latin typeface="Cairo" panose="020B0604020202020204" charset="-78"/>
              <a:cs typeface="Cairo" panose="020B0604020202020204" charset="-78"/>
            </a:rPr>
            <a:t>ISO 27001 </a:t>
          </a:r>
          <a:r>
            <a:rPr lang="ar-EG" sz="700" b="1" kern="1200" dirty="0">
              <a:latin typeface="Cairo" panose="020B0604020202020204" charset="-78"/>
              <a:cs typeface="Cairo" panose="020B0604020202020204" charset="-78"/>
            </a:rPr>
            <a:t> (مثل السياسات، </a:t>
          </a:r>
          <a:r>
            <a:rPr lang="en-US" sz="700" b="1" kern="1200" dirty="0">
              <a:latin typeface="Cairo" panose="020B0604020202020204" charset="-78"/>
              <a:cs typeface="Cairo" panose="020B0604020202020204" charset="-78"/>
            </a:rPr>
            <a:t>ISMS، </a:t>
          </a:r>
          <a:r>
            <a:rPr lang="ar-EG" sz="700" b="1" kern="1200" dirty="0">
              <a:latin typeface="Cairo" panose="020B0604020202020204" charset="-78"/>
              <a:cs typeface="Cairo" panose="020B0604020202020204" charset="-78"/>
            </a:rPr>
            <a:t>إدارة المخاطر).</a:t>
          </a:r>
          <a:endParaRPr lang="en-US" sz="700" b="1" kern="1200" dirty="0">
            <a:latin typeface="Cairo" panose="020B0604020202020204" charset="-78"/>
            <a:cs typeface="Cairo" panose="020B0604020202020204" charset="-78"/>
          </a:endParaRPr>
        </a:p>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مطابقة مبادئ </a:t>
          </a:r>
          <a:r>
            <a:rPr lang="en-US" sz="700" b="1" kern="1200" dirty="0">
              <a:latin typeface="Cairo" panose="020B0604020202020204" charset="-78"/>
              <a:cs typeface="Cairo" panose="020B0604020202020204" charset="-78"/>
            </a:rPr>
            <a:t>ISO 37000 </a:t>
          </a:r>
          <a:r>
            <a:rPr lang="ar-EG" sz="700" b="1" kern="1200" dirty="0">
              <a:latin typeface="Cairo" panose="020B0604020202020204" charset="-78"/>
              <a:cs typeface="Cairo" panose="020B0604020202020204" charset="-78"/>
            </a:rPr>
            <a:t> (مثل الشفافية، المساءلة، الفعالية).</a:t>
          </a:r>
          <a:endParaRPr lang="en-US" sz="700" b="1" kern="1200" dirty="0">
            <a:latin typeface="Cairo" panose="020B0604020202020204" charset="-78"/>
            <a:cs typeface="Cairo" panose="020B0604020202020204" charset="-78"/>
          </a:endParaRPr>
        </a:p>
      </dsp:txBody>
      <dsp:txXfrm>
        <a:off x="4972898" y="555903"/>
        <a:ext cx="1452955" cy="1069177"/>
      </dsp:txXfrm>
    </dsp:sp>
    <dsp:sp modelId="{8F4E4FFE-6E81-4D08-9846-981E9D967EA6}">
      <dsp:nvSpPr>
        <dsp:cNvPr id="0" name=""/>
        <dsp:cNvSpPr/>
      </dsp:nvSpPr>
      <dsp:spPr>
        <a:xfrm>
          <a:off x="3316529" y="8703"/>
          <a:ext cx="1452955" cy="547200"/>
        </a:xfrm>
        <a:prstGeom prst="rect">
          <a:avLst/>
        </a:prstGeom>
        <a:solidFill>
          <a:srgbClr val="4BC0B0"/>
        </a:solidFill>
        <a:ln w="19050" cap="flat" cmpd="sng" algn="ctr">
          <a:solidFill>
            <a:srgbClr val="4BC0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rtl="1">
            <a:lnSpc>
              <a:spcPct val="90000"/>
            </a:lnSpc>
            <a:spcBef>
              <a:spcPct val="0"/>
            </a:spcBef>
            <a:spcAft>
              <a:spcPct val="35000"/>
            </a:spcAft>
            <a:buNone/>
          </a:pPr>
          <a:r>
            <a:rPr lang="ar-EG" sz="800" b="1" kern="1200" dirty="0">
              <a:latin typeface="Cairo" panose="020B0604020202020204" charset="-78"/>
              <a:cs typeface="Cairo" panose="020B0604020202020204" charset="-78"/>
            </a:rPr>
            <a:t>إجراء ورشة عمل داخلية</a:t>
          </a:r>
          <a:endParaRPr lang="en-US" sz="800" b="1" kern="1200" dirty="0">
            <a:latin typeface="Cairo" panose="020B0604020202020204" charset="-78"/>
            <a:cs typeface="Cairo" panose="020B0604020202020204" charset="-78"/>
          </a:endParaRPr>
        </a:p>
      </dsp:txBody>
      <dsp:txXfrm>
        <a:off x="3316529" y="8703"/>
        <a:ext cx="1452955" cy="547200"/>
      </dsp:txXfrm>
    </dsp:sp>
    <dsp:sp modelId="{115A3D39-543C-4AE3-A00E-E05F1A75011A}">
      <dsp:nvSpPr>
        <dsp:cNvPr id="0" name=""/>
        <dsp:cNvSpPr/>
      </dsp:nvSpPr>
      <dsp:spPr>
        <a:xfrm>
          <a:off x="3316529" y="555903"/>
          <a:ext cx="1452955" cy="1069177"/>
        </a:xfrm>
        <a:prstGeom prst="rect">
          <a:avLst/>
        </a:prstGeom>
        <a:solidFill>
          <a:schemeClr val="bg2"/>
        </a:solidFill>
        <a:ln w="19050" cap="flat" cmpd="sng" algn="ctr">
          <a:solidFill>
            <a:srgbClr val="4BC0B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338" tIns="37338" rIns="49784" bIns="56007" numCol="1" spcCol="1270" anchor="t" anchorCtr="0">
          <a:noAutofit/>
        </a:bodyPr>
        <a:lstStyle/>
        <a:p>
          <a:pPr marL="57150" lvl="1" indent="-57150" algn="r" defTabSz="311150" rtl="1">
            <a:lnSpc>
              <a:spcPct val="90000"/>
            </a:lnSpc>
            <a:spcBef>
              <a:spcPct val="0"/>
            </a:spcBef>
            <a:spcAft>
              <a:spcPct val="15000"/>
            </a:spcAft>
            <a:buChar char="•"/>
          </a:pPr>
          <a:r>
            <a:rPr lang="ar-EG" sz="700" b="1" kern="1200">
              <a:latin typeface="Cairo" panose="020B0604020202020204" charset="-78"/>
              <a:cs typeface="Cairo" panose="020B0604020202020204" charset="-78"/>
            </a:rPr>
            <a:t> مع فريق المشروع لتحديد الأولويات ونطاق الضوابط المطلوب إدماجها.</a:t>
          </a:r>
          <a:endParaRPr lang="en-US" sz="700" b="1" kern="1200" dirty="0">
            <a:latin typeface="Cairo" panose="020B0604020202020204" charset="-78"/>
            <a:cs typeface="Cairo" panose="020B0604020202020204" charset="-78"/>
          </a:endParaRPr>
        </a:p>
      </dsp:txBody>
      <dsp:txXfrm>
        <a:off x="3316529" y="555903"/>
        <a:ext cx="1452955" cy="1069177"/>
      </dsp:txXfrm>
    </dsp:sp>
    <dsp:sp modelId="{7862E681-7437-4366-849F-547F5C753FA9}">
      <dsp:nvSpPr>
        <dsp:cNvPr id="0" name=""/>
        <dsp:cNvSpPr/>
      </dsp:nvSpPr>
      <dsp:spPr>
        <a:xfrm>
          <a:off x="1660159" y="8703"/>
          <a:ext cx="1452955" cy="547200"/>
        </a:xfrm>
        <a:prstGeom prst="rect">
          <a:avLst/>
        </a:prstGeom>
        <a:solidFill>
          <a:srgbClr val="4BC0B0"/>
        </a:solidFill>
        <a:ln w="19050" cap="flat" cmpd="sng" algn="ctr">
          <a:solidFill>
            <a:srgbClr val="4BC0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rtl="1">
            <a:lnSpc>
              <a:spcPct val="90000"/>
            </a:lnSpc>
            <a:spcBef>
              <a:spcPct val="0"/>
            </a:spcBef>
            <a:spcAft>
              <a:spcPct val="35000"/>
            </a:spcAft>
            <a:buNone/>
          </a:pPr>
          <a:r>
            <a:rPr lang="ar-EG" sz="800" b="1" kern="1200" dirty="0">
              <a:latin typeface="Cairo" panose="020B0604020202020204" charset="-78"/>
              <a:cs typeface="Cairo" panose="020B0604020202020204" charset="-78"/>
            </a:rPr>
            <a:t>إعداد مصفوفة مواءمة</a:t>
          </a:r>
          <a:br>
            <a:rPr lang="ar-EG" sz="800" b="1" kern="1200" dirty="0">
              <a:latin typeface="Cairo" panose="020B0604020202020204" charset="-78"/>
              <a:cs typeface="Cairo" panose="020B0604020202020204" charset="-78"/>
            </a:rPr>
          </a:br>
          <a:r>
            <a:rPr lang="ar-EG" sz="800" b="1" kern="1200" dirty="0">
              <a:latin typeface="Cairo" panose="020B0604020202020204" charset="-78"/>
              <a:cs typeface="Cairo" panose="020B0604020202020204" charset="-78"/>
            </a:rPr>
            <a:t>(</a:t>
          </a:r>
          <a:r>
            <a:rPr lang="en-US" sz="800" b="1" kern="1200" dirty="0">
              <a:latin typeface="Cairo" panose="020B0604020202020204" charset="-78"/>
              <a:cs typeface="Cairo" panose="020B0604020202020204" charset="-78"/>
            </a:rPr>
            <a:t>Alignment Matrix</a:t>
          </a:r>
          <a:r>
            <a:rPr lang="ar-EG" sz="800" b="1" kern="1200" dirty="0">
              <a:latin typeface="Cairo" panose="020B0604020202020204" charset="-78"/>
              <a:cs typeface="Cairo" panose="020B0604020202020204" charset="-78"/>
            </a:rPr>
            <a:t>)</a:t>
          </a:r>
          <a:endParaRPr lang="en-US" sz="800" b="1" kern="1200" dirty="0">
            <a:latin typeface="Cairo" panose="020B0604020202020204" charset="-78"/>
            <a:cs typeface="Cairo" panose="020B0604020202020204" charset="-78"/>
          </a:endParaRPr>
        </a:p>
      </dsp:txBody>
      <dsp:txXfrm>
        <a:off x="1660159" y="8703"/>
        <a:ext cx="1452955" cy="547200"/>
      </dsp:txXfrm>
    </dsp:sp>
    <dsp:sp modelId="{9639232F-E8D6-40D3-9D87-C175A5606F09}">
      <dsp:nvSpPr>
        <dsp:cNvPr id="0" name=""/>
        <dsp:cNvSpPr/>
      </dsp:nvSpPr>
      <dsp:spPr>
        <a:xfrm>
          <a:off x="1660159" y="555903"/>
          <a:ext cx="1452955" cy="1069177"/>
        </a:xfrm>
        <a:prstGeom prst="rect">
          <a:avLst/>
        </a:prstGeom>
        <a:solidFill>
          <a:schemeClr val="bg2"/>
        </a:solidFill>
        <a:ln w="19050" cap="flat" cmpd="sng" algn="ctr">
          <a:solidFill>
            <a:srgbClr val="4BC0B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338" tIns="37338" rIns="49784" bIns="56007" numCol="1" spcCol="1270" anchor="t" anchorCtr="0">
          <a:noAutofit/>
        </a:bodyPr>
        <a:lstStyle/>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توضح الربط بين: </a:t>
          </a:r>
          <a:endParaRPr lang="en-US" sz="700" b="1" kern="1200" dirty="0">
            <a:latin typeface="Cairo" panose="020B0604020202020204" charset="-78"/>
            <a:cs typeface="Cairo" panose="020B0604020202020204" charset="-78"/>
          </a:endParaRPr>
        </a:p>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نطاق المشروع.</a:t>
          </a:r>
          <a:endParaRPr lang="en-US" sz="700" b="1" kern="1200" dirty="0">
            <a:latin typeface="Cairo" panose="020B0604020202020204" charset="-78"/>
            <a:cs typeface="Cairo" panose="020B0604020202020204" charset="-78"/>
          </a:endParaRPr>
        </a:p>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متطلبات </a:t>
          </a:r>
          <a:r>
            <a:rPr lang="en-US" sz="700" b="1" kern="1200" dirty="0">
              <a:latin typeface="Cairo" panose="020B0604020202020204" charset="-78"/>
              <a:cs typeface="Cairo" panose="020B0604020202020204" charset="-78"/>
            </a:rPr>
            <a:t>ECC 2024</a:t>
          </a:r>
        </a:p>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عناصر </a:t>
          </a:r>
          <a:r>
            <a:rPr lang="en-US" sz="700" b="1" kern="1200" dirty="0">
              <a:latin typeface="Cairo" panose="020B0604020202020204" charset="-78"/>
              <a:cs typeface="Cairo" panose="020B0604020202020204" charset="-78"/>
            </a:rPr>
            <a:t>ISO 27001</a:t>
          </a:r>
        </a:p>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مبادئ </a:t>
          </a:r>
          <a:r>
            <a:rPr lang="en-US" sz="700" b="1" kern="1200" dirty="0">
              <a:latin typeface="Cairo" panose="020B0604020202020204" charset="-78"/>
              <a:cs typeface="Cairo" panose="020B0604020202020204" charset="-78"/>
            </a:rPr>
            <a:t>ISO 37000</a:t>
          </a:r>
        </a:p>
      </dsp:txBody>
      <dsp:txXfrm>
        <a:off x="1660159" y="555903"/>
        <a:ext cx="1452955" cy="1069177"/>
      </dsp:txXfrm>
    </dsp:sp>
    <dsp:sp modelId="{2D255D40-4778-4F26-AE9A-2AE592B01EDB}">
      <dsp:nvSpPr>
        <dsp:cNvPr id="0" name=""/>
        <dsp:cNvSpPr/>
      </dsp:nvSpPr>
      <dsp:spPr>
        <a:xfrm>
          <a:off x="3790" y="8703"/>
          <a:ext cx="1452955" cy="547200"/>
        </a:xfrm>
        <a:prstGeom prst="rect">
          <a:avLst/>
        </a:prstGeom>
        <a:solidFill>
          <a:srgbClr val="4BC0B0"/>
        </a:solidFill>
        <a:ln w="19050" cap="flat" cmpd="sng" algn="ctr">
          <a:solidFill>
            <a:srgbClr val="4BC0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rtl="1">
            <a:lnSpc>
              <a:spcPct val="90000"/>
            </a:lnSpc>
            <a:spcBef>
              <a:spcPct val="0"/>
            </a:spcBef>
            <a:spcAft>
              <a:spcPct val="35000"/>
            </a:spcAft>
            <a:buNone/>
          </a:pPr>
          <a:r>
            <a:rPr lang="ar-EG" sz="800" b="1" kern="1200" dirty="0">
              <a:latin typeface="Cairo" panose="020B0604020202020204" charset="-78"/>
              <a:cs typeface="Cairo" panose="020B0604020202020204" charset="-78"/>
            </a:rPr>
            <a:t>اعتماد نطاق العمل المحدث</a:t>
          </a:r>
          <a:endParaRPr lang="en-US" sz="800" b="1" kern="1200" dirty="0">
            <a:latin typeface="Cairo" panose="020B0604020202020204" charset="-78"/>
            <a:cs typeface="Cairo" panose="020B0604020202020204" charset="-78"/>
          </a:endParaRPr>
        </a:p>
      </dsp:txBody>
      <dsp:txXfrm>
        <a:off x="3790" y="8703"/>
        <a:ext cx="1452955" cy="547200"/>
      </dsp:txXfrm>
    </dsp:sp>
    <dsp:sp modelId="{98A8CF60-F5C7-44E7-82F3-B0E218FE2A18}">
      <dsp:nvSpPr>
        <dsp:cNvPr id="0" name=""/>
        <dsp:cNvSpPr/>
      </dsp:nvSpPr>
      <dsp:spPr>
        <a:xfrm>
          <a:off x="3790" y="555903"/>
          <a:ext cx="1452955" cy="1069177"/>
        </a:xfrm>
        <a:prstGeom prst="rect">
          <a:avLst/>
        </a:prstGeom>
        <a:solidFill>
          <a:schemeClr val="bg2"/>
        </a:solidFill>
        <a:ln w="19050" cap="flat" cmpd="sng" algn="ctr">
          <a:solidFill>
            <a:srgbClr val="4BC0B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338" tIns="37338" rIns="49784" bIns="56007" numCol="1" spcCol="1270" anchor="t" anchorCtr="0">
          <a:noAutofit/>
        </a:bodyPr>
        <a:lstStyle/>
        <a:p>
          <a:pPr marL="57150" lvl="1" indent="-57150" algn="r" defTabSz="311150" rtl="1">
            <a:lnSpc>
              <a:spcPct val="90000"/>
            </a:lnSpc>
            <a:spcBef>
              <a:spcPct val="0"/>
            </a:spcBef>
            <a:spcAft>
              <a:spcPct val="15000"/>
            </a:spcAft>
            <a:buChar char="•"/>
          </a:pPr>
          <a:r>
            <a:rPr lang="ar-EG" sz="700" b="1" kern="1200" dirty="0">
              <a:latin typeface="Cairo" panose="020B0604020202020204" charset="-78"/>
              <a:cs typeface="Cairo" panose="020B0604020202020204" charset="-78"/>
            </a:rPr>
            <a:t> من الجهة المستفيدة (مجلس الضمان </a:t>
          </a:r>
          <a:r>
            <a:rPr lang="ar-EG" sz="700" b="1" kern="1200">
              <a:latin typeface="Cairo" panose="020B0604020202020204" charset="-78"/>
              <a:cs typeface="Cairo" panose="020B0604020202020204" charset="-78"/>
            </a:rPr>
            <a:t>الصحي)</a:t>
          </a:r>
          <a:endParaRPr lang="en-US" sz="700" b="1" kern="1200" dirty="0">
            <a:latin typeface="Cairo" panose="020B0604020202020204" charset="-78"/>
            <a:cs typeface="Cairo" panose="020B0604020202020204" charset="-78"/>
          </a:endParaRPr>
        </a:p>
      </dsp:txBody>
      <dsp:txXfrm>
        <a:off x="3790" y="555903"/>
        <a:ext cx="1452955" cy="10691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67C3E-F8D7-4331-8F4D-D07D0DC91D1D}">
      <dsp:nvSpPr>
        <dsp:cNvPr id="0" name=""/>
        <dsp:cNvSpPr/>
      </dsp:nvSpPr>
      <dsp:spPr>
        <a:xfrm>
          <a:off x="524050" y="439"/>
          <a:ext cx="2519057" cy="441795"/>
        </a:xfrm>
        <a:prstGeom prst="homePlate">
          <a:avLst/>
        </a:prstGeom>
        <a:solidFill>
          <a:srgbClr val="4BC0B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1910" rIns="194819" bIns="41910" numCol="1" spcCol="1270" anchor="ctr" anchorCtr="0">
          <a:noAutofit/>
        </a:bodyPr>
        <a:lstStyle/>
        <a:p>
          <a:pPr marL="0" lvl="0" indent="0" algn="ctr" defTabSz="488950" rtl="1">
            <a:lnSpc>
              <a:spcPct val="90000"/>
            </a:lnSpc>
            <a:spcBef>
              <a:spcPct val="0"/>
            </a:spcBef>
            <a:spcAft>
              <a:spcPct val="35000"/>
            </a:spcAft>
            <a:buFont typeface="Arial" panose="020B0604020202020204" pitchFamily="34" charset="0"/>
            <a:buNone/>
          </a:pPr>
          <a:r>
            <a:rPr lang="ar-EG" sz="1100" kern="1200" dirty="0">
              <a:latin typeface="Cairo" pitchFamily="2" charset="-78"/>
              <a:cs typeface="Cairo" pitchFamily="2" charset="-78"/>
            </a:rPr>
            <a:t>جدول أعمال رسمي (</a:t>
          </a:r>
          <a:r>
            <a:rPr lang="en-US" sz="1100" kern="1200" dirty="0">
              <a:latin typeface="Cairo" pitchFamily="2" charset="-78"/>
              <a:cs typeface="Cairo" pitchFamily="2" charset="-78"/>
            </a:rPr>
            <a:t>Agenda</a:t>
          </a:r>
          <a:r>
            <a:rPr lang="ar-EG" sz="1100" kern="1200" dirty="0">
              <a:latin typeface="Cairo" pitchFamily="2" charset="-78"/>
              <a:cs typeface="Cairo" pitchFamily="2" charset="-78"/>
            </a:rPr>
            <a:t>)</a:t>
          </a:r>
          <a:endParaRPr lang="en-US" sz="1100" kern="1200" dirty="0">
            <a:latin typeface="Cairo" pitchFamily="2" charset="-78"/>
            <a:cs typeface="Cairo" pitchFamily="2" charset="-78"/>
          </a:endParaRPr>
        </a:p>
      </dsp:txBody>
      <dsp:txXfrm>
        <a:off x="524050" y="439"/>
        <a:ext cx="2408608" cy="441795"/>
      </dsp:txXfrm>
    </dsp:sp>
    <dsp:sp modelId="{CCC831A8-19B4-4A25-9687-632633BCC82D}">
      <dsp:nvSpPr>
        <dsp:cNvPr id="0" name=""/>
        <dsp:cNvSpPr/>
      </dsp:nvSpPr>
      <dsp:spPr>
        <a:xfrm>
          <a:off x="3022238" y="439"/>
          <a:ext cx="441795" cy="441795"/>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CB1721BE-626B-4333-B035-A59A814AD2D9}">
      <dsp:nvSpPr>
        <dsp:cNvPr id="0" name=""/>
        <dsp:cNvSpPr/>
      </dsp:nvSpPr>
      <dsp:spPr>
        <a:xfrm>
          <a:off x="524050" y="574114"/>
          <a:ext cx="2519057" cy="441795"/>
        </a:xfrm>
        <a:prstGeom prst="homePlate">
          <a:avLst/>
        </a:prstGeom>
        <a:solidFill>
          <a:srgbClr val="4BC0B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1910" rIns="194819" bIns="41910" numCol="1" spcCol="1270" anchor="ctr" anchorCtr="0">
          <a:noAutofit/>
        </a:bodyPr>
        <a:lstStyle/>
        <a:p>
          <a:pPr marL="0" lvl="0" indent="0" algn="ctr" defTabSz="488950" rtl="1">
            <a:lnSpc>
              <a:spcPct val="90000"/>
            </a:lnSpc>
            <a:spcBef>
              <a:spcPct val="0"/>
            </a:spcBef>
            <a:spcAft>
              <a:spcPct val="35000"/>
            </a:spcAft>
            <a:buNone/>
          </a:pPr>
          <a:r>
            <a:rPr lang="ar-EG" sz="1100" kern="1200" dirty="0">
              <a:latin typeface="Cairo" pitchFamily="2" charset="-78"/>
              <a:cs typeface="Cairo" pitchFamily="2" charset="-78"/>
            </a:rPr>
            <a:t>عرض تقديمي (</a:t>
          </a:r>
          <a:r>
            <a:rPr lang="en-US" sz="1100" kern="1200" dirty="0">
              <a:latin typeface="Cairo" pitchFamily="2" charset="-78"/>
              <a:cs typeface="Cairo" pitchFamily="2" charset="-78"/>
            </a:rPr>
            <a:t>Presentation</a:t>
          </a:r>
          <a:r>
            <a:rPr lang="ar-EG" sz="1100" kern="1200" dirty="0">
              <a:latin typeface="Cairo" pitchFamily="2" charset="-78"/>
              <a:cs typeface="Cairo" pitchFamily="2" charset="-78"/>
            </a:rPr>
            <a:t>) يوضح الأهداف والنطاق والمخرجات</a:t>
          </a:r>
        </a:p>
      </dsp:txBody>
      <dsp:txXfrm>
        <a:off x="524050" y="574114"/>
        <a:ext cx="2408608" cy="441795"/>
      </dsp:txXfrm>
    </dsp:sp>
    <dsp:sp modelId="{87E105AA-6460-47F5-90CD-07AA9C9F7813}">
      <dsp:nvSpPr>
        <dsp:cNvPr id="0" name=""/>
        <dsp:cNvSpPr/>
      </dsp:nvSpPr>
      <dsp:spPr>
        <a:xfrm>
          <a:off x="3022238" y="574114"/>
          <a:ext cx="441795" cy="441795"/>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7EE5BCFD-7E64-4015-8742-A904F7CE4C8C}">
      <dsp:nvSpPr>
        <dsp:cNvPr id="0" name=""/>
        <dsp:cNvSpPr/>
      </dsp:nvSpPr>
      <dsp:spPr>
        <a:xfrm>
          <a:off x="524050" y="1147788"/>
          <a:ext cx="2519057" cy="441795"/>
        </a:xfrm>
        <a:prstGeom prst="homePlate">
          <a:avLst/>
        </a:prstGeom>
        <a:solidFill>
          <a:srgbClr val="4BC0B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1910" rIns="194819" bIns="41910" numCol="1" spcCol="1270" anchor="ctr" anchorCtr="0">
          <a:noAutofit/>
        </a:bodyPr>
        <a:lstStyle/>
        <a:p>
          <a:pPr marL="0" lvl="0" indent="0" algn="ctr" defTabSz="488950" rtl="1">
            <a:lnSpc>
              <a:spcPct val="90000"/>
            </a:lnSpc>
            <a:spcBef>
              <a:spcPct val="0"/>
            </a:spcBef>
            <a:spcAft>
              <a:spcPct val="35000"/>
            </a:spcAft>
            <a:buNone/>
          </a:pPr>
          <a:r>
            <a:rPr lang="ar-EG" sz="1100" kern="1200" dirty="0">
              <a:latin typeface="Cairo" pitchFamily="2" charset="-78"/>
              <a:cs typeface="Cairo" pitchFamily="2" charset="-78"/>
            </a:rPr>
            <a:t>نموذج </a:t>
          </a:r>
          <a:r>
            <a:rPr lang="en-US" sz="1100" kern="1200" dirty="0">
              <a:latin typeface="Cairo" pitchFamily="2" charset="-78"/>
              <a:cs typeface="Cairo" pitchFamily="2" charset="-78"/>
            </a:rPr>
            <a:t>RACI </a:t>
          </a:r>
          <a:r>
            <a:rPr lang="ar-EG" sz="1100" kern="1200" dirty="0">
              <a:latin typeface="Cairo" pitchFamily="2" charset="-78"/>
              <a:cs typeface="Cairo" pitchFamily="2" charset="-78"/>
            </a:rPr>
            <a:t> لتوزيع الأدوار</a:t>
          </a:r>
        </a:p>
      </dsp:txBody>
      <dsp:txXfrm>
        <a:off x="524050" y="1147788"/>
        <a:ext cx="2408608" cy="441795"/>
      </dsp:txXfrm>
    </dsp:sp>
    <dsp:sp modelId="{E05EAA1F-C80E-4CEB-9E41-D99DE3966BB2}">
      <dsp:nvSpPr>
        <dsp:cNvPr id="0" name=""/>
        <dsp:cNvSpPr/>
      </dsp:nvSpPr>
      <dsp:spPr>
        <a:xfrm>
          <a:off x="3022238" y="1147788"/>
          <a:ext cx="441795" cy="441795"/>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D50C2828-542E-485A-84CF-9B3A64759C93}">
      <dsp:nvSpPr>
        <dsp:cNvPr id="0" name=""/>
        <dsp:cNvSpPr/>
      </dsp:nvSpPr>
      <dsp:spPr>
        <a:xfrm>
          <a:off x="524050" y="1721462"/>
          <a:ext cx="2519057" cy="441795"/>
        </a:xfrm>
        <a:prstGeom prst="homePlate">
          <a:avLst/>
        </a:prstGeom>
        <a:solidFill>
          <a:srgbClr val="4BC0B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1910" rIns="194819" bIns="41910" numCol="1" spcCol="1270" anchor="ctr" anchorCtr="0">
          <a:noAutofit/>
        </a:bodyPr>
        <a:lstStyle/>
        <a:p>
          <a:pPr marL="0" lvl="0" indent="0" algn="ctr" defTabSz="488950" rtl="1">
            <a:lnSpc>
              <a:spcPct val="90000"/>
            </a:lnSpc>
            <a:spcBef>
              <a:spcPct val="0"/>
            </a:spcBef>
            <a:spcAft>
              <a:spcPct val="35000"/>
            </a:spcAft>
            <a:buNone/>
          </a:pPr>
          <a:r>
            <a:rPr lang="ar-EG" sz="1100" kern="1200" dirty="0">
              <a:latin typeface="Cairo" pitchFamily="2" charset="-78"/>
              <a:cs typeface="Cairo" pitchFamily="2" charset="-78"/>
            </a:rPr>
            <a:t>سجل أصحاب المصلحة </a:t>
          </a:r>
          <a:br>
            <a:rPr lang="ar-EG" sz="1100" kern="1200" dirty="0">
              <a:latin typeface="Cairo" pitchFamily="2" charset="-78"/>
              <a:cs typeface="Cairo" pitchFamily="2" charset="-78"/>
            </a:rPr>
          </a:br>
          <a:r>
            <a:rPr lang="ar-EG" sz="1100" kern="1200" dirty="0">
              <a:latin typeface="Cairo" pitchFamily="2" charset="-78"/>
              <a:cs typeface="Cairo" pitchFamily="2" charset="-78"/>
            </a:rPr>
            <a:t>(</a:t>
          </a:r>
          <a:r>
            <a:rPr lang="en-US" sz="1100" kern="1200" dirty="0">
              <a:latin typeface="Cairo" pitchFamily="2" charset="-78"/>
              <a:cs typeface="Cairo" pitchFamily="2" charset="-78"/>
            </a:rPr>
            <a:t>Stakeholder Register</a:t>
          </a:r>
          <a:r>
            <a:rPr lang="ar-EG" sz="1100" kern="1200" dirty="0">
              <a:latin typeface="Cairo" pitchFamily="2" charset="-78"/>
              <a:cs typeface="Cairo" pitchFamily="2" charset="-78"/>
            </a:rPr>
            <a:t>)</a:t>
          </a:r>
        </a:p>
      </dsp:txBody>
      <dsp:txXfrm>
        <a:off x="524050" y="1721462"/>
        <a:ext cx="2408608" cy="441795"/>
      </dsp:txXfrm>
    </dsp:sp>
    <dsp:sp modelId="{DE26330B-C652-4C5E-B2A6-F22496B7B84A}">
      <dsp:nvSpPr>
        <dsp:cNvPr id="0" name=""/>
        <dsp:cNvSpPr/>
      </dsp:nvSpPr>
      <dsp:spPr>
        <a:xfrm>
          <a:off x="3022238" y="1721462"/>
          <a:ext cx="441795" cy="441795"/>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CDC5CDFC-9DAA-4F12-9876-C626A1D2C8CF}">
      <dsp:nvSpPr>
        <dsp:cNvPr id="0" name=""/>
        <dsp:cNvSpPr/>
      </dsp:nvSpPr>
      <dsp:spPr>
        <a:xfrm>
          <a:off x="524050" y="2295136"/>
          <a:ext cx="2519057" cy="441795"/>
        </a:xfrm>
        <a:prstGeom prst="homePlate">
          <a:avLst/>
        </a:prstGeom>
        <a:solidFill>
          <a:srgbClr val="4BC0B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1910" rIns="194819" bIns="41910" numCol="1" spcCol="1270" anchor="ctr" anchorCtr="0">
          <a:noAutofit/>
        </a:bodyPr>
        <a:lstStyle/>
        <a:p>
          <a:pPr marL="0" lvl="0" indent="0" algn="ctr" defTabSz="488950" rtl="1">
            <a:lnSpc>
              <a:spcPct val="90000"/>
            </a:lnSpc>
            <a:spcBef>
              <a:spcPct val="0"/>
            </a:spcBef>
            <a:spcAft>
              <a:spcPct val="35000"/>
            </a:spcAft>
            <a:buNone/>
          </a:pPr>
          <a:r>
            <a:rPr lang="ar-EG" sz="1100" kern="1200" dirty="0">
              <a:latin typeface="Cairo" pitchFamily="2" charset="-78"/>
              <a:cs typeface="Cairo" pitchFamily="2" charset="-78"/>
            </a:rPr>
            <a:t>محضر الاجتماع (</a:t>
          </a:r>
          <a:r>
            <a:rPr lang="en-US" sz="1100" kern="1200" dirty="0">
              <a:latin typeface="Cairo" pitchFamily="2" charset="-78"/>
              <a:cs typeface="Cairo" pitchFamily="2" charset="-78"/>
            </a:rPr>
            <a:t>Meeting Minutes</a:t>
          </a:r>
          <a:r>
            <a:rPr lang="ar-EG" sz="1100" kern="1200" dirty="0">
              <a:latin typeface="Cairo" pitchFamily="2" charset="-78"/>
              <a:cs typeface="Cairo" pitchFamily="2" charset="-78"/>
            </a:rPr>
            <a:t>)</a:t>
          </a:r>
          <a:endParaRPr lang="en-US" sz="1100" kern="1200" dirty="0">
            <a:latin typeface="Cairo" pitchFamily="2" charset="-78"/>
            <a:cs typeface="Cairo" pitchFamily="2" charset="-78"/>
          </a:endParaRPr>
        </a:p>
      </dsp:txBody>
      <dsp:txXfrm>
        <a:off x="524050" y="2295136"/>
        <a:ext cx="2408608" cy="441795"/>
      </dsp:txXfrm>
    </dsp:sp>
    <dsp:sp modelId="{31F6AE22-AD74-4757-938C-23691D80B8F3}">
      <dsp:nvSpPr>
        <dsp:cNvPr id="0" name=""/>
        <dsp:cNvSpPr/>
      </dsp:nvSpPr>
      <dsp:spPr>
        <a:xfrm>
          <a:off x="3022238" y="2295136"/>
          <a:ext cx="441795" cy="441795"/>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89DFF-5559-449A-9817-7998D15234F0}">
      <dsp:nvSpPr>
        <dsp:cNvPr id="0" name=""/>
        <dsp:cNvSpPr/>
      </dsp:nvSpPr>
      <dsp:spPr>
        <a:xfrm>
          <a:off x="4211467" y="0"/>
          <a:ext cx="1362513" cy="3039539"/>
        </a:xfrm>
        <a:prstGeom prst="roundRect">
          <a:avLst>
            <a:gd name="adj" fmla="val 10000"/>
          </a:avLst>
        </a:prstGeom>
        <a:noFill/>
        <a:ln w="19050" cap="flat" cmpd="sng" algn="ctr">
          <a:noFill/>
          <a:prstDash val="dashDot"/>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rtl="1">
            <a:lnSpc>
              <a:spcPct val="90000"/>
            </a:lnSpc>
            <a:spcBef>
              <a:spcPct val="0"/>
            </a:spcBef>
            <a:spcAft>
              <a:spcPct val="35000"/>
            </a:spcAft>
            <a:buFont typeface="Arial" panose="020B0604020202020204" pitchFamily="34" charset="0"/>
            <a:buNone/>
          </a:pPr>
          <a:r>
            <a:rPr lang="ar-EG" sz="800" b="1" kern="1200" dirty="0">
              <a:solidFill>
                <a:schemeClr val="bg2">
                  <a:lumMod val="25000"/>
                </a:schemeClr>
              </a:solidFill>
              <a:latin typeface="Cairo" pitchFamily="2" charset="-78"/>
              <a:cs typeface="Cairo" pitchFamily="2" charset="-78"/>
            </a:rPr>
            <a:t>التحضير للاجتماع</a:t>
          </a:r>
        </a:p>
        <a:p>
          <a:pPr marL="0" lvl="0" indent="0" algn="ctr" defTabSz="355600" rtl="1">
            <a:lnSpc>
              <a:spcPct val="90000"/>
            </a:lnSpc>
            <a:spcBef>
              <a:spcPct val="0"/>
            </a:spcBef>
            <a:spcAft>
              <a:spcPct val="35000"/>
            </a:spcAft>
            <a:buFont typeface="Arial" panose="020B0604020202020204" pitchFamily="34" charset="0"/>
            <a:buNone/>
          </a:pPr>
          <a:br>
            <a:rPr lang="ar-EG" sz="800" b="1" kern="1200" dirty="0">
              <a:solidFill>
                <a:schemeClr val="bg2">
                  <a:lumMod val="25000"/>
                </a:schemeClr>
              </a:solidFill>
              <a:latin typeface="Cairo" pitchFamily="2" charset="-78"/>
              <a:cs typeface="Cairo" pitchFamily="2" charset="-78"/>
            </a:rPr>
          </a:br>
          <a:r>
            <a:rPr lang="ar-EG" sz="800" kern="1200" dirty="0">
              <a:solidFill>
                <a:schemeClr val="bg2">
                  <a:lumMod val="25000"/>
                </a:schemeClr>
              </a:solidFill>
              <a:latin typeface="Cairo" pitchFamily="2" charset="-78"/>
              <a:cs typeface="Cairo" pitchFamily="2" charset="-78"/>
            </a:rPr>
            <a:t>إعداد جدول أعمال يتضمن (أهداف المشروع، النطاق، المخرجات، خطة التنفيذ، خطة الحوكمة).</a:t>
          </a:r>
          <a:endParaRPr lang="en-US" sz="800" kern="1200" dirty="0">
            <a:solidFill>
              <a:schemeClr val="bg2">
                <a:lumMod val="25000"/>
              </a:schemeClr>
            </a:solidFill>
            <a:latin typeface="Cairo" pitchFamily="2" charset="-78"/>
            <a:cs typeface="Cairo" pitchFamily="2" charset="-78"/>
          </a:endParaRPr>
        </a:p>
      </dsp:txBody>
      <dsp:txXfrm>
        <a:off x="4211467" y="1215815"/>
        <a:ext cx="1362513" cy="1215815"/>
      </dsp:txXfrm>
    </dsp:sp>
    <dsp:sp modelId="{E6AD0621-2B86-4839-A6E5-C1091ECDC1DB}">
      <dsp:nvSpPr>
        <dsp:cNvPr id="0" name=""/>
        <dsp:cNvSpPr/>
      </dsp:nvSpPr>
      <dsp:spPr>
        <a:xfrm>
          <a:off x="4386640" y="182372"/>
          <a:ext cx="1012166" cy="1012166"/>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7BDD5006-B15E-40DA-9354-C8708F361150}">
      <dsp:nvSpPr>
        <dsp:cNvPr id="0" name=""/>
        <dsp:cNvSpPr/>
      </dsp:nvSpPr>
      <dsp:spPr>
        <a:xfrm>
          <a:off x="2808078" y="0"/>
          <a:ext cx="1362513" cy="3039539"/>
        </a:xfrm>
        <a:prstGeom prst="roundRect">
          <a:avLst>
            <a:gd name="adj" fmla="val 10000"/>
          </a:avLst>
        </a:prstGeom>
        <a:noFill/>
        <a:ln w="19050" cap="flat" cmpd="sng" algn="ctr">
          <a:noFill/>
          <a:prstDash val="dashDot"/>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t" anchorCtr="1">
          <a:noAutofit/>
        </a:bodyPr>
        <a:lstStyle/>
        <a:p>
          <a:pPr marL="0" lvl="0" indent="0" algn="ctr" defTabSz="355600" rtl="1">
            <a:lnSpc>
              <a:spcPct val="90000"/>
            </a:lnSpc>
            <a:spcBef>
              <a:spcPct val="0"/>
            </a:spcBef>
            <a:spcAft>
              <a:spcPct val="35000"/>
            </a:spcAft>
            <a:buNone/>
          </a:pPr>
          <a:r>
            <a:rPr lang="ar-EG" sz="800" b="1" kern="1200" dirty="0">
              <a:solidFill>
                <a:schemeClr val="bg2">
                  <a:lumMod val="25000"/>
                </a:schemeClr>
              </a:solidFill>
              <a:latin typeface="Cairo" pitchFamily="2" charset="-78"/>
              <a:cs typeface="Cairo" pitchFamily="2" charset="-78"/>
            </a:rPr>
            <a:t>عقد الاجتماع</a:t>
          </a:r>
        </a:p>
        <a:p>
          <a:pPr marL="57150" lvl="1" indent="-57150" algn="justLow" defTabSz="355600" rtl="1">
            <a:lnSpc>
              <a:spcPct val="90000"/>
            </a:lnSpc>
            <a:spcBef>
              <a:spcPct val="0"/>
            </a:spcBef>
            <a:spcAft>
              <a:spcPct val="15000"/>
            </a:spcAft>
            <a:buChar char="•"/>
          </a:pPr>
          <a:r>
            <a:rPr lang="ar-EG" sz="800" kern="1200" dirty="0">
              <a:solidFill>
                <a:schemeClr val="bg2">
                  <a:lumMod val="25000"/>
                </a:schemeClr>
              </a:solidFill>
              <a:latin typeface="Cairo" pitchFamily="2" charset="-78"/>
              <a:cs typeface="Cairo" pitchFamily="2" charset="-78"/>
            </a:rPr>
            <a:t>تقديم فريق المشروع وخبراته.</a:t>
          </a:r>
        </a:p>
        <a:p>
          <a:pPr marL="57150" lvl="1" indent="-57150" algn="justLow" defTabSz="355600" rtl="1">
            <a:lnSpc>
              <a:spcPct val="90000"/>
            </a:lnSpc>
            <a:spcBef>
              <a:spcPct val="0"/>
            </a:spcBef>
            <a:spcAft>
              <a:spcPct val="15000"/>
            </a:spcAft>
            <a:buChar char="•"/>
          </a:pPr>
          <a:r>
            <a:rPr lang="ar-EG" sz="800" kern="1200" dirty="0">
              <a:solidFill>
                <a:schemeClr val="bg2">
                  <a:lumMod val="25000"/>
                </a:schemeClr>
              </a:solidFill>
              <a:latin typeface="Cairo" pitchFamily="2" charset="-78"/>
              <a:cs typeface="Cairo" pitchFamily="2" charset="-78"/>
            </a:rPr>
            <a:t>استعراض خطة العمل الأولية (</a:t>
          </a:r>
          <a:r>
            <a:rPr lang="en-US" sz="800" kern="1200" dirty="0">
              <a:solidFill>
                <a:schemeClr val="bg2">
                  <a:lumMod val="25000"/>
                </a:schemeClr>
              </a:solidFill>
              <a:latin typeface="Cairo" pitchFamily="2" charset="-78"/>
              <a:cs typeface="Cairo" pitchFamily="2" charset="-78"/>
            </a:rPr>
            <a:t>WBS، </a:t>
          </a:r>
          <a:r>
            <a:rPr lang="ar-EG" sz="800" kern="1200" dirty="0">
              <a:solidFill>
                <a:schemeClr val="bg2">
                  <a:lumMod val="25000"/>
                </a:schemeClr>
              </a:solidFill>
              <a:latin typeface="Cairo" pitchFamily="2" charset="-78"/>
              <a:cs typeface="Cairo" pitchFamily="2" charset="-78"/>
            </a:rPr>
            <a:t>المخاطر، الحوكمة).</a:t>
          </a:r>
        </a:p>
        <a:p>
          <a:pPr marL="57150" lvl="1" indent="-57150" algn="justLow" defTabSz="355600" rtl="1">
            <a:lnSpc>
              <a:spcPct val="90000"/>
            </a:lnSpc>
            <a:spcBef>
              <a:spcPct val="0"/>
            </a:spcBef>
            <a:spcAft>
              <a:spcPct val="15000"/>
            </a:spcAft>
            <a:buChar char="•"/>
          </a:pPr>
          <a:r>
            <a:rPr lang="ar-EG" sz="800" kern="1200" dirty="0">
              <a:solidFill>
                <a:schemeClr val="bg2">
                  <a:lumMod val="25000"/>
                </a:schemeClr>
              </a:solidFill>
              <a:latin typeface="Cairo" pitchFamily="2" charset="-78"/>
              <a:cs typeface="Cairo" pitchFamily="2" charset="-78"/>
            </a:rPr>
            <a:t>توضيح الأدوار والمسؤوليات باستخدام نموذج </a:t>
          </a:r>
          <a:r>
            <a:rPr lang="en-US" sz="800" b="1" kern="1200" dirty="0">
              <a:solidFill>
                <a:schemeClr val="bg2">
                  <a:lumMod val="25000"/>
                </a:schemeClr>
              </a:solidFill>
              <a:latin typeface="Cairo" pitchFamily="2" charset="-78"/>
              <a:cs typeface="Cairo" pitchFamily="2" charset="-78"/>
            </a:rPr>
            <a:t>RACI</a:t>
          </a:r>
          <a:r>
            <a:rPr lang="en-US" sz="800" kern="1200" dirty="0">
              <a:solidFill>
                <a:schemeClr val="bg2">
                  <a:lumMod val="25000"/>
                </a:schemeClr>
              </a:solidFill>
              <a:latin typeface="Cairo" pitchFamily="2" charset="-78"/>
              <a:cs typeface="Cairo" pitchFamily="2" charset="-78"/>
            </a:rPr>
            <a:t>.</a:t>
          </a:r>
          <a:endParaRPr lang="ar-EG" sz="800" kern="1200" dirty="0">
            <a:solidFill>
              <a:schemeClr val="bg2">
                <a:lumMod val="25000"/>
              </a:schemeClr>
            </a:solidFill>
            <a:latin typeface="Cairo" pitchFamily="2" charset="-78"/>
            <a:cs typeface="Cairo" pitchFamily="2" charset="-78"/>
          </a:endParaRPr>
        </a:p>
        <a:p>
          <a:pPr marL="57150" lvl="1" indent="-57150" algn="justLow" defTabSz="355600" rtl="1">
            <a:lnSpc>
              <a:spcPct val="90000"/>
            </a:lnSpc>
            <a:spcBef>
              <a:spcPct val="0"/>
            </a:spcBef>
            <a:spcAft>
              <a:spcPct val="15000"/>
            </a:spcAft>
            <a:buChar char="•"/>
          </a:pPr>
          <a:r>
            <a:rPr lang="ar-EG" sz="800" kern="1200" dirty="0">
              <a:solidFill>
                <a:schemeClr val="bg2">
                  <a:lumMod val="25000"/>
                </a:schemeClr>
              </a:solidFill>
              <a:latin typeface="Cairo" pitchFamily="2" charset="-78"/>
              <a:cs typeface="Cairo" pitchFamily="2" charset="-78"/>
            </a:rPr>
            <a:t>الاتفاق على قنوات الاتصال وآلية رفع التقارير.</a:t>
          </a:r>
        </a:p>
      </dsp:txBody>
      <dsp:txXfrm>
        <a:off x="2808078" y="1215815"/>
        <a:ext cx="1362513" cy="1215815"/>
      </dsp:txXfrm>
    </dsp:sp>
    <dsp:sp modelId="{D2B17E8E-6F6E-4412-93A9-C7C787493E77}">
      <dsp:nvSpPr>
        <dsp:cNvPr id="0" name=""/>
        <dsp:cNvSpPr/>
      </dsp:nvSpPr>
      <dsp:spPr>
        <a:xfrm>
          <a:off x="2983251" y="182372"/>
          <a:ext cx="1012166" cy="1012166"/>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3CF59DA0-1C04-4669-8EFC-EDC6FB460CB5}">
      <dsp:nvSpPr>
        <dsp:cNvPr id="0" name=""/>
        <dsp:cNvSpPr/>
      </dsp:nvSpPr>
      <dsp:spPr>
        <a:xfrm>
          <a:off x="1404689" y="0"/>
          <a:ext cx="1362513" cy="3039539"/>
        </a:xfrm>
        <a:prstGeom prst="roundRect">
          <a:avLst>
            <a:gd name="adj" fmla="val 10000"/>
          </a:avLst>
        </a:prstGeom>
        <a:noFill/>
        <a:ln w="19050" cap="flat" cmpd="sng" algn="ctr">
          <a:noFill/>
          <a:prstDash val="dashDot"/>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rtl="1">
            <a:lnSpc>
              <a:spcPct val="90000"/>
            </a:lnSpc>
            <a:spcBef>
              <a:spcPct val="0"/>
            </a:spcBef>
            <a:spcAft>
              <a:spcPct val="35000"/>
            </a:spcAft>
            <a:buNone/>
          </a:pPr>
          <a:r>
            <a:rPr lang="ar-EG" sz="800" b="1" kern="1200" dirty="0">
              <a:solidFill>
                <a:schemeClr val="bg2">
                  <a:lumMod val="25000"/>
                </a:schemeClr>
              </a:solidFill>
              <a:latin typeface="Cairo" pitchFamily="2" charset="-78"/>
              <a:cs typeface="Cairo" pitchFamily="2" charset="-78"/>
            </a:rPr>
            <a:t>توثيق نتائج الاجتماع</a:t>
          </a:r>
        </a:p>
        <a:p>
          <a:pPr marL="0" lvl="0" indent="0" algn="ctr" defTabSz="355600" rtl="1">
            <a:lnSpc>
              <a:spcPct val="90000"/>
            </a:lnSpc>
            <a:spcBef>
              <a:spcPct val="0"/>
            </a:spcBef>
            <a:spcAft>
              <a:spcPct val="35000"/>
            </a:spcAft>
            <a:buNone/>
          </a:pPr>
          <a:br>
            <a:rPr lang="ar-EG" sz="800" b="1" kern="1200" dirty="0">
              <a:solidFill>
                <a:schemeClr val="bg2">
                  <a:lumMod val="25000"/>
                </a:schemeClr>
              </a:solidFill>
              <a:latin typeface="Cairo" pitchFamily="2" charset="-78"/>
              <a:cs typeface="Cairo" pitchFamily="2" charset="-78"/>
            </a:rPr>
          </a:br>
          <a:r>
            <a:rPr lang="ar-EG" sz="800" kern="1200" dirty="0">
              <a:solidFill>
                <a:schemeClr val="bg2">
                  <a:lumMod val="25000"/>
                </a:schemeClr>
              </a:solidFill>
              <a:latin typeface="Cairo" pitchFamily="2" charset="-78"/>
              <a:cs typeface="Cairo" pitchFamily="2" charset="-78"/>
            </a:rPr>
            <a:t>إصدار محضر اجتماع يتضمن ما تم الاتفاق عليه من قرارات ومسؤوليات.</a:t>
          </a:r>
        </a:p>
      </dsp:txBody>
      <dsp:txXfrm>
        <a:off x="1404689" y="1215815"/>
        <a:ext cx="1362513" cy="1215815"/>
      </dsp:txXfrm>
    </dsp:sp>
    <dsp:sp modelId="{5FA98F91-D3DD-46B5-BAD2-A7E3E81CE168}">
      <dsp:nvSpPr>
        <dsp:cNvPr id="0" name=""/>
        <dsp:cNvSpPr/>
      </dsp:nvSpPr>
      <dsp:spPr>
        <a:xfrm>
          <a:off x="1579862" y="182372"/>
          <a:ext cx="1012166" cy="1012166"/>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1BB952EA-8CBA-4A24-A88E-E63C0BE8F65C}">
      <dsp:nvSpPr>
        <dsp:cNvPr id="0" name=""/>
        <dsp:cNvSpPr/>
      </dsp:nvSpPr>
      <dsp:spPr>
        <a:xfrm>
          <a:off x="1299" y="0"/>
          <a:ext cx="1362513" cy="3039539"/>
        </a:xfrm>
        <a:prstGeom prst="roundRect">
          <a:avLst>
            <a:gd name="adj" fmla="val 10000"/>
          </a:avLst>
        </a:prstGeom>
        <a:noFill/>
        <a:ln w="19050" cap="flat" cmpd="sng" algn="ctr">
          <a:noFill/>
          <a:prstDash val="dashDot"/>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rtl="1">
            <a:lnSpc>
              <a:spcPct val="90000"/>
            </a:lnSpc>
            <a:spcBef>
              <a:spcPct val="0"/>
            </a:spcBef>
            <a:spcAft>
              <a:spcPct val="35000"/>
            </a:spcAft>
            <a:buNone/>
          </a:pPr>
          <a:r>
            <a:rPr lang="ar-EG" sz="800" b="1" kern="1200" dirty="0">
              <a:solidFill>
                <a:schemeClr val="bg2">
                  <a:lumMod val="25000"/>
                </a:schemeClr>
              </a:solidFill>
              <a:latin typeface="Cairo" pitchFamily="2" charset="-78"/>
              <a:cs typeface="Cairo" pitchFamily="2" charset="-78"/>
            </a:rPr>
            <a:t>اعتماد أصحاب المصلحة</a:t>
          </a:r>
        </a:p>
        <a:p>
          <a:pPr marL="0" lvl="0" indent="0" algn="ctr" defTabSz="355600" rtl="1">
            <a:lnSpc>
              <a:spcPct val="90000"/>
            </a:lnSpc>
            <a:spcBef>
              <a:spcPct val="0"/>
            </a:spcBef>
            <a:spcAft>
              <a:spcPct val="35000"/>
            </a:spcAft>
            <a:buNone/>
          </a:pPr>
          <a:br>
            <a:rPr lang="ar-EG" sz="800" b="1" kern="1200" dirty="0">
              <a:solidFill>
                <a:schemeClr val="bg2">
                  <a:lumMod val="25000"/>
                </a:schemeClr>
              </a:solidFill>
              <a:latin typeface="Cairo" pitchFamily="2" charset="-78"/>
              <a:cs typeface="Cairo" pitchFamily="2" charset="-78"/>
            </a:rPr>
          </a:br>
          <a:r>
            <a:rPr lang="ar-EG" sz="800" kern="1200" dirty="0">
              <a:solidFill>
                <a:schemeClr val="bg2">
                  <a:lumMod val="25000"/>
                </a:schemeClr>
              </a:solidFill>
              <a:latin typeface="Cairo" pitchFamily="2" charset="-78"/>
              <a:cs typeface="Cairo" pitchFamily="2" charset="-78"/>
            </a:rPr>
            <a:t>اعتماد قائمة رسمية بأصحاب المصلحة (</a:t>
          </a:r>
          <a:r>
            <a:rPr lang="en-US" sz="800" kern="1200" dirty="0">
              <a:solidFill>
                <a:schemeClr val="bg2">
                  <a:lumMod val="25000"/>
                </a:schemeClr>
              </a:solidFill>
              <a:latin typeface="Cairo" pitchFamily="2" charset="-78"/>
              <a:cs typeface="Cairo" pitchFamily="2" charset="-78"/>
            </a:rPr>
            <a:t>Stakeholder Register) </a:t>
          </a:r>
          <a:r>
            <a:rPr lang="ar-EG" sz="800" kern="1200" dirty="0">
              <a:solidFill>
                <a:schemeClr val="bg2">
                  <a:lumMod val="25000"/>
                </a:schemeClr>
              </a:solidFill>
              <a:latin typeface="Cairo" pitchFamily="2" charset="-78"/>
              <a:cs typeface="Cairo" pitchFamily="2" charset="-78"/>
            </a:rPr>
            <a:t>مع تحديد دور كل منهم.</a:t>
          </a:r>
        </a:p>
      </dsp:txBody>
      <dsp:txXfrm>
        <a:off x="1299" y="1215815"/>
        <a:ext cx="1362513" cy="1215815"/>
      </dsp:txXfrm>
    </dsp:sp>
    <dsp:sp modelId="{F518F70A-BBA0-4504-9BF3-50490A01A623}">
      <dsp:nvSpPr>
        <dsp:cNvPr id="0" name=""/>
        <dsp:cNvSpPr/>
      </dsp:nvSpPr>
      <dsp:spPr>
        <a:xfrm>
          <a:off x="176473" y="182372"/>
          <a:ext cx="1012166" cy="1012166"/>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4B6D6828-B8D4-42E6-94FB-39FDA3C04C66}">
      <dsp:nvSpPr>
        <dsp:cNvPr id="0" name=""/>
        <dsp:cNvSpPr/>
      </dsp:nvSpPr>
      <dsp:spPr>
        <a:xfrm>
          <a:off x="209829" y="2856660"/>
          <a:ext cx="5129258" cy="182878"/>
        </a:xfrm>
        <a:prstGeom prst="leftRightArrow">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EEB34-F4E0-4036-85BB-641B9EECB6AF}">
      <dsp:nvSpPr>
        <dsp:cNvPr id="0" name=""/>
        <dsp:cNvSpPr/>
      </dsp:nvSpPr>
      <dsp:spPr>
        <a:xfrm>
          <a:off x="3944335" y="-383323"/>
          <a:ext cx="2963873" cy="2963873"/>
        </a:xfrm>
        <a:prstGeom prst="blockArc">
          <a:avLst>
            <a:gd name="adj1" fmla="val 8100000"/>
            <a:gd name="adj2" fmla="val 13500000"/>
            <a:gd name="adj3" fmla="val 729"/>
          </a:avLst>
        </a:prstGeom>
        <a:noFill/>
        <a:ln w="1905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DAC360-AF88-4808-9235-41DC5FE3D55A}">
      <dsp:nvSpPr>
        <dsp:cNvPr id="0" name=""/>
        <dsp:cNvSpPr/>
      </dsp:nvSpPr>
      <dsp:spPr>
        <a:xfrm>
          <a:off x="25702" y="168922"/>
          <a:ext cx="4147297" cy="33802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68304" bIns="27940" numCol="1" spcCol="1270" anchor="ctr" anchorCtr="0">
          <a:noAutofit/>
        </a:bodyPr>
        <a:lstStyle/>
        <a:p>
          <a:pPr marL="0" lvl="0" indent="0" algn="r" defTabSz="488950" rtl="1">
            <a:lnSpc>
              <a:spcPct val="90000"/>
            </a:lnSpc>
            <a:spcBef>
              <a:spcPct val="0"/>
            </a:spcBef>
            <a:spcAft>
              <a:spcPct val="35000"/>
            </a:spcAft>
            <a:buNone/>
          </a:pPr>
          <a:r>
            <a:rPr lang="ar-EG" sz="1100" kern="1200" dirty="0">
              <a:latin typeface="Cairo" pitchFamily="2" charset="-78"/>
              <a:cs typeface="Cairo" pitchFamily="2" charset="-78"/>
            </a:rPr>
            <a:t>قالب رسمي لميثاق المشروع (</a:t>
          </a:r>
          <a:r>
            <a:rPr lang="en-US" sz="1100" kern="1200" dirty="0">
              <a:latin typeface="Cairo" pitchFamily="2" charset="-78"/>
              <a:cs typeface="Cairo" pitchFamily="2" charset="-78"/>
            </a:rPr>
            <a:t>Project Charter Template</a:t>
          </a:r>
          <a:r>
            <a:rPr lang="ar-EG" sz="1100" kern="1200" dirty="0">
              <a:latin typeface="Cairo" pitchFamily="2" charset="-78"/>
              <a:cs typeface="Cairo" pitchFamily="2" charset="-78"/>
            </a:rPr>
            <a:t>)</a:t>
          </a:r>
          <a:endParaRPr lang="en-US" sz="1100" kern="1200" dirty="0">
            <a:latin typeface="Cairo" pitchFamily="2" charset="-78"/>
            <a:cs typeface="Cairo" pitchFamily="2" charset="-78"/>
          </a:endParaRPr>
        </a:p>
      </dsp:txBody>
      <dsp:txXfrm>
        <a:off x="25702" y="168922"/>
        <a:ext cx="4147297" cy="338021"/>
      </dsp:txXfrm>
    </dsp:sp>
    <dsp:sp modelId="{7A6D0082-8138-414B-AA4C-E5ED4EDF2F4F}">
      <dsp:nvSpPr>
        <dsp:cNvPr id="0" name=""/>
        <dsp:cNvSpPr/>
      </dsp:nvSpPr>
      <dsp:spPr>
        <a:xfrm>
          <a:off x="3961737" y="126670"/>
          <a:ext cx="422526" cy="422526"/>
        </a:xfrm>
        <a:prstGeom prst="ellipse">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D19837-5F60-4000-8292-91BAB868AE5A}">
      <dsp:nvSpPr>
        <dsp:cNvPr id="0" name=""/>
        <dsp:cNvSpPr/>
      </dsp:nvSpPr>
      <dsp:spPr>
        <a:xfrm>
          <a:off x="25702" y="676042"/>
          <a:ext cx="3953502" cy="338021"/>
        </a:xfrm>
        <a:prstGeom prst="rect">
          <a:avLst/>
        </a:prstGeom>
        <a:solidFill>
          <a:schemeClr val="accent3">
            <a:hueOff val="1372388"/>
            <a:satOff val="8237"/>
            <a:lumOff val="627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68304" bIns="27940" numCol="1" spcCol="1270" anchor="ctr" anchorCtr="0">
          <a:noAutofit/>
        </a:bodyPr>
        <a:lstStyle/>
        <a:p>
          <a:pPr marL="0" lvl="0" indent="0" algn="r" defTabSz="488950" rtl="1">
            <a:lnSpc>
              <a:spcPct val="90000"/>
            </a:lnSpc>
            <a:spcBef>
              <a:spcPct val="0"/>
            </a:spcBef>
            <a:spcAft>
              <a:spcPct val="35000"/>
            </a:spcAft>
            <a:buNone/>
          </a:pPr>
          <a:r>
            <a:rPr lang="ar-EG" sz="1100" kern="1200" dirty="0">
              <a:latin typeface="Cairo" pitchFamily="2" charset="-78"/>
              <a:cs typeface="Cairo" pitchFamily="2" charset="-78"/>
            </a:rPr>
            <a:t>نماذج نطاق العمل (</a:t>
          </a:r>
          <a:r>
            <a:rPr lang="en-US" sz="1100" kern="1200" dirty="0">
              <a:latin typeface="Cairo" pitchFamily="2" charset="-78"/>
              <a:cs typeface="Cairo" pitchFamily="2" charset="-78"/>
            </a:rPr>
            <a:t>Scope Statement</a:t>
          </a:r>
          <a:r>
            <a:rPr lang="ar-EG" sz="1100" kern="1200" dirty="0">
              <a:latin typeface="Cairo" pitchFamily="2" charset="-78"/>
              <a:cs typeface="Cairo" pitchFamily="2" charset="-78"/>
            </a:rPr>
            <a:t>)</a:t>
          </a:r>
          <a:endParaRPr lang="en-US" sz="1100" kern="1200" dirty="0">
            <a:latin typeface="Cairo" pitchFamily="2" charset="-78"/>
            <a:cs typeface="Cairo" pitchFamily="2" charset="-78"/>
          </a:endParaRPr>
        </a:p>
      </dsp:txBody>
      <dsp:txXfrm>
        <a:off x="25702" y="676042"/>
        <a:ext cx="3953502" cy="338021"/>
      </dsp:txXfrm>
    </dsp:sp>
    <dsp:sp modelId="{D65F743A-9FD7-497D-B02F-DF636FFF9690}">
      <dsp:nvSpPr>
        <dsp:cNvPr id="0" name=""/>
        <dsp:cNvSpPr/>
      </dsp:nvSpPr>
      <dsp:spPr>
        <a:xfrm>
          <a:off x="3767941" y="633790"/>
          <a:ext cx="422526" cy="422526"/>
        </a:xfrm>
        <a:prstGeom prst="ellipse">
          <a:avLst/>
        </a:prstGeom>
        <a:solidFill>
          <a:schemeClr val="lt1">
            <a:hueOff val="0"/>
            <a:satOff val="0"/>
            <a:lumOff val="0"/>
            <a:alphaOff val="0"/>
          </a:schemeClr>
        </a:solidFill>
        <a:ln w="19050" cap="flat" cmpd="sng" algn="ctr">
          <a:solidFill>
            <a:schemeClr val="accent3">
              <a:hueOff val="1372388"/>
              <a:satOff val="8237"/>
              <a:lumOff val="6275"/>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F030BF-3CB7-45CB-B2C1-131A2A5AAE3B}">
      <dsp:nvSpPr>
        <dsp:cNvPr id="0" name=""/>
        <dsp:cNvSpPr/>
      </dsp:nvSpPr>
      <dsp:spPr>
        <a:xfrm>
          <a:off x="25702" y="1183162"/>
          <a:ext cx="3953502" cy="338021"/>
        </a:xfrm>
        <a:prstGeom prst="rect">
          <a:avLst/>
        </a:prstGeom>
        <a:solidFill>
          <a:schemeClr val="accent3">
            <a:hueOff val="2744775"/>
            <a:satOff val="16475"/>
            <a:lumOff val="1255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68304" bIns="27940" numCol="1" spcCol="1270" anchor="ctr" anchorCtr="0">
          <a:noAutofit/>
        </a:bodyPr>
        <a:lstStyle/>
        <a:p>
          <a:pPr marL="0" lvl="0" indent="0" algn="r" defTabSz="488950" rtl="1">
            <a:lnSpc>
              <a:spcPct val="90000"/>
            </a:lnSpc>
            <a:spcBef>
              <a:spcPct val="0"/>
            </a:spcBef>
            <a:spcAft>
              <a:spcPct val="35000"/>
            </a:spcAft>
            <a:buNone/>
          </a:pPr>
          <a:r>
            <a:rPr lang="ar-EG" sz="1100" kern="1200" dirty="0">
              <a:latin typeface="Cairo" pitchFamily="2" charset="-78"/>
              <a:cs typeface="Cairo" pitchFamily="2" charset="-78"/>
            </a:rPr>
            <a:t>جداول زمنية (</a:t>
          </a:r>
          <a:r>
            <a:rPr lang="en-US" sz="1100" kern="1200" dirty="0">
              <a:latin typeface="Cairo" pitchFamily="2" charset="-78"/>
              <a:cs typeface="Cairo" pitchFamily="2" charset="-78"/>
            </a:rPr>
            <a:t>MS Project </a:t>
          </a:r>
          <a:r>
            <a:rPr lang="ar-EG" sz="1100" kern="1200" dirty="0">
              <a:latin typeface="Cairo" pitchFamily="2" charset="-78"/>
              <a:cs typeface="Cairo" pitchFamily="2" charset="-78"/>
            </a:rPr>
            <a:t> أو </a:t>
          </a:r>
          <a:r>
            <a:rPr lang="en-US" sz="1100" kern="1200" dirty="0">
              <a:latin typeface="Cairo" pitchFamily="2" charset="-78"/>
              <a:cs typeface="Cairo" pitchFamily="2" charset="-78"/>
            </a:rPr>
            <a:t>Primavera</a:t>
          </a:r>
          <a:r>
            <a:rPr lang="ar-EG" sz="1100" kern="1200" dirty="0">
              <a:latin typeface="Cairo" pitchFamily="2" charset="-78"/>
              <a:cs typeface="Cairo" pitchFamily="2" charset="-78"/>
            </a:rPr>
            <a:t>)</a:t>
          </a:r>
          <a:endParaRPr lang="en-US" sz="1100" kern="1200" dirty="0">
            <a:latin typeface="Cairo" pitchFamily="2" charset="-78"/>
            <a:cs typeface="Cairo" pitchFamily="2" charset="-78"/>
          </a:endParaRPr>
        </a:p>
      </dsp:txBody>
      <dsp:txXfrm>
        <a:off x="25702" y="1183162"/>
        <a:ext cx="3953502" cy="338021"/>
      </dsp:txXfrm>
    </dsp:sp>
    <dsp:sp modelId="{AC8DEB19-AB01-4DE4-BC81-23E5995E8EA2}">
      <dsp:nvSpPr>
        <dsp:cNvPr id="0" name=""/>
        <dsp:cNvSpPr/>
      </dsp:nvSpPr>
      <dsp:spPr>
        <a:xfrm>
          <a:off x="3767941" y="1140910"/>
          <a:ext cx="422526" cy="422526"/>
        </a:xfrm>
        <a:prstGeom prst="ellipse">
          <a:avLst/>
        </a:prstGeom>
        <a:solidFill>
          <a:schemeClr val="lt1">
            <a:hueOff val="0"/>
            <a:satOff val="0"/>
            <a:lumOff val="0"/>
            <a:alphaOff val="0"/>
          </a:schemeClr>
        </a:solidFill>
        <a:ln w="19050" cap="flat" cmpd="sng" algn="ctr">
          <a:solidFill>
            <a:schemeClr val="accent3">
              <a:hueOff val="2744775"/>
              <a:satOff val="16475"/>
              <a:lumOff val="1255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47CE2C-B741-4174-B3E1-8EDEBF6574C4}">
      <dsp:nvSpPr>
        <dsp:cNvPr id="0" name=""/>
        <dsp:cNvSpPr/>
      </dsp:nvSpPr>
      <dsp:spPr>
        <a:xfrm>
          <a:off x="25702" y="1690282"/>
          <a:ext cx="4147297" cy="338021"/>
        </a:xfrm>
        <a:prstGeom prst="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68304" bIns="27940" numCol="1" spcCol="1270" anchor="ctr" anchorCtr="0">
          <a:noAutofit/>
        </a:bodyPr>
        <a:lstStyle/>
        <a:p>
          <a:pPr marL="0" lvl="0" indent="0" algn="r" defTabSz="488950" rtl="1">
            <a:lnSpc>
              <a:spcPct val="90000"/>
            </a:lnSpc>
            <a:spcBef>
              <a:spcPct val="0"/>
            </a:spcBef>
            <a:spcAft>
              <a:spcPct val="35000"/>
            </a:spcAft>
            <a:buNone/>
          </a:pPr>
          <a:r>
            <a:rPr lang="ar-EG" sz="1100" kern="1200" dirty="0">
              <a:latin typeface="Cairo" pitchFamily="2" charset="-78"/>
              <a:cs typeface="Cairo" pitchFamily="2" charset="-78"/>
            </a:rPr>
            <a:t>مصفوفة المسؤوليات (</a:t>
          </a:r>
          <a:r>
            <a:rPr lang="en-US" sz="1100" kern="1200" dirty="0">
              <a:latin typeface="Cairo" pitchFamily="2" charset="-78"/>
              <a:cs typeface="Cairo" pitchFamily="2" charset="-78"/>
            </a:rPr>
            <a:t>RACI Matrix</a:t>
          </a:r>
          <a:r>
            <a:rPr lang="ar-EG" sz="1100" kern="1200" dirty="0">
              <a:latin typeface="Cairo" pitchFamily="2" charset="-78"/>
              <a:cs typeface="Cairo" pitchFamily="2" charset="-78"/>
            </a:rPr>
            <a:t>)</a:t>
          </a:r>
          <a:endParaRPr lang="en-US" sz="1100" kern="1200" dirty="0">
            <a:latin typeface="Cairo" pitchFamily="2" charset="-78"/>
            <a:cs typeface="Cairo" pitchFamily="2" charset="-78"/>
          </a:endParaRPr>
        </a:p>
      </dsp:txBody>
      <dsp:txXfrm>
        <a:off x="25702" y="1690282"/>
        <a:ext cx="4147297" cy="338021"/>
      </dsp:txXfrm>
    </dsp:sp>
    <dsp:sp modelId="{CD07921B-AF93-4120-B836-83AF0B424728}">
      <dsp:nvSpPr>
        <dsp:cNvPr id="0" name=""/>
        <dsp:cNvSpPr/>
      </dsp:nvSpPr>
      <dsp:spPr>
        <a:xfrm>
          <a:off x="3961737" y="1648030"/>
          <a:ext cx="422526" cy="422526"/>
        </a:xfrm>
        <a:prstGeom prst="ellipse">
          <a:avLst/>
        </a:prstGeom>
        <a:solidFill>
          <a:schemeClr val="lt1">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33C5B-B753-4EBF-9025-3B9D3534E915}">
      <dsp:nvSpPr>
        <dsp:cNvPr id="0" name=""/>
        <dsp:cNvSpPr/>
      </dsp:nvSpPr>
      <dsp:spPr>
        <a:xfrm>
          <a:off x="-231539" y="2156150"/>
          <a:ext cx="2144923" cy="1492638"/>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2744775"/>
              <a:satOff val="16475"/>
              <a:lumOff val="125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b" anchorCtr="0">
          <a:noAutofit/>
        </a:bodyPr>
        <a:lstStyle/>
        <a:p>
          <a:pPr marL="57150" lvl="1" indent="-57150" algn="l" defTabSz="355600" rtl="0">
            <a:lnSpc>
              <a:spcPct val="90000"/>
            </a:lnSpc>
            <a:spcBef>
              <a:spcPct val="0"/>
            </a:spcBef>
            <a:spcAft>
              <a:spcPct val="15000"/>
            </a:spcAft>
            <a:buChar char="•"/>
          </a:pPr>
          <a:r>
            <a:rPr lang="ar-EG" sz="800" kern="1200" dirty="0">
              <a:latin typeface="Cairo" pitchFamily="2" charset="-78"/>
              <a:cs typeface="Cairo" pitchFamily="2" charset="-78"/>
            </a:rPr>
            <a:t>تقديم النسخة الأولية للميثاق في جلسة رسمية لمناقشته واعتماده.</a:t>
          </a:r>
        </a:p>
      </dsp:txBody>
      <dsp:txXfrm>
        <a:off x="-198751" y="2562098"/>
        <a:ext cx="1435870" cy="1053903"/>
      </dsp:txXfrm>
    </dsp:sp>
    <dsp:sp modelId="{E26E4AA0-3725-4FFD-848D-37B447EBC6AE}">
      <dsp:nvSpPr>
        <dsp:cNvPr id="0" name=""/>
        <dsp:cNvSpPr/>
      </dsp:nvSpPr>
      <dsp:spPr>
        <a:xfrm>
          <a:off x="2512522" y="2156150"/>
          <a:ext cx="2144923" cy="1492638"/>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b" anchorCtr="0">
          <a:noAutofit/>
        </a:bodyPr>
        <a:lstStyle/>
        <a:p>
          <a:pPr marL="57150" lvl="1" indent="-57150" algn="r" defTabSz="355600" rtl="1">
            <a:lnSpc>
              <a:spcPct val="90000"/>
            </a:lnSpc>
            <a:spcBef>
              <a:spcPct val="0"/>
            </a:spcBef>
            <a:spcAft>
              <a:spcPct val="15000"/>
            </a:spcAft>
            <a:buChar char="•"/>
          </a:pPr>
          <a:r>
            <a:rPr lang="ar-EG" sz="800" kern="1200" dirty="0">
              <a:latin typeface="Cairo" pitchFamily="2" charset="-78"/>
              <a:cs typeface="Cairo" pitchFamily="2" charset="-78"/>
            </a:rPr>
            <a:t>إصدار نسخة موقعة ومعتمدة من اللجنة التوجيهية أو ممثلي الجهة، لتكون المرجع الأساسي لإدارة المشروع.</a:t>
          </a:r>
        </a:p>
      </dsp:txBody>
      <dsp:txXfrm>
        <a:off x="3188787" y="2562098"/>
        <a:ext cx="1435870" cy="1053903"/>
      </dsp:txXfrm>
    </dsp:sp>
    <dsp:sp modelId="{994B2EF7-FD93-4A71-9B2F-52BFCA1F15DE}">
      <dsp:nvSpPr>
        <dsp:cNvPr id="0" name=""/>
        <dsp:cNvSpPr/>
      </dsp:nvSpPr>
      <dsp:spPr>
        <a:xfrm>
          <a:off x="-231539" y="-158938"/>
          <a:ext cx="2144923" cy="1492638"/>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1372388"/>
              <a:satOff val="8237"/>
              <a:lumOff val="627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t" anchorCtr="0">
          <a:noAutofit/>
        </a:bodyPr>
        <a:lstStyle/>
        <a:p>
          <a:pPr marL="57150" lvl="1" indent="-57150" algn="l" defTabSz="355600" rtl="0">
            <a:lnSpc>
              <a:spcPct val="90000"/>
            </a:lnSpc>
            <a:spcBef>
              <a:spcPct val="0"/>
            </a:spcBef>
            <a:spcAft>
              <a:spcPct val="15000"/>
            </a:spcAft>
            <a:buChar char="•"/>
          </a:pPr>
          <a:r>
            <a:rPr lang="ar-EG" sz="800" kern="1200" dirty="0">
              <a:latin typeface="Cairo" pitchFamily="2" charset="-78"/>
              <a:cs typeface="Cairo" pitchFamily="2" charset="-78"/>
            </a:rPr>
            <a:t>مراجعة الميثاق من قبل فريق المشروع وخبراء الحوكمة والأمن السيبراني لضمان التوافق مع المتطلبات الوطنية والدولية.</a:t>
          </a:r>
        </a:p>
      </dsp:txBody>
      <dsp:txXfrm>
        <a:off x="-198751" y="-126150"/>
        <a:ext cx="1435870" cy="1053903"/>
      </dsp:txXfrm>
    </dsp:sp>
    <dsp:sp modelId="{1539718B-D171-4821-8292-C8A6C2613226}">
      <dsp:nvSpPr>
        <dsp:cNvPr id="0" name=""/>
        <dsp:cNvSpPr/>
      </dsp:nvSpPr>
      <dsp:spPr>
        <a:xfrm>
          <a:off x="2512522" y="-158938"/>
          <a:ext cx="2144923" cy="1492638"/>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t" anchorCtr="0">
          <a:noAutofit/>
        </a:bodyPr>
        <a:lstStyle/>
        <a:p>
          <a:pPr marL="57150" lvl="1" indent="-57150" algn="r" defTabSz="355600" rtl="1">
            <a:lnSpc>
              <a:spcPct val="90000"/>
            </a:lnSpc>
            <a:spcBef>
              <a:spcPct val="0"/>
            </a:spcBef>
            <a:spcAft>
              <a:spcPct val="15000"/>
            </a:spcAft>
            <a:buChar char="•"/>
          </a:pPr>
          <a:r>
            <a:rPr lang="ar-EG" sz="800" kern="1200" dirty="0">
              <a:latin typeface="Cairo" pitchFamily="2" charset="-78"/>
              <a:cs typeface="Cairo" pitchFamily="2" charset="-78"/>
            </a:rPr>
            <a:t>تحديد نطاق المشروع وحدوده (</a:t>
          </a:r>
          <a:r>
            <a:rPr lang="en-US" sz="800" kern="1200" dirty="0">
              <a:latin typeface="Cairo" pitchFamily="2" charset="-78"/>
              <a:cs typeface="Cairo" pitchFamily="2" charset="-78"/>
            </a:rPr>
            <a:t>In-Scope / Out-of-Scope).</a:t>
          </a:r>
          <a:endParaRPr lang="ar-EG" sz="800" kern="1200" dirty="0">
            <a:latin typeface="Cairo" pitchFamily="2" charset="-78"/>
            <a:cs typeface="Cairo" pitchFamily="2" charset="-78"/>
          </a:endParaRPr>
        </a:p>
        <a:p>
          <a:pPr marL="57150" lvl="1" indent="-57150" algn="r" defTabSz="355600" rtl="1">
            <a:lnSpc>
              <a:spcPct val="90000"/>
            </a:lnSpc>
            <a:spcBef>
              <a:spcPct val="0"/>
            </a:spcBef>
            <a:spcAft>
              <a:spcPct val="15000"/>
            </a:spcAft>
            <a:buChar char="•"/>
          </a:pPr>
          <a:r>
            <a:rPr lang="ar-EG" sz="800" kern="1200" dirty="0">
              <a:latin typeface="Cairo" pitchFamily="2" charset="-78"/>
              <a:cs typeface="Cairo" pitchFamily="2" charset="-78"/>
            </a:rPr>
            <a:t>توثيق أدوار ومسؤوليات الأطراف المشاركة.</a:t>
          </a:r>
        </a:p>
        <a:p>
          <a:pPr marL="57150" lvl="1" indent="-57150" algn="r" defTabSz="355600" rtl="1">
            <a:lnSpc>
              <a:spcPct val="90000"/>
            </a:lnSpc>
            <a:spcBef>
              <a:spcPct val="0"/>
            </a:spcBef>
            <a:spcAft>
              <a:spcPct val="15000"/>
            </a:spcAft>
            <a:buChar char="•"/>
          </a:pPr>
          <a:r>
            <a:rPr lang="ar-EG" sz="800" kern="1200" dirty="0">
              <a:latin typeface="Cairo" pitchFamily="2" charset="-78"/>
              <a:cs typeface="Cairo" pitchFamily="2" charset="-78"/>
            </a:rPr>
            <a:t>تحديد المخرجات الأساسية والجدول الزمني للتنفيذ.</a:t>
          </a:r>
        </a:p>
      </dsp:txBody>
      <dsp:txXfrm>
        <a:off x="3188787" y="-126150"/>
        <a:ext cx="1435870" cy="1053903"/>
      </dsp:txXfrm>
    </dsp:sp>
    <dsp:sp modelId="{A63EE8D9-6D3F-4C03-9EF4-1EB416E8878F}">
      <dsp:nvSpPr>
        <dsp:cNvPr id="0" name=""/>
        <dsp:cNvSpPr/>
      </dsp:nvSpPr>
      <dsp:spPr>
        <a:xfrm rot="5400000">
          <a:off x="2246998" y="236712"/>
          <a:ext cx="1474167" cy="1474167"/>
        </a:xfrm>
        <a:prstGeom prst="pieWedg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b" anchorCtr="0">
          <a:noAutofit/>
        </a:bodyPr>
        <a:lstStyle/>
        <a:p>
          <a:pPr marL="0" lvl="0" indent="0" algn="ctr" defTabSz="355600" rtl="1">
            <a:lnSpc>
              <a:spcPct val="90000"/>
            </a:lnSpc>
            <a:spcBef>
              <a:spcPct val="0"/>
            </a:spcBef>
            <a:spcAft>
              <a:spcPct val="35000"/>
            </a:spcAft>
            <a:buNone/>
          </a:pPr>
          <a:r>
            <a:rPr lang="ar-EG" sz="800" b="1" kern="1200" dirty="0">
              <a:latin typeface="Cairo" pitchFamily="2" charset="-78"/>
              <a:cs typeface="Cairo" pitchFamily="2" charset="-78"/>
            </a:rPr>
            <a:t>1. تحديد الأهداف الاستراتيجية وربطها بضوابط</a:t>
          </a:r>
          <a:br>
            <a:rPr lang="ar-EG" sz="800" b="1" kern="1200" dirty="0">
              <a:latin typeface="Cairo" pitchFamily="2" charset="-78"/>
              <a:cs typeface="Cairo" pitchFamily="2" charset="-78"/>
            </a:rPr>
          </a:br>
          <a:r>
            <a:rPr lang="ar-EG" sz="800" b="1" kern="1200" dirty="0">
              <a:latin typeface="Cairo" pitchFamily="2" charset="-78"/>
              <a:cs typeface="Cairo" pitchFamily="2" charset="-78"/>
            </a:rPr>
            <a:t> </a:t>
          </a:r>
          <a:r>
            <a:rPr lang="en-US" sz="800" b="1" kern="1200" dirty="0">
              <a:latin typeface="Cairo" pitchFamily="2" charset="-78"/>
              <a:cs typeface="Cairo" pitchFamily="2" charset="-78"/>
            </a:rPr>
            <a:t>NCA ECC 2024 </a:t>
          </a:r>
          <a:r>
            <a:rPr lang="ar-EG" sz="800" b="1" kern="1200" dirty="0">
              <a:latin typeface="Cairo" pitchFamily="2" charset="-78"/>
              <a:cs typeface="Cairo" pitchFamily="2" charset="-78"/>
            </a:rPr>
            <a:t> ومتطلبات</a:t>
          </a:r>
          <a:r>
            <a:rPr lang="en-US" sz="800" b="1" kern="1200" dirty="0">
              <a:latin typeface="Cairo" pitchFamily="2" charset="-78"/>
              <a:cs typeface="Cairo" pitchFamily="2" charset="-78"/>
            </a:rPr>
            <a:t>ISO 27001 </a:t>
          </a:r>
          <a:r>
            <a:rPr lang="ar-EG" sz="800" b="1" kern="1200" dirty="0">
              <a:latin typeface="Cairo" pitchFamily="2" charset="-78"/>
              <a:cs typeface="Cairo" pitchFamily="2" charset="-78"/>
            </a:rPr>
            <a:t> </a:t>
          </a:r>
          <a:br>
            <a:rPr lang="ar-EG" sz="800" b="1" kern="1200" dirty="0">
              <a:latin typeface="Cairo" pitchFamily="2" charset="-78"/>
              <a:cs typeface="Cairo" pitchFamily="2" charset="-78"/>
            </a:rPr>
          </a:br>
          <a:r>
            <a:rPr lang="ar-EG" sz="800" b="1" kern="1200" dirty="0">
              <a:latin typeface="Cairo" pitchFamily="2" charset="-78"/>
              <a:cs typeface="Cairo" pitchFamily="2" charset="-78"/>
            </a:rPr>
            <a:t>و </a:t>
          </a:r>
          <a:r>
            <a:rPr lang="en-US" sz="800" b="1" kern="1200" dirty="0">
              <a:latin typeface="Cairo" pitchFamily="2" charset="-78"/>
              <a:cs typeface="Cairo" pitchFamily="2" charset="-78"/>
            </a:rPr>
            <a:t>ISO 37000</a:t>
          </a:r>
        </a:p>
      </dsp:txBody>
      <dsp:txXfrm rot="-5400000">
        <a:off x="2246998" y="668486"/>
        <a:ext cx="1042393" cy="1042393"/>
      </dsp:txXfrm>
    </dsp:sp>
    <dsp:sp modelId="{817541EC-3BA5-4F48-96FD-32D95C1C8673}">
      <dsp:nvSpPr>
        <dsp:cNvPr id="0" name=""/>
        <dsp:cNvSpPr/>
      </dsp:nvSpPr>
      <dsp:spPr>
        <a:xfrm>
          <a:off x="704740" y="236712"/>
          <a:ext cx="1474167" cy="1474167"/>
        </a:xfrm>
        <a:prstGeom prst="pieWedge">
          <a:avLst/>
        </a:prstGeom>
        <a:solidFill>
          <a:schemeClr val="accent3">
            <a:hueOff val="1372388"/>
            <a:satOff val="8237"/>
            <a:lumOff val="627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rtl="1">
            <a:lnSpc>
              <a:spcPct val="90000"/>
            </a:lnSpc>
            <a:spcBef>
              <a:spcPct val="0"/>
            </a:spcBef>
            <a:spcAft>
              <a:spcPct val="35000"/>
            </a:spcAft>
            <a:buNone/>
          </a:pPr>
          <a:r>
            <a:rPr lang="ar-EG" sz="800" b="1" kern="1200" dirty="0">
              <a:latin typeface="Cairo" pitchFamily="2" charset="-78"/>
              <a:cs typeface="Cairo" pitchFamily="2" charset="-78"/>
            </a:rPr>
            <a:t>2. مراجعة داخلية</a:t>
          </a:r>
          <a:endParaRPr lang="ar-EG" sz="800" kern="1200" dirty="0">
            <a:latin typeface="Cairo" pitchFamily="2" charset="-78"/>
            <a:cs typeface="Cairo" pitchFamily="2" charset="-78"/>
          </a:endParaRPr>
        </a:p>
      </dsp:txBody>
      <dsp:txXfrm>
        <a:off x="1136514" y="668486"/>
        <a:ext cx="1042393" cy="1042393"/>
      </dsp:txXfrm>
    </dsp:sp>
    <dsp:sp modelId="{1662CE03-3AF9-4C41-BFF7-7C671E280AD6}">
      <dsp:nvSpPr>
        <dsp:cNvPr id="0" name=""/>
        <dsp:cNvSpPr/>
      </dsp:nvSpPr>
      <dsp:spPr>
        <a:xfrm rot="16200000">
          <a:off x="704740" y="1778970"/>
          <a:ext cx="1474167" cy="1474167"/>
        </a:xfrm>
        <a:prstGeom prst="pieWedge">
          <a:avLst/>
        </a:prstGeom>
        <a:solidFill>
          <a:schemeClr val="accent3">
            <a:hueOff val="2744775"/>
            <a:satOff val="16475"/>
            <a:lumOff val="1255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rtl="1">
            <a:lnSpc>
              <a:spcPct val="90000"/>
            </a:lnSpc>
            <a:spcBef>
              <a:spcPct val="0"/>
            </a:spcBef>
            <a:spcAft>
              <a:spcPct val="35000"/>
            </a:spcAft>
            <a:buNone/>
          </a:pPr>
          <a:r>
            <a:rPr lang="ar-EG" sz="800" b="1" kern="1200" dirty="0">
              <a:latin typeface="Cairo" pitchFamily="2" charset="-78"/>
              <a:cs typeface="Cairo" pitchFamily="2" charset="-78"/>
            </a:rPr>
            <a:t>3. عرض الميثاق على الجهة المستفيدة</a:t>
          </a:r>
          <a:endParaRPr lang="ar-EG" sz="800" kern="1200" dirty="0">
            <a:latin typeface="Cairo" pitchFamily="2" charset="-78"/>
            <a:cs typeface="Cairo" pitchFamily="2" charset="-78"/>
          </a:endParaRPr>
        </a:p>
      </dsp:txBody>
      <dsp:txXfrm rot="5400000">
        <a:off x="1136514" y="1778970"/>
        <a:ext cx="1042393" cy="1042393"/>
      </dsp:txXfrm>
    </dsp:sp>
    <dsp:sp modelId="{6365C477-BA98-41CF-A084-619280B0F863}">
      <dsp:nvSpPr>
        <dsp:cNvPr id="0" name=""/>
        <dsp:cNvSpPr/>
      </dsp:nvSpPr>
      <dsp:spPr>
        <a:xfrm rot="10800000">
          <a:off x="2246998" y="1778970"/>
          <a:ext cx="1474167" cy="1474167"/>
        </a:xfrm>
        <a:prstGeom prst="pieWedge">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56896" numCol="1" spcCol="1270" anchor="ctr" anchorCtr="0">
          <a:noAutofit/>
        </a:bodyPr>
        <a:lstStyle/>
        <a:p>
          <a:pPr marL="0" lvl="0" indent="0" algn="ctr" defTabSz="355600" rtl="1">
            <a:lnSpc>
              <a:spcPct val="90000"/>
            </a:lnSpc>
            <a:spcBef>
              <a:spcPct val="0"/>
            </a:spcBef>
            <a:spcAft>
              <a:spcPct val="35000"/>
            </a:spcAft>
            <a:buNone/>
          </a:pPr>
          <a:r>
            <a:rPr lang="ar-EG" sz="800" kern="1200" dirty="0">
              <a:latin typeface="Cairo" pitchFamily="2" charset="-78"/>
              <a:cs typeface="Cairo" pitchFamily="2" charset="-78"/>
            </a:rPr>
            <a:t>4. </a:t>
          </a:r>
          <a:r>
            <a:rPr lang="ar-EG" sz="800" b="1" kern="1200" dirty="0">
              <a:latin typeface="Cairo" pitchFamily="2" charset="-78"/>
              <a:cs typeface="Cairo" pitchFamily="2" charset="-78"/>
            </a:rPr>
            <a:t>الاعتماد الرسمي</a:t>
          </a:r>
          <a:endParaRPr lang="ar-EG" sz="800" kern="1200" dirty="0">
            <a:latin typeface="Cairo" pitchFamily="2" charset="-78"/>
            <a:cs typeface="Cairo" pitchFamily="2" charset="-78"/>
          </a:endParaRPr>
        </a:p>
      </dsp:txBody>
      <dsp:txXfrm rot="10800000">
        <a:off x="2246998" y="1778970"/>
        <a:ext cx="1042393" cy="1042393"/>
      </dsp:txXfrm>
    </dsp:sp>
    <dsp:sp modelId="{CC893066-F640-4D96-901B-2FA81111B4BE}">
      <dsp:nvSpPr>
        <dsp:cNvPr id="0" name=""/>
        <dsp:cNvSpPr/>
      </dsp:nvSpPr>
      <dsp:spPr>
        <a:xfrm rot="10800000">
          <a:off x="1958463" y="1438516"/>
          <a:ext cx="508979" cy="442590"/>
        </a:xfrm>
        <a:prstGeom prst="leftCircularArrow">
          <a:avLst/>
        </a:prstGeom>
        <a:solidFill>
          <a:schemeClr val="accent3">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4E2DDB-76BE-487D-B4D3-9103150A9911}">
      <dsp:nvSpPr>
        <dsp:cNvPr id="0" name=""/>
        <dsp:cNvSpPr/>
      </dsp:nvSpPr>
      <dsp:spPr>
        <a:xfrm>
          <a:off x="1958463" y="1608743"/>
          <a:ext cx="508979" cy="442590"/>
        </a:xfrm>
        <a:prstGeom prst="leftCircularArrow">
          <a:avLst/>
        </a:prstGeom>
        <a:solidFill>
          <a:schemeClr val="accent3">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EF65EB-92A1-F04A-D375-6FA3FDD3AB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BD2E56A-2DAD-8B6B-B8A6-FCFACA2A09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828E2E-0401-45AF-B0F3-B60211E7AC59}" type="datetimeFigureOut">
              <a:rPr lang="en-US" smtClean="0"/>
              <a:t>9/2/2025</a:t>
            </a:fld>
            <a:endParaRPr lang="en-US"/>
          </a:p>
        </p:txBody>
      </p:sp>
      <p:sp>
        <p:nvSpPr>
          <p:cNvPr id="4" name="Footer Placeholder 3">
            <a:extLst>
              <a:ext uri="{FF2B5EF4-FFF2-40B4-BE49-F238E27FC236}">
                <a16:creationId xmlns:a16="http://schemas.microsoft.com/office/drawing/2014/main" id="{7E30216B-2A0F-2D38-83A2-2495473B62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5F1FB8-8FCA-C856-0611-A76DBF91BD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58698B-A9C2-4FA2-825E-6355C6BF09A9}" type="slidenum">
              <a:rPr lang="en-US" smtClean="0"/>
              <a:t>‹#›</a:t>
            </a:fld>
            <a:endParaRPr lang="en-US"/>
          </a:p>
        </p:txBody>
      </p:sp>
    </p:spTree>
    <p:extLst>
      <p:ext uri="{BB962C8B-B14F-4D97-AF65-F5344CB8AC3E}">
        <p14:creationId xmlns:p14="http://schemas.microsoft.com/office/powerpoint/2010/main" val="27439005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Readex Pro SemiBold"/>
                <a:ea typeface="Readex Pro SemiBold"/>
                <a:cs typeface="Readex Pro SemiBold"/>
                <a:sym typeface="Readex Pro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Readex Pro SemiBold"/>
                <a:ea typeface="Readex Pro SemiBold"/>
                <a:cs typeface="Readex Pro SemiBold"/>
                <a:sym typeface="Readex Pro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Readex Pro SemiBold"/>
                <a:ea typeface="Readex Pro SemiBold"/>
                <a:cs typeface="Readex Pro SemiBold"/>
                <a:sym typeface="Readex Pro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ar-SA" sz="1200" b="0" i="0" u="none" strike="noStrike" cap="none">
                <a:solidFill>
                  <a:schemeClr val="dk1"/>
                </a:solidFill>
                <a:latin typeface="Readex Pro SemiBold"/>
                <a:ea typeface="Readex Pro SemiBold"/>
                <a:cs typeface="Readex Pro SemiBold"/>
                <a:sym typeface="Readex Pro SemiBold"/>
              </a:rPr>
              <a:t>‹#›</a:t>
            </a:fld>
            <a:endParaRPr sz="1200" b="0" i="0" u="none" strike="noStrike" cap="none" dirty="0">
              <a:solidFill>
                <a:schemeClr val="dk1"/>
              </a:solidFill>
              <a:latin typeface="Readex Pro SemiBold"/>
              <a:ea typeface="Readex Pro SemiBold"/>
              <a:cs typeface="Readex Pro SemiBold"/>
              <a:sym typeface="Readex Pro SemiBo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596B6E1-0EC1-44C8-B85E-BBFAB6009A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9869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3">
          <a:extLst>
            <a:ext uri="{FF2B5EF4-FFF2-40B4-BE49-F238E27FC236}">
              <a16:creationId xmlns:a16="http://schemas.microsoft.com/office/drawing/2014/main" id="{450E81D9-C600-2E50-32C5-3595EC666E66}"/>
            </a:ext>
          </a:extLst>
        </p:cNvPr>
        <p:cNvGrpSpPr/>
        <p:nvPr/>
      </p:nvGrpSpPr>
      <p:grpSpPr>
        <a:xfrm>
          <a:off x="0" y="0"/>
          <a:ext cx="0" cy="0"/>
          <a:chOff x="0" y="0"/>
          <a:chExt cx="0" cy="0"/>
        </a:xfrm>
      </p:grpSpPr>
      <p:sp>
        <p:nvSpPr>
          <p:cNvPr id="7984" name="Google Shape;7984;p11:notes">
            <a:extLst>
              <a:ext uri="{FF2B5EF4-FFF2-40B4-BE49-F238E27FC236}">
                <a16:creationId xmlns:a16="http://schemas.microsoft.com/office/drawing/2014/main" id="{88F9BCB2-729E-D79D-FAE1-300B2CA0A2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5" name="Google Shape;7985;p11:notes">
            <a:extLst>
              <a:ext uri="{FF2B5EF4-FFF2-40B4-BE49-F238E27FC236}">
                <a16:creationId xmlns:a16="http://schemas.microsoft.com/office/drawing/2014/main" id="{CD8051ED-CB16-135E-A1D4-897BE33FCA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Readex Pro SemiBold"/>
              <a:ea typeface="Readex Pro SemiBold"/>
              <a:cs typeface="Readex Pro SemiBold"/>
              <a:sym typeface="Readex Pro SemiBold"/>
            </a:endParaRPr>
          </a:p>
        </p:txBody>
      </p:sp>
      <p:sp>
        <p:nvSpPr>
          <p:cNvPr id="7986" name="Google Shape;7986;p11:notes">
            <a:extLst>
              <a:ext uri="{FF2B5EF4-FFF2-40B4-BE49-F238E27FC236}">
                <a16:creationId xmlns:a16="http://schemas.microsoft.com/office/drawing/2014/main" id="{B8308D98-F52E-D178-4E0E-85C85C16D57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ar-SA" sz="1200" u="none" strike="noStrike" cap="none">
                <a:solidFill>
                  <a:srgbClr val="000000"/>
                </a:solidFill>
              </a:rPr>
              <a:t>3</a:t>
            </a:fld>
            <a:endParaRPr sz="1200" u="none" strike="noStrike" cap="none" dirty="0">
              <a:solidFill>
                <a:srgbClr val="000000"/>
              </a:solidFill>
            </a:endParaRPr>
          </a:p>
        </p:txBody>
      </p:sp>
    </p:spTree>
    <p:extLst>
      <p:ext uri="{BB962C8B-B14F-4D97-AF65-F5344CB8AC3E}">
        <p14:creationId xmlns:p14="http://schemas.microsoft.com/office/powerpoint/2010/main" val="3487608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3">
          <a:extLst>
            <a:ext uri="{FF2B5EF4-FFF2-40B4-BE49-F238E27FC236}">
              <a16:creationId xmlns:a16="http://schemas.microsoft.com/office/drawing/2014/main" id="{134ABFFC-A806-3CD6-43B9-8A1F40C42D6A}"/>
            </a:ext>
          </a:extLst>
        </p:cNvPr>
        <p:cNvGrpSpPr/>
        <p:nvPr/>
      </p:nvGrpSpPr>
      <p:grpSpPr>
        <a:xfrm>
          <a:off x="0" y="0"/>
          <a:ext cx="0" cy="0"/>
          <a:chOff x="0" y="0"/>
          <a:chExt cx="0" cy="0"/>
        </a:xfrm>
      </p:grpSpPr>
      <p:sp>
        <p:nvSpPr>
          <p:cNvPr id="7984" name="Google Shape;7984;p11:notes">
            <a:extLst>
              <a:ext uri="{FF2B5EF4-FFF2-40B4-BE49-F238E27FC236}">
                <a16:creationId xmlns:a16="http://schemas.microsoft.com/office/drawing/2014/main" id="{F2C1EA98-554C-9BBC-EB17-CFCB23EB61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5" name="Google Shape;7985;p11:notes">
            <a:extLst>
              <a:ext uri="{FF2B5EF4-FFF2-40B4-BE49-F238E27FC236}">
                <a16:creationId xmlns:a16="http://schemas.microsoft.com/office/drawing/2014/main" id="{92B27339-EA53-9C93-2316-7D88C7C058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Readex Pro SemiBold"/>
              <a:ea typeface="Readex Pro SemiBold"/>
              <a:cs typeface="Readex Pro SemiBold"/>
              <a:sym typeface="Readex Pro SemiBold"/>
            </a:endParaRPr>
          </a:p>
        </p:txBody>
      </p:sp>
      <p:sp>
        <p:nvSpPr>
          <p:cNvPr id="7986" name="Google Shape;7986;p11:notes">
            <a:extLst>
              <a:ext uri="{FF2B5EF4-FFF2-40B4-BE49-F238E27FC236}">
                <a16:creationId xmlns:a16="http://schemas.microsoft.com/office/drawing/2014/main" id="{F88DD957-E32B-B1BE-A5A0-F302E26C4EE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ar-SA" sz="1200" u="none" strike="noStrike" cap="none">
                <a:solidFill>
                  <a:srgbClr val="000000"/>
                </a:solidFill>
              </a:rPr>
              <a:t>4</a:t>
            </a:fld>
            <a:endParaRPr sz="1200" u="none" strike="noStrike" cap="none" dirty="0">
              <a:solidFill>
                <a:srgbClr val="000000"/>
              </a:solidFill>
            </a:endParaRPr>
          </a:p>
        </p:txBody>
      </p:sp>
    </p:spTree>
    <p:extLst>
      <p:ext uri="{BB962C8B-B14F-4D97-AF65-F5344CB8AC3E}">
        <p14:creationId xmlns:p14="http://schemas.microsoft.com/office/powerpoint/2010/main" val="3144000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4">
          <a:extLst>
            <a:ext uri="{FF2B5EF4-FFF2-40B4-BE49-F238E27FC236}">
              <a16:creationId xmlns:a16="http://schemas.microsoft.com/office/drawing/2014/main" id="{004602F3-EC68-67A9-BCF0-2AA03244A6B5}"/>
            </a:ext>
          </a:extLst>
        </p:cNvPr>
        <p:cNvGrpSpPr/>
        <p:nvPr/>
      </p:nvGrpSpPr>
      <p:grpSpPr>
        <a:xfrm>
          <a:off x="0" y="0"/>
          <a:ext cx="0" cy="0"/>
          <a:chOff x="0" y="0"/>
          <a:chExt cx="0" cy="0"/>
        </a:xfrm>
      </p:grpSpPr>
      <p:sp>
        <p:nvSpPr>
          <p:cNvPr id="9295" name="Google Shape;9295;p49:notes">
            <a:extLst>
              <a:ext uri="{FF2B5EF4-FFF2-40B4-BE49-F238E27FC236}">
                <a16:creationId xmlns:a16="http://schemas.microsoft.com/office/drawing/2014/main" id="{D2D29EE0-0951-1818-F842-AC942A0FD3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6" name="Google Shape;9296;p49:notes">
            <a:extLst>
              <a:ext uri="{FF2B5EF4-FFF2-40B4-BE49-F238E27FC236}">
                <a16:creationId xmlns:a16="http://schemas.microsoft.com/office/drawing/2014/main" id="{EAEBCF91-2F6D-8E17-CF22-5AC6F4A5B2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Readex Pro SemiBold"/>
              <a:ea typeface="Readex Pro SemiBold"/>
              <a:cs typeface="Readex Pro SemiBold"/>
              <a:sym typeface="Readex Pro SemiBold"/>
            </a:endParaRPr>
          </a:p>
        </p:txBody>
      </p:sp>
      <p:sp>
        <p:nvSpPr>
          <p:cNvPr id="9297" name="Google Shape;9297;p49:notes">
            <a:extLst>
              <a:ext uri="{FF2B5EF4-FFF2-40B4-BE49-F238E27FC236}">
                <a16:creationId xmlns:a16="http://schemas.microsoft.com/office/drawing/2014/main" id="{3105DAD2-AC50-1C63-7FDD-18C5EAF5508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ar-SA" sz="1200" u="none" strike="noStrike" cap="none">
                <a:solidFill>
                  <a:srgbClr val="000000"/>
                </a:solidFill>
              </a:rPr>
              <a:t>7</a:t>
            </a:fld>
            <a:endParaRPr sz="1200" u="none" strike="noStrike" cap="none" dirty="0">
              <a:solidFill>
                <a:srgbClr val="000000"/>
              </a:solidFill>
            </a:endParaRPr>
          </a:p>
        </p:txBody>
      </p:sp>
    </p:spTree>
    <p:extLst>
      <p:ext uri="{BB962C8B-B14F-4D97-AF65-F5344CB8AC3E}">
        <p14:creationId xmlns:p14="http://schemas.microsoft.com/office/powerpoint/2010/main" val="1069391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279887661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242278323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252645650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250894954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36097818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295080265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108932511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17210187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350527061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353952123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192948644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1">
          <a:blip r:embed="rId2">
            <a:alphaModFix amt="22000"/>
            <a:lum/>
          </a:blip>
          <a:srcRect/>
          <a:stretch>
            <a:fillRect l="8000" t="-2000" r="-1000" b="-3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A1C9-C4D2-CDFA-A8EC-D16B792CAA05}"/>
              </a:ext>
            </a:extLst>
          </p:cNvPr>
          <p:cNvSpPr>
            <a:spLocks noGrp="1"/>
          </p:cNvSpPr>
          <p:nvPr>
            <p:ph type="title"/>
          </p:nvPr>
        </p:nvSpPr>
        <p:spPr>
          <a:xfrm>
            <a:off x="838201" y="365127"/>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432548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الأنشطة الرئيسية" userDrawn="1">
  <p:cSld name="الأنشطة الرئيسية">
    <p:bg>
      <p:bgPr>
        <a:solidFill>
          <a:schemeClr val="lt1"/>
        </a:solidFill>
        <a:effectLst/>
      </p:bgPr>
    </p:bg>
    <p:spTree>
      <p:nvGrpSpPr>
        <p:cNvPr id="1" name="Shape 461"/>
        <p:cNvGrpSpPr/>
        <p:nvPr/>
      </p:nvGrpSpPr>
      <p:grpSpPr>
        <a:xfrm>
          <a:off x="0" y="0"/>
          <a:ext cx="0" cy="0"/>
          <a:chOff x="0" y="0"/>
          <a:chExt cx="0" cy="0"/>
        </a:xfrm>
      </p:grpSpPr>
      <p:sp>
        <p:nvSpPr>
          <p:cNvPr id="477" name="Google Shape;477;p381"/>
          <p:cNvSpPr txBox="1">
            <a:spLocks noGrp="1"/>
          </p:cNvSpPr>
          <p:nvPr>
            <p:ph type="body" idx="1"/>
          </p:nvPr>
        </p:nvSpPr>
        <p:spPr>
          <a:xfrm>
            <a:off x="7180264" y="371883"/>
            <a:ext cx="4413973" cy="231685"/>
          </a:xfrm>
          <a:prstGeom prst="rect">
            <a:avLst/>
          </a:prstGeom>
          <a:noFill/>
          <a:ln>
            <a:noFill/>
          </a:ln>
        </p:spPr>
        <p:txBody>
          <a:bodyPr spcFirstLastPara="1" wrap="square" lIns="91425" tIns="45700" rIns="91425" bIns="45700" anchor="t" anchorCtr="0">
            <a:noAutofit/>
          </a:bodyPr>
          <a:lstStyle>
            <a:lvl1pPr marL="562722" marR="0" lvl="0" indent="-459165" algn="r" rtl="1">
              <a:lnSpc>
                <a:spcPct val="90000"/>
              </a:lnSpc>
              <a:spcBef>
                <a:spcPts val="1001"/>
              </a:spcBef>
              <a:spcAft>
                <a:spcPts val="0"/>
              </a:spcAft>
              <a:buClr>
                <a:schemeClr val="dk1"/>
              </a:buClr>
              <a:buSzPts val="2275"/>
              <a:buFont typeface="Arial"/>
              <a:buChar char="•"/>
              <a:defRPr sz="2800" b="0" i="0" u="none" strike="noStrike" cap="none">
                <a:solidFill>
                  <a:schemeClr val="dk1"/>
                </a:solidFill>
                <a:latin typeface="Readex Pro"/>
                <a:ea typeface="Readex Pro"/>
                <a:cs typeface="Readex Pro"/>
                <a:sym typeface="Readex Pro"/>
              </a:defRPr>
            </a:lvl1pPr>
            <a:lvl2pPr marL="1125444" marR="0" lvl="1" indent="-433765" algn="r" rtl="1">
              <a:lnSpc>
                <a:spcPct val="90000"/>
              </a:lnSpc>
              <a:spcBef>
                <a:spcPts val="500"/>
              </a:spcBef>
              <a:spcAft>
                <a:spcPts val="0"/>
              </a:spcAft>
              <a:buClr>
                <a:schemeClr val="dk1"/>
              </a:buClr>
              <a:buSzPts val="1950"/>
              <a:buFont typeface="Arial"/>
              <a:buChar char="•"/>
              <a:defRPr sz="2400" b="0" i="0" u="none" strike="noStrike" cap="none">
                <a:solidFill>
                  <a:schemeClr val="dk1"/>
                </a:solidFill>
                <a:latin typeface="Readex Pro"/>
                <a:ea typeface="Readex Pro"/>
                <a:cs typeface="Readex Pro"/>
                <a:sym typeface="Readex Pro"/>
              </a:defRPr>
            </a:lvl2pPr>
            <a:lvl3pPr marL="1688165" marR="0" lvl="2" indent="-408363" algn="r" rtl="1">
              <a:lnSpc>
                <a:spcPct val="90000"/>
              </a:lnSpc>
              <a:spcBef>
                <a:spcPts val="500"/>
              </a:spcBef>
              <a:spcAft>
                <a:spcPts val="0"/>
              </a:spcAft>
              <a:buClr>
                <a:schemeClr val="dk1"/>
              </a:buClr>
              <a:buSzPts val="1625"/>
              <a:buFont typeface="Arial"/>
              <a:buChar char="•"/>
              <a:defRPr sz="2000" b="0" i="0" u="none" strike="noStrike" cap="none">
                <a:solidFill>
                  <a:schemeClr val="dk1"/>
                </a:solidFill>
                <a:latin typeface="Readex Pro"/>
                <a:ea typeface="Readex Pro"/>
                <a:cs typeface="Readex Pro"/>
                <a:sym typeface="Readex Pro"/>
              </a:defRPr>
            </a:lvl3pPr>
            <a:lvl4pPr marL="2250887" marR="0" lvl="3" indent="-395702" algn="r" rtl="1">
              <a:lnSpc>
                <a:spcPct val="90000"/>
              </a:lnSpc>
              <a:spcBef>
                <a:spcPts val="500"/>
              </a:spcBef>
              <a:spcAft>
                <a:spcPts val="0"/>
              </a:spcAft>
              <a:buClr>
                <a:schemeClr val="dk1"/>
              </a:buClr>
              <a:buSzPts val="1463"/>
              <a:buFont typeface="Arial"/>
              <a:buChar char="•"/>
              <a:defRPr sz="1801" b="0" i="0" u="none" strike="noStrike" cap="none">
                <a:solidFill>
                  <a:schemeClr val="dk1"/>
                </a:solidFill>
                <a:latin typeface="Readex Pro"/>
                <a:ea typeface="Readex Pro"/>
                <a:cs typeface="Readex Pro"/>
                <a:sym typeface="Readex Pro"/>
              </a:defRPr>
            </a:lvl4pPr>
            <a:lvl5pPr marL="2813609" marR="0" lvl="4" indent="-281361" algn="r" rtl="1">
              <a:lnSpc>
                <a:spcPct val="90000"/>
              </a:lnSpc>
              <a:spcBef>
                <a:spcPts val="500"/>
              </a:spcBef>
              <a:spcAft>
                <a:spcPts val="0"/>
              </a:spcAft>
              <a:buClr>
                <a:srgbClr val="000000"/>
              </a:buClr>
              <a:buSzPts val="1000"/>
              <a:buFont typeface="Arial"/>
              <a:buNone/>
              <a:defRPr sz="1231" b="0" i="0" u="none" strike="noStrike" cap="none">
                <a:solidFill>
                  <a:schemeClr val="accent2"/>
                </a:solidFill>
                <a:latin typeface="Readex Pro SemiBold"/>
                <a:ea typeface="Readex Pro SemiBold"/>
                <a:cs typeface="Readex Pro SemiBold"/>
                <a:sym typeface="Readex Pro SemiBold"/>
              </a:defRPr>
            </a:lvl5pPr>
            <a:lvl6pPr marL="3376331" marR="0" lvl="5" indent="-395702" algn="r" rtl="1">
              <a:lnSpc>
                <a:spcPct val="90000"/>
              </a:lnSpc>
              <a:spcBef>
                <a:spcPts val="500"/>
              </a:spcBef>
              <a:spcAft>
                <a:spcPts val="0"/>
              </a:spcAft>
              <a:buClr>
                <a:schemeClr val="dk1"/>
              </a:buClr>
              <a:buSzPts val="1463"/>
              <a:buFont typeface="Arial"/>
              <a:buChar char="•"/>
              <a:defRPr sz="1801" b="0" i="0" u="none" strike="noStrike" cap="none">
                <a:solidFill>
                  <a:schemeClr val="dk1"/>
                </a:solidFill>
                <a:latin typeface="Readex Pro"/>
                <a:ea typeface="Readex Pro"/>
                <a:cs typeface="Readex Pro"/>
                <a:sym typeface="Readex Pro"/>
              </a:defRPr>
            </a:lvl6pPr>
            <a:lvl7pPr marL="3939052" marR="0" lvl="6" indent="-395702" algn="r" rtl="1">
              <a:lnSpc>
                <a:spcPct val="90000"/>
              </a:lnSpc>
              <a:spcBef>
                <a:spcPts val="500"/>
              </a:spcBef>
              <a:spcAft>
                <a:spcPts val="0"/>
              </a:spcAft>
              <a:buClr>
                <a:schemeClr val="dk1"/>
              </a:buClr>
              <a:buSzPts val="1463"/>
              <a:buFont typeface="Arial"/>
              <a:buChar char="•"/>
              <a:defRPr sz="1801" b="0" i="0" u="none" strike="noStrike" cap="none">
                <a:solidFill>
                  <a:schemeClr val="dk1"/>
                </a:solidFill>
                <a:latin typeface="Readex Pro"/>
                <a:ea typeface="Readex Pro"/>
                <a:cs typeface="Readex Pro"/>
                <a:sym typeface="Readex Pro"/>
              </a:defRPr>
            </a:lvl7pPr>
            <a:lvl8pPr marL="4501774" marR="0" lvl="7" indent="-395702" algn="r" rtl="1">
              <a:lnSpc>
                <a:spcPct val="90000"/>
              </a:lnSpc>
              <a:spcBef>
                <a:spcPts val="500"/>
              </a:spcBef>
              <a:spcAft>
                <a:spcPts val="0"/>
              </a:spcAft>
              <a:buClr>
                <a:schemeClr val="dk1"/>
              </a:buClr>
              <a:buSzPts val="1463"/>
              <a:buFont typeface="Arial"/>
              <a:buChar char="•"/>
              <a:defRPr sz="1801" b="0" i="0" u="none" strike="noStrike" cap="none">
                <a:solidFill>
                  <a:schemeClr val="dk1"/>
                </a:solidFill>
                <a:latin typeface="Readex Pro"/>
                <a:ea typeface="Readex Pro"/>
                <a:cs typeface="Readex Pro"/>
                <a:sym typeface="Readex Pro"/>
              </a:defRPr>
            </a:lvl8pPr>
            <a:lvl9pPr marL="5064496" marR="0" lvl="8" indent="-395702" algn="r" rtl="1">
              <a:lnSpc>
                <a:spcPct val="90000"/>
              </a:lnSpc>
              <a:spcBef>
                <a:spcPts val="500"/>
              </a:spcBef>
              <a:spcAft>
                <a:spcPts val="0"/>
              </a:spcAft>
              <a:buClr>
                <a:schemeClr val="dk1"/>
              </a:buClr>
              <a:buSzPts val="1463"/>
              <a:buFont typeface="Arial"/>
              <a:buChar char="•"/>
              <a:defRPr sz="1801" b="0" i="0" u="none" strike="noStrike" cap="none">
                <a:solidFill>
                  <a:schemeClr val="dk1"/>
                </a:solidFill>
                <a:latin typeface="Readex Pro"/>
                <a:ea typeface="Readex Pro"/>
                <a:cs typeface="Readex Pro"/>
                <a:sym typeface="Readex Pro"/>
              </a:defRPr>
            </a:lvl9pPr>
          </a:lstStyle>
          <a:p>
            <a:endParaRPr/>
          </a:p>
        </p:txBody>
      </p:sp>
      <p:sp>
        <p:nvSpPr>
          <p:cNvPr id="5" name="Title 4">
            <a:extLst>
              <a:ext uri="{FF2B5EF4-FFF2-40B4-BE49-F238E27FC236}">
                <a16:creationId xmlns:a16="http://schemas.microsoft.com/office/drawing/2014/main" id="{D2A377DB-3126-8AE4-072D-27198E0DA824}"/>
              </a:ext>
            </a:extLst>
          </p:cNvPr>
          <p:cNvSpPr>
            <a:spLocks noGrp="1"/>
          </p:cNvSpPr>
          <p:nvPr>
            <p:ph type="title"/>
          </p:nvPr>
        </p:nvSpPr>
        <p:spPr/>
        <p:txBody>
          <a:bodyPr/>
          <a:lstStyle/>
          <a:p>
            <a:r>
              <a:rPr lang="en-US"/>
              <a:t>Click to edit Master title style</a:t>
            </a:r>
            <a:endParaRPr lang="ar-SA"/>
          </a:p>
        </p:txBody>
      </p:sp>
      <p:sp>
        <p:nvSpPr>
          <p:cNvPr id="6" name="Date Placeholder 5">
            <a:extLst>
              <a:ext uri="{FF2B5EF4-FFF2-40B4-BE49-F238E27FC236}">
                <a16:creationId xmlns:a16="http://schemas.microsoft.com/office/drawing/2014/main" id="{26B60890-5E45-9AF3-DFAC-04EFB4BD1846}"/>
              </a:ext>
            </a:extLst>
          </p:cNvPr>
          <p:cNvSpPr>
            <a:spLocks noGrp="1"/>
          </p:cNvSpPr>
          <p:nvPr>
            <p:ph type="dt" sz="half" idx="10"/>
          </p:nvPr>
        </p:nvSpPr>
        <p:spPr/>
        <p:txBody>
          <a:bodyPr/>
          <a:lstStyle/>
          <a:p>
            <a:fld id="{D69FECFF-E9E1-48B0-8090-EC8D6DC3F0BA}" type="datetimeFigureOut">
              <a:rPr lang="en-US" smtClean="0"/>
              <a:t>9/2/2025</a:t>
            </a:fld>
            <a:endParaRPr lang="en-US" dirty="0"/>
          </a:p>
        </p:txBody>
      </p:sp>
      <p:sp>
        <p:nvSpPr>
          <p:cNvPr id="7" name="Footer Placeholder 6">
            <a:extLst>
              <a:ext uri="{FF2B5EF4-FFF2-40B4-BE49-F238E27FC236}">
                <a16:creationId xmlns:a16="http://schemas.microsoft.com/office/drawing/2014/main" id="{C20ACADB-7B93-F4A3-938A-FE5065035A05}"/>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7640C681-80EA-7280-4893-CD9292F53FF6}"/>
              </a:ext>
            </a:extLst>
          </p:cNvPr>
          <p:cNvSpPr>
            <a:spLocks noGrp="1"/>
          </p:cNvSpPr>
          <p:nvPr>
            <p:ph type="sldNum" sz="quarter" idx="12"/>
          </p:nvPr>
        </p:nvSpPr>
        <p:spPr/>
        <p:txBody>
          <a:bodyPr/>
          <a:lstStyle/>
          <a:p>
            <a:fld id="{8DA4F446-54BD-47E9-8F45-E0EC829FD260}" type="slidenum">
              <a:rPr lang="en-US" smtClean="0"/>
              <a:t>‹#›</a:t>
            </a:fld>
            <a:endParaRPr lang="en-US" dirty="0"/>
          </a:p>
        </p:txBody>
      </p:sp>
    </p:spTree>
    <p:extLst>
      <p:ext uri="{BB962C8B-B14F-4D97-AF65-F5344CB8AC3E}">
        <p14:creationId xmlns:p14="http://schemas.microsoft.com/office/powerpoint/2010/main" val="2043306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A blue and black logo&#10;&#10;AI-generated content may be incorrect.">
            <a:extLst>
              <a:ext uri="{FF2B5EF4-FFF2-40B4-BE49-F238E27FC236}">
                <a16:creationId xmlns:a16="http://schemas.microsoft.com/office/drawing/2014/main" id="{B47A72F7-B16E-5D28-71AF-2A59A8D3C739}"/>
              </a:ext>
            </a:extLst>
          </p:cNvPr>
          <p:cNvPicPr>
            <a:picLocks noChangeAspect="1"/>
          </p:cNvPicPr>
          <p:nvPr userDrawn="1"/>
        </p:nvPicPr>
        <p:blipFill>
          <a:blip r:embed="rId15">
            <a:alphaModFix amt="5000"/>
          </a:blip>
          <a:stretch>
            <a:fillRect/>
          </a:stretch>
        </p:blipFill>
        <p:spPr>
          <a:xfrm>
            <a:off x="1658702" y="1159494"/>
            <a:ext cx="8874597" cy="4539013"/>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9FECFF-E9E1-48B0-8090-EC8D6DC3F0BA}" type="datetimeFigureOut">
              <a:rPr lang="en-US" smtClean="0"/>
              <a:t>9/2/2025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A4F446-54BD-47E9-8F45-E0EC829FD260}" type="slidenum">
              <a:rPr lang="en-US" smtClean="0"/>
              <a:t>‹#›</a:t>
            </a:fld>
            <a:endParaRPr lang="en-US" dirty="0"/>
          </a:p>
        </p:txBody>
      </p:sp>
      <p:pic>
        <p:nvPicPr>
          <p:cNvPr id="8" name="Picture 7" descr="powerpoint per-02.png">
            <a:extLst>
              <a:ext uri="{FF2B5EF4-FFF2-40B4-BE49-F238E27FC236}">
                <a16:creationId xmlns:a16="http://schemas.microsoft.com/office/drawing/2014/main" id="{F4C78875-A37F-1CFD-DBD1-506422C66756}"/>
              </a:ext>
            </a:extLst>
          </p:cNvPr>
          <p:cNvPicPr>
            <a:picLocks noChangeAspect="1"/>
          </p:cNvPicPr>
          <p:nvPr userDrawn="1"/>
        </p:nvPicPr>
        <p:blipFill>
          <a:blip r:embed="rId16">
            <a:alphaModFix/>
            <a:extLst>
              <a:ext uri="{28A0092B-C50C-407E-A947-70E740481C1C}">
                <a14:useLocalDpi xmlns:a14="http://schemas.microsoft.com/office/drawing/2010/main" val="0"/>
              </a:ext>
            </a:extLst>
          </a:blip>
          <a:stretch>
            <a:fillRect/>
          </a:stretch>
        </p:blipFill>
        <p:spPr>
          <a:xfrm>
            <a:off x="3052881" y="1715279"/>
            <a:ext cx="9135879" cy="5143500"/>
          </a:xfrm>
          <a:prstGeom prst="rect">
            <a:avLst/>
          </a:prstGeom>
        </p:spPr>
      </p:pic>
      <p:pic>
        <p:nvPicPr>
          <p:cNvPr id="10" name="Picture 9" descr="A blue and black logo&#10;&#10;AI-generated content may be incorrect.">
            <a:extLst>
              <a:ext uri="{FF2B5EF4-FFF2-40B4-BE49-F238E27FC236}">
                <a16:creationId xmlns:a16="http://schemas.microsoft.com/office/drawing/2014/main" id="{250C133C-581E-0E10-3C67-3EABEE9C72A3}"/>
              </a:ext>
            </a:extLst>
          </p:cNvPr>
          <p:cNvPicPr>
            <a:picLocks noChangeAspect="1"/>
          </p:cNvPicPr>
          <p:nvPr userDrawn="1"/>
        </p:nvPicPr>
        <p:blipFill>
          <a:blip r:embed="rId17"/>
          <a:stretch>
            <a:fillRect/>
          </a:stretch>
        </p:blipFill>
        <p:spPr>
          <a:xfrm>
            <a:off x="94270" y="94268"/>
            <a:ext cx="1344705" cy="471340"/>
          </a:xfrm>
          <a:prstGeom prst="rect">
            <a:avLst/>
          </a:prstGeom>
        </p:spPr>
      </p:pic>
    </p:spTree>
    <p:extLst>
      <p:ext uri="{BB962C8B-B14F-4D97-AF65-F5344CB8AC3E}">
        <p14:creationId xmlns:p14="http://schemas.microsoft.com/office/powerpoint/2010/main" val="141991701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83" r:id="rId12"/>
    <p:sldLayoutId id="214748369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internetgovernance.org/2023/12/01/the-narrative-december-1-2023/humanusesmartphonewithonlinebankingdigitaltechnologymobilebanking/" TargetMode="External"/><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6.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slide" Target="slide3.xml"/><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slide" Target="slide3.xml"/><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13" Type="http://schemas.microsoft.com/office/2007/relationships/diagramDrawing" Target="../diagrams/drawing5.xml"/><Relationship Id="rId3" Type="http://schemas.openxmlformats.org/officeDocument/2006/relationships/slide" Target="slide3.xml"/><Relationship Id="rId7" Type="http://schemas.openxmlformats.org/officeDocument/2006/relationships/diagramColors" Target="../diagrams/colors4.xml"/><Relationship Id="rId12" Type="http://schemas.openxmlformats.org/officeDocument/2006/relationships/diagramColors" Target="../diagrams/colors5.xml"/><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diagramQuickStyle" Target="../diagrams/quickStyle4.xml"/><Relationship Id="rId11" Type="http://schemas.openxmlformats.org/officeDocument/2006/relationships/diagramQuickStyle" Target="../diagrams/quickStyle5.xml"/><Relationship Id="rId5" Type="http://schemas.openxmlformats.org/officeDocument/2006/relationships/diagramLayout" Target="../diagrams/layout4.xml"/><Relationship Id="rId10" Type="http://schemas.openxmlformats.org/officeDocument/2006/relationships/diagramLayout" Target="../diagrams/layout5.xml"/><Relationship Id="rId4" Type="http://schemas.openxmlformats.org/officeDocument/2006/relationships/diagramData" Target="../diagrams/data4.xml"/><Relationship Id="rId9"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slide" Target="slide3.xml"/><Relationship Id="rId5" Type="http://schemas.openxmlformats.org/officeDocument/2006/relationships/image" Target="../media/image6.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cxnSpLocks/>
          </p:cNvCxnSpPr>
          <p:nvPr/>
        </p:nvCxnSpPr>
        <p:spPr>
          <a:xfrm>
            <a:off x="3581400" y="3874330"/>
            <a:ext cx="5029200" cy="0"/>
          </a:xfrm>
          <a:prstGeom prst="line">
            <a:avLst/>
          </a:prstGeom>
          <a:ln w="19050" cap="flat" cmpd="sng" algn="ctr">
            <a:solidFill>
              <a:srgbClr val="8898A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Rectangle 13">
            <a:extLst>
              <a:ext uri="{FF2B5EF4-FFF2-40B4-BE49-F238E27FC236}">
                <a16:creationId xmlns:a16="http://schemas.microsoft.com/office/drawing/2014/main" id="{7E4B4D14-671C-AFD8-0881-40BE505206A5}"/>
              </a:ext>
            </a:extLst>
          </p:cNvPr>
          <p:cNvSpPr/>
          <p:nvPr/>
        </p:nvSpPr>
        <p:spPr bwMode="auto">
          <a:xfrm>
            <a:off x="2616734" y="4471265"/>
            <a:ext cx="6958532" cy="1345725"/>
          </a:xfrm>
          <a:prstGeom prst="flowChartDocument">
            <a:avLst/>
          </a:prstGeom>
          <a:noFill/>
          <a:ln>
            <a:noFill/>
          </a:ln>
        </p:spPr>
        <p:txBody>
          <a:bodyPr vert="horz" wrap="square" lIns="91440" tIns="45721" rIns="91440" bIns="45721" numCol="1" rtlCol="0" anchor="ctr" anchorCtr="0" compatLnSpc="1"/>
          <a:lstStyle/>
          <a:p>
            <a:pPr algn="ctr" defTabSz="457211" rtl="1">
              <a:buClrTx/>
            </a:pPr>
            <a:r>
              <a:rPr lang="ar-EG" sz="2000" b="1" dirty="0">
                <a:solidFill>
                  <a:srgbClr val="10AFB2"/>
                </a:solidFill>
                <a:latin typeface="Cairo" pitchFamily="2" charset="-78"/>
                <a:cs typeface="Cairo" pitchFamily="2" charset="-78"/>
              </a:rPr>
              <a:t>تنفيذ الخدمات الاستشارية للالتزام الإستراتيجي </a:t>
            </a:r>
            <a:br>
              <a:rPr lang="ar-EG" sz="2000" b="1" dirty="0">
                <a:solidFill>
                  <a:srgbClr val="10AFB2"/>
                </a:solidFill>
                <a:latin typeface="Cairo" pitchFamily="2" charset="-78"/>
                <a:cs typeface="Cairo" pitchFamily="2" charset="-78"/>
              </a:rPr>
            </a:br>
            <a:r>
              <a:rPr lang="ar-EG" sz="2000" b="1" dirty="0">
                <a:solidFill>
                  <a:srgbClr val="10AFB2"/>
                </a:solidFill>
                <a:latin typeface="Cairo" pitchFamily="2" charset="-78"/>
                <a:cs typeface="Cairo" pitchFamily="2" charset="-78"/>
              </a:rPr>
              <a:t>للأمن السيبراني</a:t>
            </a:r>
          </a:p>
          <a:p>
            <a:pPr algn="ctr" defTabSz="457211" rtl="1">
              <a:buClrTx/>
            </a:pPr>
            <a:endParaRPr lang="ar-EG" b="1" dirty="0">
              <a:solidFill>
                <a:srgbClr val="10AFB2"/>
              </a:solidFill>
              <a:latin typeface="Cairo" pitchFamily="2" charset="-78"/>
              <a:cs typeface="Cairo" pitchFamily="2" charset="-78"/>
            </a:endParaRPr>
          </a:p>
          <a:p>
            <a:pPr algn="ctr" defTabSz="457211" rtl="1">
              <a:buClrTx/>
            </a:pPr>
            <a:r>
              <a:rPr lang="ar-EG" sz="1200" b="1" dirty="0">
                <a:solidFill>
                  <a:srgbClr val="10AFB2"/>
                </a:solidFill>
                <a:latin typeface="Cairo" pitchFamily="2" charset="-78"/>
                <a:cs typeface="Cairo" pitchFamily="2" charset="-78"/>
              </a:rPr>
              <a:t>رقم المنافسة 8461 </a:t>
            </a:r>
          </a:p>
          <a:p>
            <a:pPr algn="ctr" defTabSz="457211" rtl="1">
              <a:buClrTx/>
            </a:pPr>
            <a:r>
              <a:rPr lang="ar-EG" sz="1200" b="1" kern="1200" dirty="0">
                <a:solidFill>
                  <a:srgbClr val="10AFB2"/>
                </a:solidFill>
                <a:latin typeface="Cairo" pitchFamily="2" charset="-78"/>
                <a:cs typeface="Cairo" pitchFamily="2" charset="-78"/>
              </a:rPr>
              <a:t>مدة المشروع - 12 شهراً</a:t>
            </a:r>
          </a:p>
          <a:p>
            <a:pPr algn="ctr" defTabSz="457211" rtl="1">
              <a:buClrTx/>
            </a:pPr>
            <a:r>
              <a:rPr lang="ar-EG" sz="1200" b="1" dirty="0">
                <a:solidFill>
                  <a:srgbClr val="10AFB2"/>
                </a:solidFill>
                <a:latin typeface="Cairo" pitchFamily="2" charset="-78"/>
                <a:cs typeface="Cairo" pitchFamily="2" charset="-78"/>
              </a:rPr>
              <a:t>موقع المشروع – مجلس الضمان الصحي - الرياض</a:t>
            </a:r>
            <a:endParaRPr lang="ar-EG" sz="1200" b="1" kern="1200" dirty="0">
              <a:solidFill>
                <a:srgbClr val="10AFB2"/>
              </a:solidFill>
              <a:latin typeface="Cairo" pitchFamily="2" charset="-78"/>
              <a:cs typeface="Cairo" pitchFamily="2" charset="-78"/>
            </a:endParaRPr>
          </a:p>
        </p:txBody>
      </p:sp>
      <p:sp>
        <p:nvSpPr>
          <p:cNvPr id="5" name="TextBox 4">
            <a:extLst>
              <a:ext uri="{FF2B5EF4-FFF2-40B4-BE49-F238E27FC236}">
                <a16:creationId xmlns:a16="http://schemas.microsoft.com/office/drawing/2014/main" id="{380B546B-770E-7F01-A55E-C8CA654ABA2D}"/>
              </a:ext>
            </a:extLst>
          </p:cNvPr>
          <p:cNvSpPr txBox="1"/>
          <p:nvPr/>
        </p:nvSpPr>
        <p:spPr>
          <a:xfrm>
            <a:off x="4417496" y="6001692"/>
            <a:ext cx="3357008" cy="523220"/>
          </a:xfrm>
          <a:prstGeom prst="rect">
            <a:avLst/>
          </a:prstGeom>
          <a:noFill/>
        </p:spPr>
        <p:txBody>
          <a:bodyPr wrap="none" rtlCol="0">
            <a:spAutoFit/>
          </a:bodyPr>
          <a:lstStyle/>
          <a:p>
            <a:pPr algn="ctr" defTabSz="914423" rtl="1">
              <a:buClrTx/>
              <a:defRPr/>
            </a:pPr>
            <a:r>
              <a:rPr lang="ar-EG" sz="1400" b="1" kern="1200" dirty="0">
                <a:solidFill>
                  <a:srgbClr val="B2BBC0"/>
                </a:solidFill>
                <a:latin typeface="Cairo" pitchFamily="2" charset="-78"/>
                <a:cs typeface="Cairo" pitchFamily="2" charset="-78"/>
              </a:rPr>
              <a:t>إعداد وتقديم شركة أنماط</a:t>
            </a:r>
            <a:r>
              <a:rPr lang="en-US" sz="1400" b="1" kern="1200" dirty="0">
                <a:solidFill>
                  <a:srgbClr val="B2BBC0"/>
                </a:solidFill>
                <a:latin typeface="Cairo" pitchFamily="2" charset="-78"/>
                <a:cs typeface="Cairo" pitchFamily="2" charset="-78"/>
              </a:rPr>
              <a:t> </a:t>
            </a:r>
            <a:r>
              <a:rPr lang="ar-EG" sz="1400" b="1" kern="1200" dirty="0">
                <a:solidFill>
                  <a:srgbClr val="B2BBC0"/>
                </a:solidFill>
                <a:latin typeface="Cairo" pitchFamily="2" charset="-78"/>
                <a:cs typeface="Cairo" pitchFamily="2" charset="-78"/>
              </a:rPr>
              <a:t>التقنية للتجارة</a:t>
            </a:r>
          </a:p>
          <a:p>
            <a:pPr algn="ctr" defTabSz="914423" rtl="1">
              <a:buClrTx/>
              <a:defRPr/>
            </a:pPr>
            <a:r>
              <a:rPr lang="ar-EG" sz="1400" b="1" kern="1200" dirty="0">
                <a:solidFill>
                  <a:srgbClr val="B2BBC0"/>
                </a:solidFill>
                <a:latin typeface="Cairo" pitchFamily="2" charset="-78"/>
                <a:cs typeface="Cairo" pitchFamily="2" charset="-78"/>
              </a:rPr>
              <a:t>  27 أغسطس 2025م</a:t>
            </a:r>
          </a:p>
        </p:txBody>
      </p:sp>
      <p:sp>
        <p:nvSpPr>
          <p:cNvPr id="7" name="TextBox 6">
            <a:extLst>
              <a:ext uri="{FF2B5EF4-FFF2-40B4-BE49-F238E27FC236}">
                <a16:creationId xmlns:a16="http://schemas.microsoft.com/office/drawing/2014/main" id="{734A537E-8413-FA42-140E-6B92FE05B134}"/>
              </a:ext>
            </a:extLst>
          </p:cNvPr>
          <p:cNvSpPr txBox="1"/>
          <p:nvPr/>
        </p:nvSpPr>
        <p:spPr>
          <a:xfrm>
            <a:off x="143879" y="5970914"/>
            <a:ext cx="2472855" cy="553998"/>
          </a:xfrm>
          <a:prstGeom prst="rect">
            <a:avLst/>
          </a:prstGeom>
          <a:noFill/>
        </p:spPr>
        <p:txBody>
          <a:bodyPr wrap="square" rtlCol="0">
            <a:spAutoFit/>
          </a:bodyPr>
          <a:lstStyle/>
          <a:p>
            <a:pPr algn="ctr" rtl="1"/>
            <a:r>
              <a:rPr lang="ar-EG" sz="1000" b="1" dirty="0">
                <a:solidFill>
                  <a:schemeClr val="bg2">
                    <a:lumMod val="50000"/>
                  </a:schemeClr>
                </a:solidFill>
                <a:latin typeface="Cairo" pitchFamily="2" charset="-78"/>
                <a:cs typeface="Cairo" pitchFamily="2" charset="-78"/>
              </a:rPr>
              <a:t>شركة أنماط التقنية للتجارة </a:t>
            </a:r>
          </a:p>
          <a:p>
            <a:pPr algn="ctr" rtl="1"/>
            <a:r>
              <a:rPr lang="ar-EG" sz="1000" b="1" dirty="0">
                <a:solidFill>
                  <a:schemeClr val="bg2">
                    <a:lumMod val="50000"/>
                  </a:schemeClr>
                </a:solidFill>
                <a:latin typeface="Cairo" pitchFamily="2" charset="-78"/>
                <a:cs typeface="Cairo" pitchFamily="2" charset="-78"/>
              </a:rPr>
              <a:t>شركة سعودية مساهمة مدرجة</a:t>
            </a:r>
          </a:p>
          <a:p>
            <a:pPr algn="ctr" rtl="1"/>
            <a:r>
              <a:rPr lang="ar-EG" sz="1000" b="1" dirty="0">
                <a:solidFill>
                  <a:schemeClr val="bg2">
                    <a:lumMod val="50000"/>
                  </a:schemeClr>
                </a:solidFill>
                <a:latin typeface="Cairo" pitchFamily="2" charset="-78"/>
                <a:cs typeface="Cairo" pitchFamily="2" charset="-78"/>
              </a:rPr>
              <a:t>سجل تجاري: 1010256498</a:t>
            </a:r>
            <a:endParaRPr lang="en-US" sz="1000" b="1" dirty="0">
              <a:solidFill>
                <a:schemeClr val="bg2">
                  <a:lumMod val="50000"/>
                </a:schemeClr>
              </a:solidFill>
              <a:latin typeface="Cairo" pitchFamily="2" charset="-78"/>
              <a:cs typeface="Cairo" pitchFamily="2" charset="-78"/>
            </a:endParaRPr>
          </a:p>
        </p:txBody>
      </p:sp>
      <p:pic>
        <p:nvPicPr>
          <p:cNvPr id="2" name="Picture 1" descr="A black rectangular sign with blue text and numbers&#10;&#10;Description automatically generated">
            <a:extLst>
              <a:ext uri="{FF2B5EF4-FFF2-40B4-BE49-F238E27FC236}">
                <a16:creationId xmlns:a16="http://schemas.microsoft.com/office/drawing/2014/main" id="{017F7A7A-0449-6E98-2AFC-EF190A3E1D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942" y="5674946"/>
            <a:ext cx="1873714" cy="1183054"/>
          </a:xfrm>
          <a:prstGeom prst="rect">
            <a:avLst/>
          </a:prstGeom>
        </p:spPr>
      </p:pic>
      <p:pic>
        <p:nvPicPr>
          <p:cNvPr id="9" name="Picture 8" descr="A blue and black logo&#10;&#10;AI-generated content may be incorrect.">
            <a:extLst>
              <a:ext uri="{FF2B5EF4-FFF2-40B4-BE49-F238E27FC236}">
                <a16:creationId xmlns:a16="http://schemas.microsoft.com/office/drawing/2014/main" id="{399476CB-32E4-81A0-1216-EC2C72A5DF5B}"/>
              </a:ext>
            </a:extLst>
          </p:cNvPr>
          <p:cNvPicPr>
            <a:picLocks noChangeAspect="1"/>
          </p:cNvPicPr>
          <p:nvPr/>
        </p:nvPicPr>
        <p:blipFill>
          <a:blip r:embed="rId4"/>
          <a:stretch>
            <a:fillRect/>
          </a:stretch>
        </p:blipFill>
        <p:spPr>
          <a:xfrm>
            <a:off x="3783946" y="1204209"/>
            <a:ext cx="4624107" cy="23650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74989FB5-8FD0-33D1-72F1-20D3F3372E11}"/>
              </a:ext>
            </a:extLst>
          </p:cNvPr>
          <p:cNvCxnSpPr/>
          <p:nvPr/>
        </p:nvCxnSpPr>
        <p:spPr>
          <a:xfrm>
            <a:off x="773722" y="691026"/>
            <a:ext cx="0" cy="3799452"/>
          </a:xfrm>
          <a:prstGeom prst="line">
            <a:avLst/>
          </a:prstGeom>
          <a:ln>
            <a:solidFill>
              <a:srgbClr val="4BC0B0"/>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ED26F9C-8785-192E-77DA-05AD262B7B53}"/>
              </a:ext>
            </a:extLst>
          </p:cNvPr>
          <p:cNvCxnSpPr>
            <a:cxnSpLocks/>
          </p:cNvCxnSpPr>
          <p:nvPr/>
        </p:nvCxnSpPr>
        <p:spPr>
          <a:xfrm>
            <a:off x="0" y="691026"/>
            <a:ext cx="4322363" cy="0"/>
          </a:xfrm>
          <a:prstGeom prst="line">
            <a:avLst/>
          </a:prstGeom>
          <a:ln>
            <a:solidFill>
              <a:srgbClr val="4BC0B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360BC6F-45C5-E4BB-AA67-D8BC371EB1BC}"/>
              </a:ext>
            </a:extLst>
          </p:cNvPr>
          <p:cNvCxnSpPr>
            <a:cxnSpLocks/>
          </p:cNvCxnSpPr>
          <p:nvPr/>
        </p:nvCxnSpPr>
        <p:spPr>
          <a:xfrm>
            <a:off x="11163101" y="491635"/>
            <a:ext cx="1028899" cy="0"/>
          </a:xfrm>
          <a:prstGeom prst="line">
            <a:avLst/>
          </a:prstGeom>
          <a:ln>
            <a:solidFill>
              <a:srgbClr val="4BC0B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5ACD38E-94AF-7611-5335-091B1957C4CA}"/>
              </a:ext>
            </a:extLst>
          </p:cNvPr>
          <p:cNvCxnSpPr/>
          <p:nvPr/>
        </p:nvCxnSpPr>
        <p:spPr>
          <a:xfrm>
            <a:off x="11677550" y="0"/>
            <a:ext cx="0" cy="3799452"/>
          </a:xfrm>
          <a:prstGeom prst="line">
            <a:avLst/>
          </a:prstGeom>
          <a:ln>
            <a:solidFill>
              <a:srgbClr val="4BC0B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6FCA94DD-160C-6046-3C0C-F18C195E8C56}"/>
              </a:ext>
            </a:extLst>
          </p:cNvPr>
          <p:cNvCxnSpPr>
            <a:cxnSpLocks/>
          </p:cNvCxnSpPr>
          <p:nvPr/>
        </p:nvCxnSpPr>
        <p:spPr>
          <a:xfrm>
            <a:off x="394775" y="5738349"/>
            <a:ext cx="8738559" cy="0"/>
          </a:xfrm>
          <a:prstGeom prst="line">
            <a:avLst/>
          </a:prstGeom>
          <a:ln>
            <a:solidFill>
              <a:srgbClr val="4BC0B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202F0DB-975F-11AE-34D4-72EDF10E45EE}"/>
              </a:ext>
            </a:extLst>
          </p:cNvPr>
          <p:cNvCxnSpPr>
            <a:cxnSpLocks/>
          </p:cNvCxnSpPr>
          <p:nvPr/>
        </p:nvCxnSpPr>
        <p:spPr>
          <a:xfrm>
            <a:off x="1879154" y="0"/>
            <a:ext cx="0" cy="1148441"/>
          </a:xfrm>
          <a:prstGeom prst="line">
            <a:avLst/>
          </a:prstGeom>
          <a:ln>
            <a:solidFill>
              <a:srgbClr val="4BC0B0"/>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E890BA0B-8B8B-FB7D-5365-F9B0C99E2F7C}"/>
              </a:ext>
            </a:extLst>
          </p:cNvPr>
          <p:cNvSpPr txBox="1"/>
          <p:nvPr/>
        </p:nvSpPr>
        <p:spPr>
          <a:xfrm>
            <a:off x="6450009" y="618569"/>
            <a:ext cx="4978014" cy="892552"/>
          </a:xfrm>
          <a:prstGeom prst="rect">
            <a:avLst/>
          </a:prstGeom>
          <a:noFill/>
        </p:spPr>
        <p:txBody>
          <a:bodyPr wrap="square" rtlCol="0">
            <a:spAutoFit/>
          </a:bodyPr>
          <a:lstStyle/>
          <a:p>
            <a:pPr algn="r" defTabSz="457211" rtl="1">
              <a:buClrTx/>
            </a:pPr>
            <a:r>
              <a:rPr lang="ar-EG" sz="2800" b="1" dirty="0">
                <a:latin typeface="Cairo" panose="020B0604020202020204" charset="-78"/>
                <a:cs typeface="Cairo" panose="020B0604020202020204" charset="-78"/>
              </a:rPr>
              <a:t>المرحلة الأولى</a:t>
            </a:r>
            <a:endParaRPr lang="ar-EG" sz="2800" b="1" kern="1200" dirty="0">
              <a:latin typeface="Cairo" panose="020B0604020202020204" charset="-78"/>
              <a:cs typeface="Cairo" panose="020B0604020202020204" charset="-78"/>
            </a:endParaRPr>
          </a:p>
          <a:p>
            <a:pPr algn="r" defTabSz="457211" rtl="1">
              <a:buClrTx/>
            </a:pPr>
            <a:endParaRPr lang="ar-EG" sz="800" kern="1200" dirty="0">
              <a:solidFill>
                <a:srgbClr val="156082"/>
              </a:solidFill>
              <a:latin typeface="Sakkal Majalla" panose="02000000000000000000" pitchFamily="2" charset="-78"/>
              <a:ea typeface="+mn-ea"/>
              <a:cs typeface="Sakkal Majalla" panose="02000000000000000000" pitchFamily="2" charset="-78"/>
            </a:endParaRPr>
          </a:p>
          <a:p>
            <a:pPr algn="r" defTabSz="457211" rtl="1">
              <a:buClrTx/>
            </a:pPr>
            <a:r>
              <a:rPr lang="ar-EG" sz="1600" b="1" dirty="0">
                <a:solidFill>
                  <a:srgbClr val="4BC0B0"/>
                </a:solidFill>
                <a:latin typeface="Cairo" panose="020B0604020202020204" charset="-78"/>
                <a:cs typeface="Cairo" panose="020B0604020202020204" charset="-78"/>
              </a:rPr>
              <a:t>التأسيس والتخطيط (مدة التنفيذ: 4 أسابيع)</a:t>
            </a:r>
            <a:endParaRPr lang="ar-EG" sz="1600" kern="1200" dirty="0">
              <a:solidFill>
                <a:srgbClr val="4BC0B0"/>
              </a:solidFill>
              <a:latin typeface="Cairo" panose="020B0604020202020204" charset="-78"/>
              <a:cs typeface="Cairo" panose="020B0604020202020204" charset="-78"/>
            </a:endParaRPr>
          </a:p>
        </p:txBody>
      </p:sp>
      <p:sp>
        <p:nvSpPr>
          <p:cNvPr id="32" name="TextBox 31">
            <a:extLst>
              <a:ext uri="{FF2B5EF4-FFF2-40B4-BE49-F238E27FC236}">
                <a16:creationId xmlns:a16="http://schemas.microsoft.com/office/drawing/2014/main" id="{415CBA4D-6135-3B75-4DD2-F06594A1CEAD}"/>
              </a:ext>
            </a:extLst>
          </p:cNvPr>
          <p:cNvSpPr txBox="1"/>
          <p:nvPr/>
        </p:nvSpPr>
        <p:spPr>
          <a:xfrm>
            <a:off x="5271812" y="1738380"/>
            <a:ext cx="6156211" cy="446276"/>
          </a:xfrm>
          <a:prstGeom prst="rect">
            <a:avLst/>
          </a:prstGeom>
          <a:noFill/>
        </p:spPr>
        <p:txBody>
          <a:bodyPr wrap="square" rtlCol="0">
            <a:spAutoFit/>
          </a:bodyPr>
          <a:lstStyle/>
          <a:p>
            <a:pPr algn="r" defTabSz="457211" rtl="1">
              <a:buClrTx/>
            </a:pPr>
            <a:r>
              <a:rPr lang="ar-EG" sz="1100" b="1" dirty="0">
                <a:latin typeface="Cairo" panose="020B0604020202020204" charset="-78"/>
                <a:cs typeface="Cairo" panose="020B0604020202020204" charset="-78"/>
              </a:rPr>
              <a:t>الهدف: </a:t>
            </a:r>
            <a:r>
              <a:rPr lang="ar-EG" sz="1100" dirty="0">
                <a:latin typeface="Cairo" panose="020B0604020202020204" charset="-78"/>
                <a:cs typeface="Cairo" panose="020B0604020202020204" charset="-78"/>
              </a:rPr>
              <a:t>وضع أساس  للمشروع من خلال بناء هيكل حوكمة واضح، وتحديد الأدوار والمسؤوليات بدقة، واعتماد خطة عمل تفصيلية تكون بمثابة المرجع المعتمد لجميع الأطراف.</a:t>
            </a:r>
            <a:endParaRPr lang="ar-EG" sz="1100" kern="1200" dirty="0">
              <a:latin typeface="Cairo" panose="020B0604020202020204" charset="-78"/>
              <a:cs typeface="Cairo" panose="020B0604020202020204" charset="-78"/>
            </a:endParaRPr>
          </a:p>
        </p:txBody>
      </p:sp>
      <p:cxnSp>
        <p:nvCxnSpPr>
          <p:cNvPr id="44" name="Straight Connector 43">
            <a:extLst>
              <a:ext uri="{FF2B5EF4-FFF2-40B4-BE49-F238E27FC236}">
                <a16:creationId xmlns:a16="http://schemas.microsoft.com/office/drawing/2014/main" id="{2C3D9C02-A38F-A476-BAEF-582B77BA67A3}"/>
              </a:ext>
            </a:extLst>
          </p:cNvPr>
          <p:cNvCxnSpPr>
            <a:cxnSpLocks/>
            <a:stCxn id="61" idx="6"/>
            <a:endCxn id="61" idx="5"/>
          </p:cNvCxnSpPr>
          <p:nvPr/>
        </p:nvCxnSpPr>
        <p:spPr>
          <a:xfrm>
            <a:off x="8547571" y="3853370"/>
            <a:ext cx="270122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9A4A6D2-D39B-867E-AEE8-7CFA76ECAA2D}"/>
              </a:ext>
            </a:extLst>
          </p:cNvPr>
          <p:cNvCxnSpPr>
            <a:cxnSpLocks/>
            <a:stCxn id="62" idx="6"/>
            <a:endCxn id="62" idx="5"/>
          </p:cNvCxnSpPr>
          <p:nvPr/>
        </p:nvCxnSpPr>
        <p:spPr>
          <a:xfrm>
            <a:off x="8547470" y="3132928"/>
            <a:ext cx="2699614" cy="0"/>
          </a:xfrm>
          <a:prstGeom prst="line">
            <a:avLst/>
          </a:prstGeom>
        </p:spPr>
        <p:style>
          <a:lnRef idx="2">
            <a:schemeClr val="accent1"/>
          </a:lnRef>
          <a:fillRef idx="0">
            <a:schemeClr val="accent1"/>
          </a:fillRef>
          <a:effectRef idx="1">
            <a:schemeClr val="accent1"/>
          </a:effectRef>
          <a:fontRef idx="minor">
            <a:schemeClr val="tx1"/>
          </a:fontRef>
        </p:style>
      </p:cxnSp>
      <p:sp>
        <p:nvSpPr>
          <p:cNvPr id="58" name="Freeform: Shape 57">
            <a:extLst>
              <a:ext uri="{FF2B5EF4-FFF2-40B4-BE49-F238E27FC236}">
                <a16:creationId xmlns:a16="http://schemas.microsoft.com/office/drawing/2014/main" id="{8F491FB9-F766-C254-7989-C467624569C3}"/>
              </a:ext>
            </a:extLst>
          </p:cNvPr>
          <p:cNvSpPr/>
          <p:nvPr/>
        </p:nvSpPr>
        <p:spPr>
          <a:xfrm>
            <a:off x="4975856" y="3283882"/>
            <a:ext cx="3042000" cy="569488"/>
          </a:xfrm>
          <a:custGeom>
            <a:avLst/>
            <a:gdLst>
              <a:gd name="connsiteX0" fmla="*/ 0 w 1549930"/>
              <a:gd name="connsiteY0" fmla="*/ 86814 h 868138"/>
              <a:gd name="connsiteX1" fmla="*/ 86814 w 1549930"/>
              <a:gd name="connsiteY1" fmla="*/ 0 h 868138"/>
              <a:gd name="connsiteX2" fmla="*/ 1463116 w 1549930"/>
              <a:gd name="connsiteY2" fmla="*/ 0 h 868138"/>
              <a:gd name="connsiteX3" fmla="*/ 1549930 w 1549930"/>
              <a:gd name="connsiteY3" fmla="*/ 86814 h 868138"/>
              <a:gd name="connsiteX4" fmla="*/ 1549930 w 1549930"/>
              <a:gd name="connsiteY4" fmla="*/ 781324 h 868138"/>
              <a:gd name="connsiteX5" fmla="*/ 1463116 w 1549930"/>
              <a:gd name="connsiteY5" fmla="*/ 868138 h 868138"/>
              <a:gd name="connsiteX6" fmla="*/ 86814 w 1549930"/>
              <a:gd name="connsiteY6" fmla="*/ 868138 h 868138"/>
              <a:gd name="connsiteX7" fmla="*/ 0 w 1549930"/>
              <a:gd name="connsiteY7" fmla="*/ 781324 h 868138"/>
              <a:gd name="connsiteX8" fmla="*/ 0 w 1549930"/>
              <a:gd name="connsiteY8" fmla="*/ 86814 h 86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9930" h="868138">
                <a:moveTo>
                  <a:pt x="0" y="86814"/>
                </a:moveTo>
                <a:cubicBezTo>
                  <a:pt x="0" y="38868"/>
                  <a:pt x="38868" y="0"/>
                  <a:pt x="86814" y="0"/>
                </a:cubicBezTo>
                <a:lnTo>
                  <a:pt x="1463116" y="0"/>
                </a:lnTo>
                <a:cubicBezTo>
                  <a:pt x="1511062" y="0"/>
                  <a:pt x="1549930" y="38868"/>
                  <a:pt x="1549930" y="86814"/>
                </a:cubicBezTo>
                <a:lnTo>
                  <a:pt x="1549930" y="781324"/>
                </a:lnTo>
                <a:cubicBezTo>
                  <a:pt x="1549930" y="829270"/>
                  <a:pt x="1511062" y="868138"/>
                  <a:pt x="1463116" y="868138"/>
                </a:cubicBezTo>
                <a:lnTo>
                  <a:pt x="86814" y="868138"/>
                </a:lnTo>
                <a:cubicBezTo>
                  <a:pt x="38868" y="868138"/>
                  <a:pt x="0" y="829270"/>
                  <a:pt x="0" y="781324"/>
                </a:cubicBezTo>
                <a:lnTo>
                  <a:pt x="0" y="86814"/>
                </a:lnTo>
                <a:close/>
              </a:path>
            </a:pathLst>
          </a:custGeom>
          <a:solidFill>
            <a:srgbClr val="4BC0B0"/>
          </a:soli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7337" tIns="67337" rIns="67337" bIns="67337" numCol="1" spcCol="1270" anchor="ctr" anchorCtr="0">
            <a:noAutofit/>
          </a:bodyPr>
          <a:lstStyle/>
          <a:p>
            <a:pPr lvl="0" algn="r" defTabSz="466725" rtl="1">
              <a:lnSpc>
                <a:spcPct val="90000"/>
              </a:lnSpc>
              <a:spcBef>
                <a:spcPct val="0"/>
              </a:spcBef>
              <a:spcAft>
                <a:spcPct val="35000"/>
              </a:spcAft>
            </a:pPr>
            <a:r>
              <a:rPr lang="ar-EG" sz="1100" b="1" dirty="0">
                <a:solidFill>
                  <a:schemeClr val="bg1"/>
                </a:solidFill>
                <a:latin typeface="Cairo" panose="020B0604020202020204" charset="-78"/>
                <a:cs typeface="Cairo" panose="020B0604020202020204" charset="-78"/>
              </a:rPr>
              <a:t>4- إعداد وثيقة ميثاق المشروع والاعتماد الرسمي لها</a:t>
            </a:r>
          </a:p>
        </p:txBody>
      </p:sp>
      <p:sp>
        <p:nvSpPr>
          <p:cNvPr id="60" name="Freeform: Shape 59">
            <a:extLst>
              <a:ext uri="{FF2B5EF4-FFF2-40B4-BE49-F238E27FC236}">
                <a16:creationId xmlns:a16="http://schemas.microsoft.com/office/drawing/2014/main" id="{101C7031-D921-9545-1090-A8B667CD7C6A}"/>
              </a:ext>
            </a:extLst>
          </p:cNvPr>
          <p:cNvSpPr/>
          <p:nvPr/>
        </p:nvSpPr>
        <p:spPr>
          <a:xfrm>
            <a:off x="4975856" y="2560325"/>
            <a:ext cx="3042000" cy="569488"/>
          </a:xfrm>
          <a:custGeom>
            <a:avLst/>
            <a:gdLst>
              <a:gd name="connsiteX0" fmla="*/ 0 w 1549930"/>
              <a:gd name="connsiteY0" fmla="*/ 86814 h 868138"/>
              <a:gd name="connsiteX1" fmla="*/ 86814 w 1549930"/>
              <a:gd name="connsiteY1" fmla="*/ 0 h 868138"/>
              <a:gd name="connsiteX2" fmla="*/ 1463116 w 1549930"/>
              <a:gd name="connsiteY2" fmla="*/ 0 h 868138"/>
              <a:gd name="connsiteX3" fmla="*/ 1549930 w 1549930"/>
              <a:gd name="connsiteY3" fmla="*/ 86814 h 868138"/>
              <a:gd name="connsiteX4" fmla="*/ 1549930 w 1549930"/>
              <a:gd name="connsiteY4" fmla="*/ 781324 h 868138"/>
              <a:gd name="connsiteX5" fmla="*/ 1463116 w 1549930"/>
              <a:gd name="connsiteY5" fmla="*/ 868138 h 868138"/>
              <a:gd name="connsiteX6" fmla="*/ 86814 w 1549930"/>
              <a:gd name="connsiteY6" fmla="*/ 868138 h 868138"/>
              <a:gd name="connsiteX7" fmla="*/ 0 w 1549930"/>
              <a:gd name="connsiteY7" fmla="*/ 781324 h 868138"/>
              <a:gd name="connsiteX8" fmla="*/ 0 w 1549930"/>
              <a:gd name="connsiteY8" fmla="*/ 86814 h 86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9930" h="868138">
                <a:moveTo>
                  <a:pt x="0" y="86814"/>
                </a:moveTo>
                <a:cubicBezTo>
                  <a:pt x="0" y="38868"/>
                  <a:pt x="38868" y="0"/>
                  <a:pt x="86814" y="0"/>
                </a:cubicBezTo>
                <a:lnTo>
                  <a:pt x="1463116" y="0"/>
                </a:lnTo>
                <a:cubicBezTo>
                  <a:pt x="1511062" y="0"/>
                  <a:pt x="1549930" y="38868"/>
                  <a:pt x="1549930" y="86814"/>
                </a:cubicBezTo>
                <a:lnTo>
                  <a:pt x="1549930" y="781324"/>
                </a:lnTo>
                <a:cubicBezTo>
                  <a:pt x="1549930" y="829270"/>
                  <a:pt x="1511062" y="868138"/>
                  <a:pt x="1463116" y="868138"/>
                </a:cubicBezTo>
                <a:lnTo>
                  <a:pt x="86814" y="868138"/>
                </a:lnTo>
                <a:cubicBezTo>
                  <a:pt x="38868" y="868138"/>
                  <a:pt x="0" y="829270"/>
                  <a:pt x="0" y="781324"/>
                </a:cubicBezTo>
                <a:lnTo>
                  <a:pt x="0" y="86814"/>
                </a:lnTo>
                <a:close/>
              </a:path>
            </a:pathLst>
          </a:custGeom>
          <a:solidFill>
            <a:srgbClr val="4BC0B0"/>
          </a:soli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7337" tIns="67337" rIns="67337" bIns="67337" numCol="1" spcCol="1270" anchor="ctr" anchorCtr="0">
            <a:noAutofit/>
          </a:bodyPr>
          <a:lstStyle/>
          <a:p>
            <a:pPr marL="0" lvl="0" indent="0" algn="r" defTabSz="466725" rtl="1">
              <a:lnSpc>
                <a:spcPct val="90000"/>
              </a:lnSpc>
              <a:spcBef>
                <a:spcPct val="0"/>
              </a:spcBef>
              <a:spcAft>
                <a:spcPct val="35000"/>
              </a:spcAft>
              <a:buNone/>
            </a:pPr>
            <a:r>
              <a:rPr lang="ar-EG" sz="1100" b="1" kern="1200" dirty="0">
                <a:solidFill>
                  <a:schemeClr val="bg1"/>
                </a:solidFill>
                <a:latin typeface="Cairo" panose="020B0604020202020204" charset="-78"/>
                <a:cs typeface="Cairo" panose="020B0604020202020204" charset="-78"/>
              </a:rPr>
              <a:t>2- إعداد خطة عمل شاملة (</a:t>
            </a:r>
            <a:r>
              <a:rPr lang="en-US" sz="1100" b="1" kern="1200" dirty="0">
                <a:solidFill>
                  <a:schemeClr val="bg1"/>
                </a:solidFill>
                <a:latin typeface="Cairo" panose="020B0604020202020204" charset="-78"/>
                <a:cs typeface="Cairo" panose="020B0604020202020204" charset="-78"/>
              </a:rPr>
              <a:t>WBS، </a:t>
            </a:r>
            <a:r>
              <a:rPr lang="ar-EG" sz="1100" b="1" kern="1200" dirty="0">
                <a:solidFill>
                  <a:schemeClr val="bg1"/>
                </a:solidFill>
                <a:latin typeface="Cairo" panose="020B0604020202020204" charset="-78"/>
                <a:cs typeface="Cairo" panose="020B0604020202020204" charset="-78"/>
              </a:rPr>
              <a:t>خطة المخاطر، خطة الحوكمة)</a:t>
            </a:r>
          </a:p>
        </p:txBody>
      </p:sp>
      <p:sp>
        <p:nvSpPr>
          <p:cNvPr id="61" name="Freeform: Shape 60">
            <a:extLst>
              <a:ext uri="{FF2B5EF4-FFF2-40B4-BE49-F238E27FC236}">
                <a16:creationId xmlns:a16="http://schemas.microsoft.com/office/drawing/2014/main" id="{1E23561B-7E34-BE19-0ED6-32E63E792BD6}"/>
              </a:ext>
            </a:extLst>
          </p:cNvPr>
          <p:cNvSpPr/>
          <p:nvPr/>
        </p:nvSpPr>
        <p:spPr>
          <a:xfrm>
            <a:off x="8377184" y="3283882"/>
            <a:ext cx="3042000" cy="569488"/>
          </a:xfrm>
          <a:custGeom>
            <a:avLst/>
            <a:gdLst>
              <a:gd name="connsiteX0" fmla="*/ 0 w 1549930"/>
              <a:gd name="connsiteY0" fmla="*/ 86814 h 868138"/>
              <a:gd name="connsiteX1" fmla="*/ 86814 w 1549930"/>
              <a:gd name="connsiteY1" fmla="*/ 0 h 868138"/>
              <a:gd name="connsiteX2" fmla="*/ 1463116 w 1549930"/>
              <a:gd name="connsiteY2" fmla="*/ 0 h 868138"/>
              <a:gd name="connsiteX3" fmla="*/ 1549930 w 1549930"/>
              <a:gd name="connsiteY3" fmla="*/ 86814 h 868138"/>
              <a:gd name="connsiteX4" fmla="*/ 1549930 w 1549930"/>
              <a:gd name="connsiteY4" fmla="*/ 781324 h 868138"/>
              <a:gd name="connsiteX5" fmla="*/ 1463116 w 1549930"/>
              <a:gd name="connsiteY5" fmla="*/ 868138 h 868138"/>
              <a:gd name="connsiteX6" fmla="*/ 86814 w 1549930"/>
              <a:gd name="connsiteY6" fmla="*/ 868138 h 868138"/>
              <a:gd name="connsiteX7" fmla="*/ 0 w 1549930"/>
              <a:gd name="connsiteY7" fmla="*/ 781324 h 868138"/>
              <a:gd name="connsiteX8" fmla="*/ 0 w 1549930"/>
              <a:gd name="connsiteY8" fmla="*/ 86814 h 86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9930" h="868138">
                <a:moveTo>
                  <a:pt x="0" y="86814"/>
                </a:moveTo>
                <a:cubicBezTo>
                  <a:pt x="0" y="38868"/>
                  <a:pt x="38868" y="0"/>
                  <a:pt x="86814" y="0"/>
                </a:cubicBezTo>
                <a:lnTo>
                  <a:pt x="1463116" y="0"/>
                </a:lnTo>
                <a:cubicBezTo>
                  <a:pt x="1511062" y="0"/>
                  <a:pt x="1549930" y="38868"/>
                  <a:pt x="1549930" y="86814"/>
                </a:cubicBezTo>
                <a:lnTo>
                  <a:pt x="1549930" y="781324"/>
                </a:lnTo>
                <a:cubicBezTo>
                  <a:pt x="1549930" y="829270"/>
                  <a:pt x="1511062" y="868138"/>
                  <a:pt x="1463116" y="868138"/>
                </a:cubicBezTo>
                <a:lnTo>
                  <a:pt x="86814" y="868138"/>
                </a:lnTo>
                <a:cubicBezTo>
                  <a:pt x="38868" y="868138"/>
                  <a:pt x="0" y="829270"/>
                  <a:pt x="0" y="781324"/>
                </a:cubicBezTo>
                <a:lnTo>
                  <a:pt x="0" y="86814"/>
                </a:lnTo>
                <a:close/>
              </a:path>
            </a:pathLst>
          </a:custGeom>
          <a:solidFill>
            <a:srgbClr val="4BC0B0"/>
          </a:soli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7337" tIns="67337" rIns="67337" bIns="67337" numCol="1" spcCol="1270" anchor="ctr" anchorCtr="0">
            <a:noAutofit/>
          </a:bodyPr>
          <a:lstStyle/>
          <a:p>
            <a:pPr marL="0" lvl="0" indent="0" algn="r" defTabSz="466725" rtl="1">
              <a:lnSpc>
                <a:spcPct val="90000"/>
              </a:lnSpc>
              <a:spcBef>
                <a:spcPct val="0"/>
              </a:spcBef>
              <a:spcAft>
                <a:spcPct val="35000"/>
              </a:spcAft>
              <a:buNone/>
            </a:pPr>
            <a:r>
              <a:rPr lang="ar-EG" sz="1050" b="1" dirty="0">
                <a:solidFill>
                  <a:schemeClr val="bg1"/>
                </a:solidFill>
                <a:latin typeface="Cairo" panose="020B0604020202020204" charset="-78"/>
                <a:cs typeface="Cairo" panose="020B0604020202020204" charset="-78"/>
              </a:rPr>
              <a:t>3- </a:t>
            </a:r>
            <a:r>
              <a:rPr lang="ar-EG" sz="1050" b="1" kern="1200" dirty="0">
                <a:solidFill>
                  <a:schemeClr val="bg1"/>
                </a:solidFill>
                <a:latin typeface="Cairo" panose="020B0604020202020204" charset="-78"/>
                <a:cs typeface="Cairo" panose="020B0604020202020204" charset="-78"/>
              </a:rPr>
              <a:t>عقد اجتماع انطلاقة (</a:t>
            </a:r>
            <a:r>
              <a:rPr lang="en-US" sz="1050" b="1" kern="1200" dirty="0">
                <a:solidFill>
                  <a:schemeClr val="bg1"/>
                </a:solidFill>
                <a:latin typeface="Cairo" panose="020B0604020202020204" charset="-78"/>
                <a:cs typeface="Cairo" panose="020B0604020202020204" charset="-78"/>
              </a:rPr>
              <a:t>Kick-off</a:t>
            </a:r>
            <a:r>
              <a:rPr lang="ar-EG" sz="1050" b="1" kern="1200" dirty="0">
                <a:solidFill>
                  <a:schemeClr val="bg1"/>
                </a:solidFill>
                <a:latin typeface="Cairo" panose="020B0604020202020204" charset="-78"/>
                <a:cs typeface="Cairo" panose="020B0604020202020204" charset="-78"/>
              </a:rPr>
              <a:t>) وتحديد أصحاب المصلحة ومسؤولياتهم</a:t>
            </a:r>
          </a:p>
        </p:txBody>
      </p:sp>
      <p:sp>
        <p:nvSpPr>
          <p:cNvPr id="62" name="Freeform: Shape 61">
            <a:extLst>
              <a:ext uri="{FF2B5EF4-FFF2-40B4-BE49-F238E27FC236}">
                <a16:creationId xmlns:a16="http://schemas.microsoft.com/office/drawing/2014/main" id="{F463B1A1-6389-B409-4E61-210D24EDC1CD}"/>
              </a:ext>
            </a:extLst>
          </p:cNvPr>
          <p:cNvSpPr/>
          <p:nvPr/>
        </p:nvSpPr>
        <p:spPr>
          <a:xfrm>
            <a:off x="8377184" y="2563440"/>
            <a:ext cx="3040186" cy="569488"/>
          </a:xfrm>
          <a:custGeom>
            <a:avLst/>
            <a:gdLst>
              <a:gd name="connsiteX0" fmla="*/ 0 w 1549930"/>
              <a:gd name="connsiteY0" fmla="*/ 86814 h 868138"/>
              <a:gd name="connsiteX1" fmla="*/ 86814 w 1549930"/>
              <a:gd name="connsiteY1" fmla="*/ 0 h 868138"/>
              <a:gd name="connsiteX2" fmla="*/ 1463116 w 1549930"/>
              <a:gd name="connsiteY2" fmla="*/ 0 h 868138"/>
              <a:gd name="connsiteX3" fmla="*/ 1549930 w 1549930"/>
              <a:gd name="connsiteY3" fmla="*/ 86814 h 868138"/>
              <a:gd name="connsiteX4" fmla="*/ 1549930 w 1549930"/>
              <a:gd name="connsiteY4" fmla="*/ 781324 h 868138"/>
              <a:gd name="connsiteX5" fmla="*/ 1463116 w 1549930"/>
              <a:gd name="connsiteY5" fmla="*/ 868138 h 868138"/>
              <a:gd name="connsiteX6" fmla="*/ 86814 w 1549930"/>
              <a:gd name="connsiteY6" fmla="*/ 868138 h 868138"/>
              <a:gd name="connsiteX7" fmla="*/ 0 w 1549930"/>
              <a:gd name="connsiteY7" fmla="*/ 781324 h 868138"/>
              <a:gd name="connsiteX8" fmla="*/ 0 w 1549930"/>
              <a:gd name="connsiteY8" fmla="*/ 86814 h 86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9930" h="868138">
                <a:moveTo>
                  <a:pt x="0" y="86814"/>
                </a:moveTo>
                <a:cubicBezTo>
                  <a:pt x="0" y="38868"/>
                  <a:pt x="38868" y="0"/>
                  <a:pt x="86814" y="0"/>
                </a:cubicBezTo>
                <a:lnTo>
                  <a:pt x="1463116" y="0"/>
                </a:lnTo>
                <a:cubicBezTo>
                  <a:pt x="1511062" y="0"/>
                  <a:pt x="1549930" y="38868"/>
                  <a:pt x="1549930" y="86814"/>
                </a:cubicBezTo>
                <a:lnTo>
                  <a:pt x="1549930" y="781324"/>
                </a:lnTo>
                <a:cubicBezTo>
                  <a:pt x="1549930" y="829270"/>
                  <a:pt x="1511062" y="868138"/>
                  <a:pt x="1463116" y="868138"/>
                </a:cubicBezTo>
                <a:lnTo>
                  <a:pt x="86814" y="868138"/>
                </a:lnTo>
                <a:cubicBezTo>
                  <a:pt x="38868" y="868138"/>
                  <a:pt x="0" y="829270"/>
                  <a:pt x="0" y="781324"/>
                </a:cubicBezTo>
                <a:lnTo>
                  <a:pt x="0" y="86814"/>
                </a:lnTo>
                <a:close/>
              </a:path>
            </a:pathLst>
          </a:custGeom>
          <a:solidFill>
            <a:srgbClr val="4BC0B0"/>
          </a:soli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7337" tIns="67337" rIns="67337" bIns="67337" numCol="1" spcCol="1270" anchor="ctr" anchorCtr="0">
            <a:noAutofit/>
          </a:bodyPr>
          <a:lstStyle/>
          <a:p>
            <a:pPr marL="0" lvl="0" indent="0" algn="r" defTabSz="466725" rtl="1">
              <a:lnSpc>
                <a:spcPct val="90000"/>
              </a:lnSpc>
              <a:spcBef>
                <a:spcPct val="0"/>
              </a:spcBef>
              <a:spcAft>
                <a:spcPct val="35000"/>
              </a:spcAft>
              <a:buNone/>
            </a:pPr>
            <a:r>
              <a:rPr lang="ar-EG" sz="1100" b="1" kern="1200" dirty="0">
                <a:solidFill>
                  <a:schemeClr val="bg1"/>
                </a:solidFill>
                <a:latin typeface="Cairo" panose="020B0604020202020204" charset="-78"/>
                <a:cs typeface="Cairo" panose="020B0604020202020204" charset="-78"/>
              </a:rPr>
              <a:t>1- مواءمة نطاق المشروع مع ضوابط </a:t>
            </a:r>
            <a:r>
              <a:rPr lang="en-US" sz="1100" b="1" kern="1200" dirty="0">
                <a:solidFill>
                  <a:schemeClr val="bg1"/>
                </a:solidFill>
                <a:latin typeface="Cairo" panose="020B0604020202020204" charset="-78"/>
                <a:cs typeface="Cairo" panose="020B0604020202020204" charset="-78"/>
              </a:rPr>
              <a:t>NCA ECC 2024 </a:t>
            </a:r>
            <a:r>
              <a:rPr lang="ar-EG" sz="1100" b="1" kern="1200" dirty="0">
                <a:solidFill>
                  <a:schemeClr val="bg1"/>
                </a:solidFill>
                <a:latin typeface="Cairo" panose="020B0604020202020204" charset="-78"/>
                <a:cs typeface="Cairo" panose="020B0604020202020204" charset="-78"/>
              </a:rPr>
              <a:t> ومتطلبات</a:t>
            </a:r>
            <a:r>
              <a:rPr lang="en-US" sz="1100" b="1" kern="1200" dirty="0">
                <a:solidFill>
                  <a:schemeClr val="bg1"/>
                </a:solidFill>
                <a:latin typeface="Cairo" panose="020B0604020202020204" charset="-78"/>
                <a:cs typeface="Cairo" panose="020B0604020202020204" charset="-78"/>
              </a:rPr>
              <a:t>ISO 27001 </a:t>
            </a:r>
            <a:r>
              <a:rPr lang="ar-EG" sz="1100" b="1" kern="1200" dirty="0">
                <a:solidFill>
                  <a:schemeClr val="bg1"/>
                </a:solidFill>
                <a:latin typeface="Cairo" panose="020B0604020202020204" charset="-78"/>
                <a:cs typeface="Cairo" panose="020B0604020202020204" charset="-78"/>
              </a:rPr>
              <a:t> و </a:t>
            </a:r>
            <a:r>
              <a:rPr lang="en-US" sz="1100" b="1" kern="1200" dirty="0">
                <a:solidFill>
                  <a:schemeClr val="bg1"/>
                </a:solidFill>
                <a:latin typeface="Cairo" panose="020B0604020202020204" charset="-78"/>
                <a:cs typeface="Cairo" panose="020B0604020202020204" charset="-78"/>
              </a:rPr>
              <a:t>ISO 37000</a:t>
            </a:r>
          </a:p>
        </p:txBody>
      </p:sp>
      <p:cxnSp>
        <p:nvCxnSpPr>
          <p:cNvPr id="69" name="Straight Connector 68">
            <a:extLst>
              <a:ext uri="{FF2B5EF4-FFF2-40B4-BE49-F238E27FC236}">
                <a16:creationId xmlns:a16="http://schemas.microsoft.com/office/drawing/2014/main" id="{61A904D0-EE48-04F1-84AA-86F154994093}"/>
              </a:ext>
            </a:extLst>
          </p:cNvPr>
          <p:cNvCxnSpPr>
            <a:cxnSpLocks/>
            <a:stCxn id="58" idx="5"/>
            <a:endCxn id="58" idx="6"/>
          </p:cNvCxnSpPr>
          <p:nvPr/>
        </p:nvCxnSpPr>
        <p:spPr>
          <a:xfrm flipH="1">
            <a:off x="5146243" y="3853370"/>
            <a:ext cx="2701226" cy="0"/>
          </a:xfrm>
          <a:prstGeom prst="line">
            <a:avLst/>
          </a:prstGeom>
          <a:ln w="63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0F197F04-95AC-CE04-21A3-A5BB34DF2BF4}"/>
              </a:ext>
            </a:extLst>
          </p:cNvPr>
          <p:cNvCxnSpPr/>
          <p:nvPr/>
        </p:nvCxnSpPr>
        <p:spPr>
          <a:xfrm flipH="1">
            <a:off x="5099396" y="3129813"/>
            <a:ext cx="2701226" cy="0"/>
          </a:xfrm>
          <a:prstGeom prst="line">
            <a:avLst/>
          </a:prstGeom>
          <a:ln w="635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A5373B90-421C-EC2F-788E-E9E7CE71E7DC}"/>
              </a:ext>
            </a:extLst>
          </p:cNvPr>
          <p:cNvCxnSpPr>
            <a:cxnSpLocks/>
          </p:cNvCxnSpPr>
          <p:nvPr/>
        </p:nvCxnSpPr>
        <p:spPr>
          <a:xfrm>
            <a:off x="6096000" y="4878053"/>
            <a:ext cx="4322363" cy="0"/>
          </a:xfrm>
          <a:prstGeom prst="line">
            <a:avLst/>
          </a:prstGeom>
          <a:ln>
            <a:solidFill>
              <a:srgbClr val="4BC0B0"/>
            </a:solidFill>
          </a:ln>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A2824773-F8F4-D10C-5BDE-EBFEBC684AB6}"/>
              </a:ext>
            </a:extLst>
          </p:cNvPr>
          <p:cNvPicPr>
            <a:picLocks noChangeAspect="1" noChangeArrowheads="1"/>
          </p:cNvPicPr>
          <p:nvPr/>
        </p:nvPicPr>
        <p:blipFill>
          <a:blip r:embed="rId2">
            <a:duotone>
              <a:schemeClr val="accent3">
                <a:shade val="45000"/>
                <a:satMod val="135000"/>
              </a:schemeClr>
              <a:prstClr val="white"/>
            </a:duotone>
            <a:extLst>
              <a:ext uri="{837473B0-CC2E-450A-ABE3-18F120FF3D39}">
                <a1611:picAttrSrcUrl xmlns:a1611="http://schemas.microsoft.com/office/drawing/2016/11/main" r:id="rId3"/>
              </a:ext>
            </a:extLst>
          </a:blip>
          <a:srcRect l="23014" r="23014"/>
          <a:stretch/>
        </p:blipFill>
        <p:spPr bwMode="auto">
          <a:xfrm>
            <a:off x="897263" y="1148441"/>
            <a:ext cx="3867941" cy="38771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descr="A black rectangular sign with blue text and numbers&#10;&#10;Description automatically generated">
            <a:extLst>
              <a:ext uri="{FF2B5EF4-FFF2-40B4-BE49-F238E27FC236}">
                <a16:creationId xmlns:a16="http://schemas.microsoft.com/office/drawing/2014/main" id="{89A8294C-717D-F0CA-6426-615BBBBF34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975028"/>
            <a:ext cx="1398445" cy="882971"/>
          </a:xfrm>
          <a:prstGeom prst="rect">
            <a:avLst/>
          </a:prstGeom>
        </p:spPr>
      </p:pic>
      <p:sp>
        <p:nvSpPr>
          <p:cNvPr id="3" name="Slide Number Placeholder 3">
            <a:extLst>
              <a:ext uri="{FF2B5EF4-FFF2-40B4-BE49-F238E27FC236}">
                <a16:creationId xmlns:a16="http://schemas.microsoft.com/office/drawing/2014/main" id="{AD6E2883-C4BA-A705-7A13-15202B94B1CD}"/>
              </a:ext>
            </a:extLst>
          </p:cNvPr>
          <p:cNvSpPr>
            <a:spLocks noGrp="1"/>
          </p:cNvSpPr>
          <p:nvPr>
            <p:ph type="sldNum" sz="quarter" idx="12"/>
          </p:nvPr>
        </p:nvSpPr>
        <p:spPr>
          <a:xfrm>
            <a:off x="8729197" y="6492875"/>
            <a:ext cx="2743200" cy="365125"/>
          </a:xfrm>
        </p:spPr>
        <p:txBody>
          <a:bodyPr/>
          <a:lstStyle/>
          <a:p>
            <a:fld id="{8DA4F446-54BD-47E9-8F45-E0EC829FD260}" type="slidenum">
              <a:rPr lang="en-US" b="1" smtClean="0">
                <a:latin typeface="Cairo" pitchFamily="2" charset="-78"/>
                <a:cs typeface="Cairo" pitchFamily="2" charset="-78"/>
              </a:rPr>
              <a:t>2</a:t>
            </a:fld>
            <a:endParaRPr lang="en-US" b="1" dirty="0">
              <a:latin typeface="Cairo" pitchFamily="2" charset="-78"/>
              <a:cs typeface="Cairo" pitchFamily="2" charset="-78"/>
            </a:endParaRPr>
          </a:p>
        </p:txBody>
      </p:sp>
      <p:sp>
        <p:nvSpPr>
          <p:cNvPr id="7" name="Rectangle 6">
            <a:extLst>
              <a:ext uri="{FF2B5EF4-FFF2-40B4-BE49-F238E27FC236}">
                <a16:creationId xmlns:a16="http://schemas.microsoft.com/office/drawing/2014/main" id="{B14DCADB-C8EC-371B-7B0E-7585EC06185C}"/>
              </a:ext>
            </a:extLst>
          </p:cNvPr>
          <p:cNvSpPr/>
          <p:nvPr/>
        </p:nvSpPr>
        <p:spPr>
          <a:xfrm>
            <a:off x="1981199" y="6734175"/>
            <a:ext cx="7648575" cy="123825"/>
          </a:xfrm>
          <a:prstGeom prst="rect">
            <a:avLst/>
          </a:prstGeom>
          <a:solidFill>
            <a:srgbClr val="007B8B"/>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8" name="Rectangle 7">
            <a:extLst>
              <a:ext uri="{FF2B5EF4-FFF2-40B4-BE49-F238E27FC236}">
                <a16:creationId xmlns:a16="http://schemas.microsoft.com/office/drawing/2014/main" id="{945D1902-1ADA-0AD3-E5D0-487523BA25DF}"/>
              </a:ext>
            </a:extLst>
          </p:cNvPr>
          <p:cNvSpPr/>
          <p:nvPr/>
        </p:nvSpPr>
        <p:spPr>
          <a:xfrm>
            <a:off x="10210801" y="6734175"/>
            <a:ext cx="733424" cy="135196"/>
          </a:xfrm>
          <a:prstGeom prst="rect">
            <a:avLst/>
          </a:prstGeom>
          <a:solidFill>
            <a:srgbClr val="49BBB8"/>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9" name="TextBox 8">
            <a:hlinkClick r:id="rId5" action="ppaction://hlinksldjump"/>
            <a:extLst>
              <a:ext uri="{FF2B5EF4-FFF2-40B4-BE49-F238E27FC236}">
                <a16:creationId xmlns:a16="http://schemas.microsoft.com/office/drawing/2014/main" id="{6D06D7C5-08A7-37A3-3840-21305196958A}"/>
              </a:ext>
            </a:extLst>
          </p:cNvPr>
          <p:cNvSpPr txBox="1"/>
          <p:nvPr/>
        </p:nvSpPr>
        <p:spPr>
          <a:xfrm>
            <a:off x="10158413" y="6395621"/>
            <a:ext cx="838199" cy="338554"/>
          </a:xfrm>
          <a:prstGeom prst="rect">
            <a:avLst/>
          </a:prstGeom>
          <a:noFill/>
        </p:spPr>
        <p:txBody>
          <a:bodyPr wrap="square" rtlCol="0">
            <a:spAutoFit/>
          </a:bodyPr>
          <a:lstStyle/>
          <a:p>
            <a:pPr algn="ctr" rtl="1"/>
            <a:r>
              <a:rPr lang="ar-EG" sz="800" b="1" dirty="0">
                <a:solidFill>
                  <a:srgbClr val="49BBB8"/>
                </a:solidFill>
                <a:latin typeface="Cairo" pitchFamily="2" charset="-78"/>
                <a:cs typeface="Cairo" pitchFamily="2" charset="-78"/>
              </a:rPr>
              <a:t>العودة</a:t>
            </a:r>
            <a:r>
              <a:rPr lang="en-US" sz="800" b="1" dirty="0">
                <a:solidFill>
                  <a:srgbClr val="49BBB8"/>
                </a:solidFill>
                <a:latin typeface="Cairo" pitchFamily="2" charset="-78"/>
                <a:cs typeface="Cairo" pitchFamily="2" charset="-78"/>
              </a:rPr>
              <a:t> </a:t>
            </a:r>
            <a:r>
              <a:rPr lang="ar-EG" sz="800" b="1" dirty="0">
                <a:solidFill>
                  <a:srgbClr val="49BBB8"/>
                </a:solidFill>
                <a:latin typeface="Cairo" pitchFamily="2" charset="-78"/>
                <a:cs typeface="Cairo" pitchFamily="2" charset="-78"/>
              </a:rPr>
              <a:t>لصفحة  المحتويات</a:t>
            </a:r>
            <a:endParaRPr lang="en-US" sz="800" b="1" dirty="0">
              <a:solidFill>
                <a:srgbClr val="49BBB8"/>
              </a:solidFill>
              <a:latin typeface="Cairo" pitchFamily="2" charset="-78"/>
              <a:cs typeface="Cairo" pitchFamily="2" charset="-78"/>
            </a:endParaRPr>
          </a:p>
        </p:txBody>
      </p:sp>
      <p:sp>
        <p:nvSpPr>
          <p:cNvPr id="4" name="Slide Number Placeholder 3">
            <a:extLst>
              <a:ext uri="{FF2B5EF4-FFF2-40B4-BE49-F238E27FC236}">
                <a16:creationId xmlns:a16="http://schemas.microsoft.com/office/drawing/2014/main" id="{B45426EF-66D1-D0A9-EDBC-E88C2DB547CD}"/>
              </a:ext>
            </a:extLst>
          </p:cNvPr>
          <p:cNvSpPr txBox="1">
            <a:spLocks/>
          </p:cNvSpPr>
          <p:nvPr/>
        </p:nvSpPr>
        <p:spPr>
          <a:xfrm>
            <a:off x="9258085" y="6503115"/>
            <a:ext cx="356721" cy="22119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8DA4F446-54BD-47E9-8F45-E0EC829FD260}" type="slidenum">
              <a:rPr lang="en-US" sz="1000" b="1" smtClean="0">
                <a:solidFill>
                  <a:schemeClr val="bg1">
                    <a:lumMod val="50000"/>
                  </a:schemeClr>
                </a:solidFill>
                <a:latin typeface="Cairo" pitchFamily="2" charset="-78"/>
                <a:cs typeface="Cairo" pitchFamily="2" charset="-78"/>
              </a:rPr>
              <a:pPr algn="ctr"/>
              <a:t>2</a:t>
            </a:fld>
            <a:endParaRPr lang="en-US" sz="1000" b="1" dirty="0">
              <a:solidFill>
                <a:schemeClr val="bg1">
                  <a:lumMod val="50000"/>
                </a:schemeClr>
              </a:solidFill>
              <a:latin typeface="Cairo" pitchFamily="2" charset="-78"/>
              <a:cs typeface="Cairo" pitchFamily="2"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87">
          <a:extLst>
            <a:ext uri="{FF2B5EF4-FFF2-40B4-BE49-F238E27FC236}">
              <a16:creationId xmlns:a16="http://schemas.microsoft.com/office/drawing/2014/main" id="{21905AE1-81F4-411E-EE74-D9B566DF4073}"/>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FB679CC-43FA-1F14-A557-16E3662885BC}"/>
              </a:ext>
            </a:extLst>
          </p:cNvPr>
          <p:cNvGrpSpPr/>
          <p:nvPr/>
        </p:nvGrpSpPr>
        <p:grpSpPr>
          <a:xfrm>
            <a:off x="9797643" y="393043"/>
            <a:ext cx="2343035" cy="5101796"/>
            <a:chOff x="9797643" y="393043"/>
            <a:chExt cx="2343035" cy="5101796"/>
          </a:xfrm>
        </p:grpSpPr>
        <p:grpSp>
          <p:nvGrpSpPr>
            <p:cNvPr id="14" name="Group 13">
              <a:extLst>
                <a:ext uri="{FF2B5EF4-FFF2-40B4-BE49-F238E27FC236}">
                  <a16:creationId xmlns:a16="http://schemas.microsoft.com/office/drawing/2014/main" id="{AEFBD38A-4AC2-2FB0-624F-D430E149FD76}"/>
                </a:ext>
              </a:extLst>
            </p:cNvPr>
            <p:cNvGrpSpPr/>
            <p:nvPr/>
          </p:nvGrpSpPr>
          <p:grpSpPr>
            <a:xfrm>
              <a:off x="10244234" y="393043"/>
              <a:ext cx="1896444" cy="5101796"/>
              <a:chOff x="10244234" y="393043"/>
              <a:chExt cx="1896444" cy="5101796"/>
            </a:xfrm>
          </p:grpSpPr>
          <p:sp>
            <p:nvSpPr>
              <p:cNvPr id="4" name="Rectangle 3">
                <a:extLst>
                  <a:ext uri="{FF2B5EF4-FFF2-40B4-BE49-F238E27FC236}">
                    <a16:creationId xmlns:a16="http://schemas.microsoft.com/office/drawing/2014/main" id="{634F42E7-7EC5-710E-0044-FD89CFA3905F}"/>
                  </a:ext>
                </a:extLst>
              </p:cNvPr>
              <p:cNvSpPr/>
              <p:nvPr/>
            </p:nvSpPr>
            <p:spPr>
              <a:xfrm>
                <a:off x="10244234" y="393043"/>
                <a:ext cx="1896444" cy="5101796"/>
              </a:xfrm>
              <a:prstGeom prst="rect">
                <a:avLst/>
              </a:prstGeom>
              <a:solidFill>
                <a:schemeClr val="bg1"/>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latin typeface="Sakkal Majalla" panose="02000000000000000000" pitchFamily="2" charset="-78"/>
                  <a:cs typeface="Sakkal Majalla" panose="02000000000000000000" pitchFamily="2" charset="-78"/>
                </a:endParaRPr>
              </a:p>
            </p:txBody>
          </p:sp>
          <p:sp>
            <p:nvSpPr>
              <p:cNvPr id="8" name="Rectangle 7">
                <a:extLst>
                  <a:ext uri="{FF2B5EF4-FFF2-40B4-BE49-F238E27FC236}">
                    <a16:creationId xmlns:a16="http://schemas.microsoft.com/office/drawing/2014/main" id="{36E3B09F-7F9B-6D83-C052-AAF29EAB0882}"/>
                  </a:ext>
                </a:extLst>
              </p:cNvPr>
              <p:cNvSpPr/>
              <p:nvPr/>
            </p:nvSpPr>
            <p:spPr>
              <a:xfrm>
                <a:off x="10331818" y="2048400"/>
                <a:ext cx="1711518" cy="988732"/>
              </a:xfrm>
              <a:prstGeom prst="rect">
                <a:avLst/>
              </a:prstGeom>
              <a:effectLst>
                <a:glow rad="254000">
                  <a:schemeClr val="accent4">
                    <a:satMod val="175000"/>
                    <a:alpha val="40000"/>
                  </a:schemeClr>
                </a:glow>
              </a:effectLst>
            </p:spPr>
            <p:txBody>
              <a:bodyPr wrap="square" lIns="0" tIns="0" rIns="0" bIns="0">
                <a:spAutoFit/>
              </a:bodyPr>
              <a:lstStyle/>
              <a:p>
                <a:pPr marL="228600" indent="-228600" algn="r" rtl="1">
                  <a:lnSpc>
                    <a:spcPct val="150000"/>
                  </a:lnSpc>
                  <a:spcBef>
                    <a:spcPts val="600"/>
                  </a:spcBef>
                  <a:buAutoNum type="arabicPeriod"/>
                </a:pPr>
                <a:r>
                  <a:rPr lang="ar-EG" sz="600" b="1" dirty="0">
                    <a:latin typeface="Cairo" panose="020B0604020202020204" charset="-78"/>
                    <a:cs typeface="Cairo" panose="020B0604020202020204" charset="-78"/>
                  </a:rPr>
                  <a:t>مواءمة نطاق المشروع مع الضوابط</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خطة عمل شاملة </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عقد اجتماع انطلاقة وتحديد أصحاب المصلحة</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وثيقة ميثاق المشروع واعتمادها</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ملخص المرحلة الأولى</a:t>
                </a:r>
              </a:p>
            </p:txBody>
          </p:sp>
        </p:grpSp>
        <p:sp>
          <p:nvSpPr>
            <p:cNvPr id="18" name="Callout: Left Arrow 17">
              <a:extLst>
                <a:ext uri="{FF2B5EF4-FFF2-40B4-BE49-F238E27FC236}">
                  <a16:creationId xmlns:a16="http://schemas.microsoft.com/office/drawing/2014/main" id="{1173E327-1031-4047-7B53-8B2E3920D9BA}"/>
                </a:ext>
              </a:extLst>
            </p:cNvPr>
            <p:cNvSpPr/>
            <p:nvPr/>
          </p:nvSpPr>
          <p:spPr>
            <a:xfrm>
              <a:off x="9797643" y="722748"/>
              <a:ext cx="1809750" cy="451071"/>
            </a:xfrm>
            <a:prstGeom prst="leftArrowCallout">
              <a:avLst>
                <a:gd name="adj1" fmla="val 29809"/>
                <a:gd name="adj2" fmla="val 21943"/>
                <a:gd name="adj3" fmla="val 69139"/>
                <a:gd name="adj4" fmla="val 76205"/>
              </a:avLst>
            </a:prstGeom>
            <a:solidFill>
              <a:srgbClr val="4BC0B0"/>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95324" rtl="1"/>
              <a:r>
                <a:rPr lang="ar-EG" sz="1400" b="1" dirty="0">
                  <a:solidFill>
                    <a:schemeClr val="bg1"/>
                  </a:solidFill>
                  <a:latin typeface="Cairo" panose="020B0604020202020204" charset="-78"/>
                  <a:cs typeface="Cairo" panose="020B0604020202020204" charset="-78"/>
                </a:rPr>
                <a:t>المرحلة الأولى</a:t>
              </a:r>
              <a:endParaRPr lang="en-US" sz="1400" b="1" dirty="0">
                <a:solidFill>
                  <a:schemeClr val="bg1"/>
                </a:solidFill>
                <a:latin typeface="Cairo" panose="020B0604020202020204" charset="-78"/>
                <a:cs typeface="Cairo" panose="020B0604020202020204" charset="-78"/>
              </a:endParaRPr>
            </a:p>
          </p:txBody>
        </p:sp>
      </p:grpSp>
      <p:grpSp>
        <p:nvGrpSpPr>
          <p:cNvPr id="3" name="Group 2">
            <a:extLst>
              <a:ext uri="{FF2B5EF4-FFF2-40B4-BE49-F238E27FC236}">
                <a16:creationId xmlns:a16="http://schemas.microsoft.com/office/drawing/2014/main" id="{176D3602-598C-D2D3-66D4-435938217B3A}"/>
              </a:ext>
            </a:extLst>
          </p:cNvPr>
          <p:cNvGrpSpPr/>
          <p:nvPr/>
        </p:nvGrpSpPr>
        <p:grpSpPr>
          <a:xfrm>
            <a:off x="6768215" y="277995"/>
            <a:ext cx="2846591" cy="1230049"/>
            <a:chOff x="6768215" y="277995"/>
            <a:chExt cx="2846591" cy="1230049"/>
          </a:xfrm>
        </p:grpSpPr>
        <p:sp>
          <p:nvSpPr>
            <p:cNvPr id="30" name="Rectangle 29">
              <a:extLst>
                <a:ext uri="{FF2B5EF4-FFF2-40B4-BE49-F238E27FC236}">
                  <a16:creationId xmlns:a16="http://schemas.microsoft.com/office/drawing/2014/main" id="{3EE5E6C7-AD59-DEB5-75A4-A3E8C4E6292A}"/>
                </a:ext>
              </a:extLst>
            </p:cNvPr>
            <p:cNvSpPr/>
            <p:nvPr/>
          </p:nvSpPr>
          <p:spPr>
            <a:xfrm rot="12300000" flipV="1">
              <a:off x="8554197"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8" name="Rectangle 27">
              <a:extLst>
                <a:ext uri="{FF2B5EF4-FFF2-40B4-BE49-F238E27FC236}">
                  <a16:creationId xmlns:a16="http://schemas.microsoft.com/office/drawing/2014/main" id="{572F10AF-763B-2741-3382-E576CA3926E3}"/>
                </a:ext>
              </a:extLst>
            </p:cNvPr>
            <p:cNvSpPr/>
            <p:nvPr/>
          </p:nvSpPr>
          <p:spPr>
            <a:xfrm rot="12300000" flipV="1">
              <a:off x="8103056"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6" name="Rectangle 25">
              <a:extLst>
                <a:ext uri="{FF2B5EF4-FFF2-40B4-BE49-F238E27FC236}">
                  <a16:creationId xmlns:a16="http://schemas.microsoft.com/office/drawing/2014/main" id="{827288E1-8C70-B855-D795-4B28998692DF}"/>
                </a:ext>
              </a:extLst>
            </p:cNvPr>
            <p:cNvSpPr/>
            <p:nvPr/>
          </p:nvSpPr>
          <p:spPr>
            <a:xfrm rot="12300000" flipV="1">
              <a:off x="7645564"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4" name="Rectangle 23">
              <a:extLst>
                <a:ext uri="{FF2B5EF4-FFF2-40B4-BE49-F238E27FC236}">
                  <a16:creationId xmlns:a16="http://schemas.microsoft.com/office/drawing/2014/main" id="{8C2402C9-14E5-1752-25E5-E53C40226CAF}"/>
                </a:ext>
              </a:extLst>
            </p:cNvPr>
            <p:cNvSpPr/>
            <p:nvPr/>
          </p:nvSpPr>
          <p:spPr>
            <a:xfrm rot="12300000" flipV="1">
              <a:off x="6768215" y="1208632"/>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Circle: Hollow 5">
              <a:extLst>
                <a:ext uri="{FF2B5EF4-FFF2-40B4-BE49-F238E27FC236}">
                  <a16:creationId xmlns:a16="http://schemas.microsoft.com/office/drawing/2014/main" id="{53193805-A1FF-D382-8093-9E932F55D9C5}"/>
                </a:ext>
              </a:extLst>
            </p:cNvPr>
            <p:cNvSpPr/>
            <p:nvPr/>
          </p:nvSpPr>
          <p:spPr>
            <a:xfrm>
              <a:off x="8989525" y="643938"/>
              <a:ext cx="554540" cy="577464"/>
            </a:xfrm>
            <a:prstGeom prst="donut">
              <a:avLst>
                <a:gd name="adj" fmla="val 20000"/>
              </a:avLst>
            </a:prstGeom>
            <a:solidFill>
              <a:srgbClr val="4BC0B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grpSp>
          <p:nvGrpSpPr>
            <p:cNvPr id="7" name="Group 6">
              <a:extLst>
                <a:ext uri="{FF2B5EF4-FFF2-40B4-BE49-F238E27FC236}">
                  <a16:creationId xmlns:a16="http://schemas.microsoft.com/office/drawing/2014/main" id="{8DFF4D67-7D43-6041-A97A-B4B218AC733D}"/>
                </a:ext>
              </a:extLst>
            </p:cNvPr>
            <p:cNvGrpSpPr/>
            <p:nvPr/>
          </p:nvGrpSpPr>
          <p:grpSpPr>
            <a:xfrm>
              <a:off x="8913909" y="277995"/>
              <a:ext cx="700897" cy="326834"/>
              <a:chOff x="3339917" y="320607"/>
              <a:chExt cx="700897" cy="326834"/>
            </a:xfrm>
          </p:grpSpPr>
          <p:sp>
            <p:nvSpPr>
              <p:cNvPr id="32" name="Rectangle 31">
                <a:extLst>
                  <a:ext uri="{FF2B5EF4-FFF2-40B4-BE49-F238E27FC236}">
                    <a16:creationId xmlns:a16="http://schemas.microsoft.com/office/drawing/2014/main" id="{F5D85F3C-6BAB-EAF1-A9A0-42D1DC54FC9F}"/>
                  </a:ext>
                </a:extLst>
              </p:cNvPr>
              <p:cNvSpPr/>
              <p:nvPr/>
            </p:nvSpPr>
            <p:spPr>
              <a:xfrm>
                <a:off x="3339917" y="320607"/>
                <a:ext cx="700897" cy="32683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3" name="TextBox 32">
                <a:extLst>
                  <a:ext uri="{FF2B5EF4-FFF2-40B4-BE49-F238E27FC236}">
                    <a16:creationId xmlns:a16="http://schemas.microsoft.com/office/drawing/2014/main" id="{0D21B1B6-39D5-C717-F6C4-83F057F7FB3F}"/>
                  </a:ext>
                </a:extLst>
              </p:cNvPr>
              <p:cNvSpPr txBox="1"/>
              <p:nvPr/>
            </p:nvSpPr>
            <p:spPr>
              <a:xfrm>
                <a:off x="3339917" y="320607"/>
                <a:ext cx="700897" cy="32683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1524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1" kern="1200" dirty="0">
                    <a:latin typeface="Cairo" panose="020B0604020202020204" charset="-78"/>
                    <a:cs typeface="Cairo" panose="020B0604020202020204" charset="-78"/>
                  </a:rPr>
                  <a:t>مواءمة نطاق المشروع مع الضوابط</a:t>
                </a:r>
              </a:p>
            </p:txBody>
          </p:sp>
        </p:grpSp>
        <p:sp>
          <p:nvSpPr>
            <p:cNvPr id="9" name="Oval 8">
              <a:extLst>
                <a:ext uri="{FF2B5EF4-FFF2-40B4-BE49-F238E27FC236}">
                  <a16:creationId xmlns:a16="http://schemas.microsoft.com/office/drawing/2014/main" id="{CDF15112-FA91-6334-061D-C892FF1FCFB5}"/>
                </a:ext>
              </a:extLst>
            </p:cNvPr>
            <p:cNvSpPr/>
            <p:nvPr/>
          </p:nvSpPr>
          <p:spPr>
            <a:xfrm>
              <a:off x="8470456" y="7828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732F03D3-09DD-EA10-3069-4CA52BAFA145}"/>
                </a:ext>
              </a:extLst>
            </p:cNvPr>
            <p:cNvSpPr/>
            <p:nvPr/>
          </p:nvSpPr>
          <p:spPr>
            <a:xfrm>
              <a:off x="7951386" y="7828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0A18B3B8-BBB9-1211-F616-57AFBA31BAFF}"/>
                </a:ext>
              </a:extLst>
            </p:cNvPr>
            <p:cNvSpPr/>
            <p:nvPr/>
          </p:nvSpPr>
          <p:spPr>
            <a:xfrm>
              <a:off x="7432316" y="7828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34" name="TextBox 33">
              <a:extLst>
                <a:ext uri="{FF2B5EF4-FFF2-40B4-BE49-F238E27FC236}">
                  <a16:creationId xmlns:a16="http://schemas.microsoft.com/office/drawing/2014/main" id="{23389F34-0727-63F4-F6E3-90743AE1AD98}"/>
                </a:ext>
              </a:extLst>
            </p:cNvPr>
            <p:cNvSpPr txBox="1"/>
            <p:nvPr/>
          </p:nvSpPr>
          <p:spPr>
            <a:xfrm rot="1500000">
              <a:off x="7937218" y="12004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عقد اجتماع انطلاقة وتحديد أصحاب المصلحة</a:t>
              </a:r>
            </a:p>
          </p:txBody>
        </p:sp>
        <p:sp>
          <p:nvSpPr>
            <p:cNvPr id="35" name="TextBox 34">
              <a:extLst>
                <a:ext uri="{FF2B5EF4-FFF2-40B4-BE49-F238E27FC236}">
                  <a16:creationId xmlns:a16="http://schemas.microsoft.com/office/drawing/2014/main" id="{BDF8E172-C0DB-0224-F985-DE69EC71E0BB}"/>
                </a:ext>
              </a:extLst>
            </p:cNvPr>
            <p:cNvSpPr txBox="1"/>
            <p:nvPr/>
          </p:nvSpPr>
          <p:spPr>
            <a:xfrm rot="1500000">
              <a:off x="7413678" y="12004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إعداد وثيقة ميثاق المشروع واعتمادها</a:t>
              </a:r>
            </a:p>
          </p:txBody>
        </p:sp>
        <p:sp>
          <p:nvSpPr>
            <p:cNvPr id="36" name="TextBox 35">
              <a:extLst>
                <a:ext uri="{FF2B5EF4-FFF2-40B4-BE49-F238E27FC236}">
                  <a16:creationId xmlns:a16="http://schemas.microsoft.com/office/drawing/2014/main" id="{106343CA-60C8-C547-08CD-F99AEA73389A}"/>
                </a:ext>
              </a:extLst>
            </p:cNvPr>
            <p:cNvSpPr txBox="1"/>
            <p:nvPr/>
          </p:nvSpPr>
          <p:spPr>
            <a:xfrm rot="1500000">
              <a:off x="8460758" y="12004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إعداد خطة عمل شاملة </a:t>
              </a:r>
            </a:p>
          </p:txBody>
        </p:sp>
      </p:grpSp>
      <p:pic>
        <p:nvPicPr>
          <p:cNvPr id="2" name="Picture 1" descr="A black rectangular sign with blue text and numbers&#10;&#10;Description automatically generated">
            <a:extLst>
              <a:ext uri="{FF2B5EF4-FFF2-40B4-BE49-F238E27FC236}">
                <a16:creationId xmlns:a16="http://schemas.microsoft.com/office/drawing/2014/main" id="{1F78E23D-3FB2-9AF3-80AE-FEFFABED5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75028"/>
            <a:ext cx="1398445" cy="882971"/>
          </a:xfrm>
          <a:prstGeom prst="rect">
            <a:avLst/>
          </a:prstGeom>
        </p:spPr>
      </p:pic>
      <p:sp>
        <p:nvSpPr>
          <p:cNvPr id="10" name="Slide Number Placeholder 3">
            <a:extLst>
              <a:ext uri="{FF2B5EF4-FFF2-40B4-BE49-F238E27FC236}">
                <a16:creationId xmlns:a16="http://schemas.microsoft.com/office/drawing/2014/main" id="{19758425-34CD-4532-98B8-DD7260294FFA}"/>
              </a:ext>
            </a:extLst>
          </p:cNvPr>
          <p:cNvSpPr>
            <a:spLocks noGrp="1"/>
          </p:cNvSpPr>
          <p:nvPr>
            <p:ph type="sldNum" sz="quarter" idx="12"/>
          </p:nvPr>
        </p:nvSpPr>
        <p:spPr>
          <a:xfrm>
            <a:off x="9258085" y="6503115"/>
            <a:ext cx="356721" cy="221190"/>
          </a:xfrm>
        </p:spPr>
        <p:txBody>
          <a:bodyPr/>
          <a:lstStyle/>
          <a:p>
            <a:pPr algn="ctr"/>
            <a:fld id="{8DA4F446-54BD-47E9-8F45-E0EC829FD260}" type="slidenum">
              <a:rPr lang="en-US" sz="1000" b="1" smtClean="0">
                <a:latin typeface="Cairo" pitchFamily="2" charset="-78"/>
                <a:cs typeface="Cairo" pitchFamily="2" charset="-78"/>
              </a:rPr>
              <a:pPr algn="ctr"/>
              <a:t>3</a:t>
            </a:fld>
            <a:endParaRPr lang="en-US" sz="1000" b="1" dirty="0">
              <a:latin typeface="Cairo" pitchFamily="2" charset="-78"/>
              <a:cs typeface="Cairo" pitchFamily="2" charset="-78"/>
            </a:endParaRPr>
          </a:p>
        </p:txBody>
      </p:sp>
      <p:sp>
        <p:nvSpPr>
          <p:cNvPr id="5" name="Rectangle 4">
            <a:extLst>
              <a:ext uri="{FF2B5EF4-FFF2-40B4-BE49-F238E27FC236}">
                <a16:creationId xmlns:a16="http://schemas.microsoft.com/office/drawing/2014/main" id="{6AC4F250-DED9-A11E-3B70-4CBBCB4E9108}"/>
              </a:ext>
            </a:extLst>
          </p:cNvPr>
          <p:cNvSpPr/>
          <p:nvPr/>
        </p:nvSpPr>
        <p:spPr>
          <a:xfrm>
            <a:off x="1981199" y="6734175"/>
            <a:ext cx="7648575" cy="123825"/>
          </a:xfrm>
          <a:prstGeom prst="rect">
            <a:avLst/>
          </a:prstGeom>
          <a:solidFill>
            <a:srgbClr val="007B8B"/>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11" name="Rectangle 10">
            <a:extLst>
              <a:ext uri="{FF2B5EF4-FFF2-40B4-BE49-F238E27FC236}">
                <a16:creationId xmlns:a16="http://schemas.microsoft.com/office/drawing/2014/main" id="{64FEAD54-1892-DD37-FF94-5FB513B0535D}"/>
              </a:ext>
            </a:extLst>
          </p:cNvPr>
          <p:cNvSpPr/>
          <p:nvPr/>
        </p:nvSpPr>
        <p:spPr>
          <a:xfrm>
            <a:off x="10210801" y="6734175"/>
            <a:ext cx="733424" cy="135196"/>
          </a:xfrm>
          <a:prstGeom prst="rect">
            <a:avLst/>
          </a:prstGeom>
          <a:solidFill>
            <a:srgbClr val="49BBB8"/>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12" name="TextBox 11">
            <a:hlinkClick r:id="rId4" action="ppaction://hlinksldjump"/>
            <a:extLst>
              <a:ext uri="{FF2B5EF4-FFF2-40B4-BE49-F238E27FC236}">
                <a16:creationId xmlns:a16="http://schemas.microsoft.com/office/drawing/2014/main" id="{1A6306D8-FA7D-8FEC-8491-1C61487744A9}"/>
              </a:ext>
            </a:extLst>
          </p:cNvPr>
          <p:cNvSpPr txBox="1"/>
          <p:nvPr/>
        </p:nvSpPr>
        <p:spPr>
          <a:xfrm>
            <a:off x="10158413" y="6395621"/>
            <a:ext cx="838199" cy="338554"/>
          </a:xfrm>
          <a:prstGeom prst="rect">
            <a:avLst/>
          </a:prstGeom>
          <a:noFill/>
        </p:spPr>
        <p:txBody>
          <a:bodyPr wrap="square" rtlCol="0">
            <a:spAutoFit/>
          </a:bodyPr>
          <a:lstStyle/>
          <a:p>
            <a:pPr algn="ctr" rtl="1"/>
            <a:r>
              <a:rPr lang="ar-EG" sz="800" b="1" dirty="0">
                <a:solidFill>
                  <a:srgbClr val="49BBB8"/>
                </a:solidFill>
                <a:latin typeface="Cairo" pitchFamily="2" charset="-78"/>
                <a:cs typeface="Cairo" pitchFamily="2" charset="-78"/>
              </a:rPr>
              <a:t>العودة</a:t>
            </a:r>
            <a:r>
              <a:rPr lang="en-US" sz="800" b="1" dirty="0">
                <a:solidFill>
                  <a:srgbClr val="49BBB8"/>
                </a:solidFill>
                <a:latin typeface="Cairo" pitchFamily="2" charset="-78"/>
                <a:cs typeface="Cairo" pitchFamily="2" charset="-78"/>
              </a:rPr>
              <a:t> </a:t>
            </a:r>
            <a:r>
              <a:rPr lang="ar-EG" sz="800" b="1" dirty="0">
                <a:solidFill>
                  <a:srgbClr val="49BBB8"/>
                </a:solidFill>
                <a:latin typeface="Cairo" pitchFamily="2" charset="-78"/>
                <a:cs typeface="Cairo" pitchFamily="2" charset="-78"/>
              </a:rPr>
              <a:t>لصفحة  المحتويات</a:t>
            </a:r>
            <a:endParaRPr lang="en-US" sz="800" b="1" dirty="0">
              <a:solidFill>
                <a:srgbClr val="49BBB8"/>
              </a:solidFill>
              <a:latin typeface="Cairo" pitchFamily="2" charset="-78"/>
              <a:cs typeface="Cairo" pitchFamily="2" charset="-78"/>
            </a:endParaRPr>
          </a:p>
        </p:txBody>
      </p:sp>
      <p:sp>
        <p:nvSpPr>
          <p:cNvPr id="48" name="TextBox 47">
            <a:extLst>
              <a:ext uri="{FF2B5EF4-FFF2-40B4-BE49-F238E27FC236}">
                <a16:creationId xmlns:a16="http://schemas.microsoft.com/office/drawing/2014/main" id="{E2D76DB9-607A-8AC1-EC31-D42E2730E922}"/>
              </a:ext>
            </a:extLst>
          </p:cNvPr>
          <p:cNvSpPr txBox="1"/>
          <p:nvPr/>
        </p:nvSpPr>
        <p:spPr>
          <a:xfrm>
            <a:off x="1951879" y="1786790"/>
            <a:ext cx="8148918"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مواءمة نطاق المشروع مع ضوابط </a:t>
            </a:r>
            <a:r>
              <a:rPr lang="en-US" sz="1100" b="1" dirty="0">
                <a:latin typeface="Cairo" pitchFamily="2" charset="-78"/>
                <a:cs typeface="Cairo" pitchFamily="2" charset="-78"/>
              </a:rPr>
              <a:t>NCA ECC </a:t>
            </a:r>
            <a:r>
              <a:rPr lang="en-US" sz="1100" b="1" dirty="0">
                <a:latin typeface="Cascadia Code" panose="020B0609020000020004" pitchFamily="49" charset="0"/>
                <a:ea typeface="Cascadia Code" panose="020B0609020000020004" pitchFamily="49" charset="0"/>
                <a:cs typeface="Cascadia Code" panose="020B0609020000020004" pitchFamily="49" charset="0"/>
              </a:rPr>
              <a:t>2024</a:t>
            </a:r>
            <a:r>
              <a:rPr lang="en-US" sz="1100" b="1" dirty="0">
                <a:latin typeface="Cairo" pitchFamily="2" charset="-78"/>
                <a:cs typeface="Cairo" pitchFamily="2" charset="-78"/>
              </a:rPr>
              <a:t> </a:t>
            </a:r>
            <a:r>
              <a:rPr lang="ar-EG" sz="1100" b="1" dirty="0">
                <a:latin typeface="Cairo" pitchFamily="2" charset="-78"/>
                <a:cs typeface="Cairo" pitchFamily="2" charset="-78"/>
              </a:rPr>
              <a:t> ومتطلبات</a:t>
            </a:r>
            <a:r>
              <a:rPr lang="en-US" sz="1100" b="1" dirty="0">
                <a:latin typeface="Cairo" pitchFamily="2" charset="-78"/>
                <a:cs typeface="Cairo" pitchFamily="2" charset="-78"/>
              </a:rPr>
              <a:t>ISO </a:t>
            </a:r>
            <a:r>
              <a:rPr lang="en-US" sz="1100" b="1" dirty="0">
                <a:latin typeface="Cascadia Code" panose="020B0609020000020004" pitchFamily="49" charset="0"/>
                <a:ea typeface="Cascadia Code" panose="020B0609020000020004" pitchFamily="49" charset="0"/>
                <a:cs typeface="Cascadia Code" panose="020B0609020000020004" pitchFamily="49" charset="0"/>
              </a:rPr>
              <a:t>27001</a:t>
            </a:r>
            <a:r>
              <a:rPr lang="en-US" sz="1100" b="1" dirty="0">
                <a:latin typeface="Cairo" pitchFamily="2" charset="-78"/>
                <a:cs typeface="Cairo" pitchFamily="2" charset="-78"/>
              </a:rPr>
              <a:t> </a:t>
            </a:r>
            <a:r>
              <a:rPr lang="ar-EG" sz="1100" b="1" dirty="0">
                <a:latin typeface="Cairo" pitchFamily="2" charset="-78"/>
                <a:cs typeface="Cairo" pitchFamily="2" charset="-78"/>
              </a:rPr>
              <a:t> و </a:t>
            </a:r>
            <a:r>
              <a:rPr lang="en-US" sz="1100" b="1" dirty="0">
                <a:latin typeface="Cairo" pitchFamily="2" charset="-78"/>
                <a:cs typeface="Cairo" pitchFamily="2" charset="-78"/>
              </a:rPr>
              <a:t>ISO </a:t>
            </a:r>
            <a:r>
              <a:rPr lang="en-US" sz="1100" b="1" dirty="0">
                <a:latin typeface="Cascadia Code" panose="020B0609020000020004" pitchFamily="49" charset="0"/>
                <a:ea typeface="Cascadia Code" panose="020B0609020000020004" pitchFamily="49" charset="0"/>
                <a:cs typeface="Cascadia Code" panose="020B0609020000020004" pitchFamily="49" charset="0"/>
              </a:rPr>
              <a:t>37000</a:t>
            </a:r>
          </a:p>
        </p:txBody>
      </p:sp>
      <p:sp>
        <p:nvSpPr>
          <p:cNvPr id="51" name="TextBox 50">
            <a:extLst>
              <a:ext uri="{FF2B5EF4-FFF2-40B4-BE49-F238E27FC236}">
                <a16:creationId xmlns:a16="http://schemas.microsoft.com/office/drawing/2014/main" id="{DBB64DB7-DAC9-BAA4-FDF5-D3D2CBB10A67}"/>
              </a:ext>
            </a:extLst>
          </p:cNvPr>
          <p:cNvSpPr txBox="1"/>
          <p:nvPr/>
        </p:nvSpPr>
        <p:spPr>
          <a:xfrm>
            <a:off x="978408" y="2111358"/>
            <a:ext cx="8951112" cy="600164"/>
          </a:xfrm>
          <a:prstGeom prst="rect">
            <a:avLst/>
          </a:prstGeom>
          <a:noFill/>
        </p:spPr>
        <p:txBody>
          <a:bodyPr wrap="square" rtlCol="0">
            <a:spAutoFit/>
          </a:bodyPr>
          <a:lstStyle/>
          <a:p>
            <a:pPr algn="justLow" rtl="1"/>
            <a:r>
              <a:rPr lang="ar-EG" sz="1100" dirty="0">
                <a:latin typeface="Cairo" pitchFamily="2" charset="-78"/>
                <a:cs typeface="Cairo" pitchFamily="2" charset="-78"/>
              </a:rPr>
              <a:t>تهدف هذه الخطوة إلى التأكد من أن نطاق المشروع يتماشى مع المتطلبات الوطنية (ضوابط الهيئة الوطنية للأمن السيبراني </a:t>
            </a:r>
            <a:r>
              <a:rPr lang="en-US" sz="1100" dirty="0">
                <a:latin typeface="Cairo" pitchFamily="2" charset="-78"/>
                <a:cs typeface="Cairo" pitchFamily="2" charset="-78"/>
              </a:rPr>
              <a:t>ECC </a:t>
            </a:r>
            <a:r>
              <a:rPr lang="en-US" sz="1100" dirty="0">
                <a:latin typeface="Cascadia Code" panose="020B0609020000020004" pitchFamily="49" charset="0"/>
                <a:ea typeface="Cascadia Code" panose="020B0609020000020004" pitchFamily="49" charset="0"/>
                <a:cs typeface="Cascadia Code" panose="020B0609020000020004" pitchFamily="49" charset="0"/>
              </a:rPr>
              <a:t>2024</a:t>
            </a:r>
            <a:r>
              <a:rPr lang="ar-EG" sz="1100" dirty="0">
                <a:latin typeface="Cairo" pitchFamily="2" charset="-78"/>
                <a:cs typeface="Cairo" pitchFamily="2" charset="-78"/>
              </a:rPr>
              <a:t>) والمعايير الدولية ذات الصلة (</a:t>
            </a:r>
            <a:r>
              <a:rPr lang="en-US" sz="1100" dirty="0">
                <a:latin typeface="Cairo" pitchFamily="2" charset="-78"/>
                <a:cs typeface="Cairo" pitchFamily="2" charset="-78"/>
              </a:rPr>
              <a:t>ISO </a:t>
            </a:r>
            <a:r>
              <a:rPr lang="en-US" sz="1100" dirty="0">
                <a:latin typeface="Cascadia Code" panose="020B0609020000020004" pitchFamily="49" charset="0"/>
                <a:ea typeface="Cascadia Code" panose="020B0609020000020004" pitchFamily="49" charset="0"/>
                <a:cs typeface="Cascadia Code" panose="020B0609020000020004" pitchFamily="49" charset="0"/>
              </a:rPr>
              <a:t>27001</a:t>
            </a:r>
            <a:r>
              <a:rPr lang="ar-EG" sz="1100" dirty="0">
                <a:latin typeface="Cairo" pitchFamily="2" charset="-78"/>
                <a:cs typeface="Cairo" pitchFamily="2" charset="-78"/>
              </a:rPr>
              <a:t> لإدارة أمن المعلومات، و</a:t>
            </a:r>
            <a:r>
              <a:rPr lang="en-US" sz="1100" dirty="0">
                <a:latin typeface="Cairo" pitchFamily="2" charset="-78"/>
                <a:cs typeface="Cairo" pitchFamily="2" charset="-78"/>
              </a:rPr>
              <a:t>ISO </a:t>
            </a:r>
            <a:r>
              <a:rPr lang="en-US" sz="1100" dirty="0">
                <a:latin typeface="Cascadia Code" panose="020B0609020000020004" pitchFamily="49" charset="0"/>
                <a:ea typeface="Cascadia Code" panose="020B0609020000020004" pitchFamily="49" charset="0"/>
                <a:cs typeface="Cascadia Code" panose="020B0609020000020004" pitchFamily="49" charset="0"/>
              </a:rPr>
              <a:t>37000</a:t>
            </a:r>
            <a:r>
              <a:rPr lang="en-US" sz="1100" dirty="0">
                <a:latin typeface="Cairo" pitchFamily="2" charset="-78"/>
                <a:cs typeface="Cairo" pitchFamily="2" charset="-78"/>
              </a:rPr>
              <a:t>  </a:t>
            </a:r>
            <a:r>
              <a:rPr lang="ar-EG" sz="1100" dirty="0">
                <a:latin typeface="Cairo" pitchFamily="2" charset="-78"/>
                <a:cs typeface="Cairo" pitchFamily="2" charset="-78"/>
              </a:rPr>
              <a:t> للحوكمة المؤسسية). يتم في هذه الخطوة تحديد ما يجب تضمينه في نطاق العمل، والتأكد من توافق الأنشطة والمخرجات مع الأهداف الاستراتيجية للجهة واللوائح الملزمة</a:t>
            </a:r>
            <a:endParaRPr lang="en-US" sz="1100" dirty="0">
              <a:latin typeface="Cairo" pitchFamily="2" charset="-78"/>
              <a:cs typeface="Cairo" pitchFamily="2" charset="-78"/>
            </a:endParaRPr>
          </a:p>
        </p:txBody>
      </p:sp>
      <p:sp>
        <p:nvSpPr>
          <p:cNvPr id="52" name="TextBox 51">
            <a:extLst>
              <a:ext uri="{FF2B5EF4-FFF2-40B4-BE49-F238E27FC236}">
                <a16:creationId xmlns:a16="http://schemas.microsoft.com/office/drawing/2014/main" id="{24D0D267-C358-8947-F967-95FC9EDF0F24}"/>
              </a:ext>
            </a:extLst>
          </p:cNvPr>
          <p:cNvSpPr txBox="1"/>
          <p:nvPr/>
        </p:nvSpPr>
        <p:spPr>
          <a:xfrm>
            <a:off x="5693286" y="2810242"/>
            <a:ext cx="4393591"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آلية التنفيذ: </a:t>
            </a:r>
          </a:p>
        </p:txBody>
      </p:sp>
      <p:graphicFrame>
        <p:nvGraphicFramePr>
          <p:cNvPr id="53" name="Diagram 52">
            <a:extLst>
              <a:ext uri="{FF2B5EF4-FFF2-40B4-BE49-F238E27FC236}">
                <a16:creationId xmlns:a16="http://schemas.microsoft.com/office/drawing/2014/main" id="{FC43B622-A09F-CE19-D52B-FA557EB73E6E}"/>
              </a:ext>
            </a:extLst>
          </p:cNvPr>
          <p:cNvGraphicFramePr/>
          <p:nvPr/>
        </p:nvGraphicFramePr>
        <p:xfrm>
          <a:off x="1528792" y="3171878"/>
          <a:ext cx="8086014" cy="163378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79" name="Group 78">
            <a:extLst>
              <a:ext uri="{FF2B5EF4-FFF2-40B4-BE49-F238E27FC236}">
                <a16:creationId xmlns:a16="http://schemas.microsoft.com/office/drawing/2014/main" id="{696DFF96-D03D-479E-56DE-C27E3157FF6F}"/>
              </a:ext>
            </a:extLst>
          </p:cNvPr>
          <p:cNvGrpSpPr/>
          <p:nvPr/>
        </p:nvGrpSpPr>
        <p:grpSpPr>
          <a:xfrm>
            <a:off x="5478370" y="4980969"/>
            <a:ext cx="4622427" cy="1151576"/>
            <a:chOff x="5309987" y="5485260"/>
            <a:chExt cx="4622427" cy="1151576"/>
          </a:xfrm>
        </p:grpSpPr>
        <p:sp>
          <p:nvSpPr>
            <p:cNvPr id="66" name="TextBox 65">
              <a:extLst>
                <a:ext uri="{FF2B5EF4-FFF2-40B4-BE49-F238E27FC236}">
                  <a16:creationId xmlns:a16="http://schemas.microsoft.com/office/drawing/2014/main" id="{BEF14E24-DBE4-799E-26F0-E18716B881A9}"/>
                </a:ext>
              </a:extLst>
            </p:cNvPr>
            <p:cNvSpPr txBox="1"/>
            <p:nvPr/>
          </p:nvSpPr>
          <p:spPr>
            <a:xfrm>
              <a:off x="5309987" y="5809828"/>
              <a:ext cx="4594196" cy="784830"/>
            </a:xfrm>
            <a:prstGeom prst="rect">
              <a:avLst/>
            </a:prstGeom>
            <a:noFill/>
          </p:spPr>
          <p:txBody>
            <a:bodyPr wrap="square" rtlCol="0">
              <a:spAutoFit/>
            </a:bodyPr>
            <a:lstStyle/>
            <a:p>
              <a:pPr marL="228600" indent="-228600" algn="r" rtl="1">
                <a:buClr>
                  <a:srgbClr val="4BC0B0"/>
                </a:buClr>
                <a:buFont typeface="+mj-lt"/>
                <a:buAutoNum type="arabicPeriod"/>
              </a:pPr>
              <a:r>
                <a:rPr lang="ar-SA" sz="900" dirty="0">
                  <a:latin typeface="Cairo" panose="020B0604020202020204" charset="-78"/>
                  <a:cs typeface="Cairo" panose="020B0604020202020204" charset="-78"/>
                </a:rPr>
                <a:t>مصفوفة مواءمة (</a:t>
              </a:r>
              <a:r>
                <a:rPr lang="en-US" sz="900" dirty="0">
                  <a:latin typeface="Cairo" panose="020B0604020202020204" charset="-78"/>
                  <a:cs typeface="Cairo" panose="020B0604020202020204" charset="-78"/>
                </a:rPr>
                <a:t>Compliance Matrix</a:t>
              </a:r>
              <a:r>
                <a:rPr lang="ar-EG" sz="900" dirty="0">
                  <a:latin typeface="Cairo" panose="020B0604020202020204" charset="-78"/>
                  <a:cs typeface="Cairo" panose="020B0604020202020204" charset="-78"/>
                </a:rPr>
                <a:t>): </a:t>
              </a:r>
              <a:r>
                <a:rPr lang="ar-SA" sz="900" dirty="0">
                  <a:latin typeface="Cairo" panose="020B0604020202020204" charset="-78"/>
                  <a:cs typeface="Cairo" panose="020B0604020202020204" charset="-78"/>
                </a:rPr>
                <a:t>بين المتطلبات الثلاثة</a:t>
              </a:r>
              <a:br>
                <a:rPr lang="ar-EG" sz="900" dirty="0">
                  <a:latin typeface="Cairo" panose="020B0604020202020204" charset="-78"/>
                  <a:cs typeface="Cairo" panose="020B0604020202020204" charset="-78"/>
                </a:rPr>
              </a:br>
              <a:endParaRPr lang="ar-SA" sz="900" dirty="0">
                <a:latin typeface="Cairo" panose="020B0604020202020204" charset="-78"/>
                <a:cs typeface="Cairo" panose="020B0604020202020204" charset="-78"/>
              </a:endParaRPr>
            </a:p>
            <a:p>
              <a:pPr marL="228600" indent="-228600" algn="r" rtl="1">
                <a:buClr>
                  <a:srgbClr val="4BC0B0"/>
                </a:buClr>
                <a:buFont typeface="+mj-lt"/>
                <a:buAutoNum type="arabicPeriod"/>
              </a:pPr>
              <a:r>
                <a:rPr lang="ar-SA" sz="900" dirty="0">
                  <a:latin typeface="Cairo" panose="020B0604020202020204" charset="-78"/>
                  <a:cs typeface="Cairo" panose="020B0604020202020204" charset="-78"/>
                </a:rPr>
                <a:t>ورشة عمل تشاركية مع أصحاب المصلحة</a:t>
              </a:r>
              <a:br>
                <a:rPr lang="ar-EG" sz="900" dirty="0">
                  <a:latin typeface="Cairo" panose="020B0604020202020204" charset="-78"/>
                  <a:cs typeface="Cairo" panose="020B0604020202020204" charset="-78"/>
                </a:rPr>
              </a:br>
              <a:endParaRPr lang="ar-SA" sz="900" dirty="0">
                <a:latin typeface="Cairo" panose="020B0604020202020204" charset="-78"/>
                <a:cs typeface="Cairo" panose="020B0604020202020204" charset="-78"/>
              </a:endParaRPr>
            </a:p>
            <a:p>
              <a:pPr marL="228600" indent="-228600" algn="r" rtl="1">
                <a:buClr>
                  <a:srgbClr val="4BC0B0"/>
                </a:buClr>
                <a:buFont typeface="+mj-lt"/>
                <a:buAutoNum type="arabicPeriod"/>
              </a:pPr>
              <a:r>
                <a:rPr lang="ar-SA" sz="900" dirty="0">
                  <a:latin typeface="Cairo" panose="020B0604020202020204" charset="-78"/>
                  <a:cs typeface="Cairo" panose="020B0604020202020204" charset="-78"/>
                </a:rPr>
                <a:t>نموذج </a:t>
              </a:r>
              <a:r>
                <a:rPr lang="en-US" sz="900" dirty="0">
                  <a:latin typeface="Cairo" panose="020B0604020202020204" charset="-78"/>
                  <a:cs typeface="Cairo" panose="020B0604020202020204" charset="-78"/>
                </a:rPr>
                <a:t>RACI </a:t>
              </a:r>
              <a:r>
                <a:rPr lang="ar-EG" sz="900" dirty="0">
                  <a:latin typeface="Cairo" panose="020B0604020202020204" charset="-78"/>
                  <a:cs typeface="Cairo" panose="020B0604020202020204" charset="-78"/>
                </a:rPr>
                <a:t> </a:t>
              </a:r>
              <a:r>
                <a:rPr lang="ar-SA" sz="900" dirty="0">
                  <a:latin typeface="Cairo" panose="020B0604020202020204" charset="-78"/>
                  <a:cs typeface="Cairo" panose="020B0604020202020204" charset="-78"/>
                </a:rPr>
                <a:t>لتحديد المسؤوليات (</a:t>
              </a:r>
              <a:r>
                <a:rPr lang="en-US" sz="900" dirty="0">
                  <a:latin typeface="Cairo" panose="020B0604020202020204" charset="-78"/>
                  <a:cs typeface="Cairo" panose="020B0604020202020204" charset="-78"/>
                </a:rPr>
                <a:t>Responsible – Accountable – Consulted – Informed</a:t>
              </a:r>
              <a:r>
                <a:rPr lang="ar-EG" sz="900" dirty="0">
                  <a:latin typeface="Cairo" panose="020B0604020202020204" charset="-78"/>
                  <a:cs typeface="Cairo" panose="020B0604020202020204" charset="-78"/>
                </a:rPr>
                <a:t>)</a:t>
              </a:r>
              <a:endParaRPr lang="en-US" sz="900" dirty="0">
                <a:latin typeface="Cairo" panose="020B0604020202020204" charset="-78"/>
                <a:cs typeface="Cairo" panose="020B0604020202020204" charset="-78"/>
              </a:endParaRPr>
            </a:p>
          </p:txBody>
        </p:sp>
        <p:sp>
          <p:nvSpPr>
            <p:cNvPr id="67" name="TextBox 66">
              <a:extLst>
                <a:ext uri="{FF2B5EF4-FFF2-40B4-BE49-F238E27FC236}">
                  <a16:creationId xmlns:a16="http://schemas.microsoft.com/office/drawing/2014/main" id="{FE00DEB8-F04D-F15E-096E-884EE675398E}"/>
                </a:ext>
              </a:extLst>
            </p:cNvPr>
            <p:cNvSpPr txBox="1"/>
            <p:nvPr/>
          </p:nvSpPr>
          <p:spPr>
            <a:xfrm>
              <a:off x="5538823" y="5485260"/>
              <a:ext cx="4393591"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الأدوات المستخدمة : ​</a:t>
              </a:r>
            </a:p>
          </p:txBody>
        </p:sp>
        <p:cxnSp>
          <p:nvCxnSpPr>
            <p:cNvPr id="68" name="Straight Connector 67">
              <a:extLst>
                <a:ext uri="{FF2B5EF4-FFF2-40B4-BE49-F238E27FC236}">
                  <a16:creationId xmlns:a16="http://schemas.microsoft.com/office/drawing/2014/main" id="{73CF5BB0-9A2A-C579-C19E-1EFE0D873389}"/>
                </a:ext>
              </a:extLst>
            </p:cNvPr>
            <p:cNvCxnSpPr>
              <a:cxnSpLocks/>
            </p:cNvCxnSpPr>
            <p:nvPr/>
          </p:nvCxnSpPr>
          <p:spPr>
            <a:xfrm flipH="1">
              <a:off x="5337071" y="5616065"/>
              <a:ext cx="2931633" cy="0"/>
            </a:xfrm>
            <a:prstGeom prst="line">
              <a:avLst/>
            </a:prstGeom>
            <a:ln>
              <a:solidFill>
                <a:srgbClr val="4BC0B0"/>
              </a:solidFill>
              <a:prstDash val="dashDot"/>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5C454E1E-9EE0-6A4A-F303-290AF2CA6E7E}"/>
                </a:ext>
              </a:extLst>
            </p:cNvPr>
            <p:cNvCxnSpPr>
              <a:cxnSpLocks/>
            </p:cNvCxnSpPr>
            <p:nvPr/>
          </p:nvCxnSpPr>
          <p:spPr>
            <a:xfrm flipV="1">
              <a:off x="5355840" y="5716092"/>
              <a:ext cx="0" cy="852027"/>
            </a:xfrm>
            <a:prstGeom prst="line">
              <a:avLst/>
            </a:prstGeom>
            <a:ln>
              <a:solidFill>
                <a:srgbClr val="4BC0B0"/>
              </a:solidFill>
              <a:prstDash val="dashDot"/>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AFECC6BC-D9DA-2C8E-3AC3-70B9477A67DD}"/>
                </a:ext>
              </a:extLst>
            </p:cNvPr>
            <p:cNvCxnSpPr>
              <a:cxnSpLocks/>
            </p:cNvCxnSpPr>
            <p:nvPr/>
          </p:nvCxnSpPr>
          <p:spPr>
            <a:xfrm flipH="1">
              <a:off x="5538823" y="6636836"/>
              <a:ext cx="3987326" cy="0"/>
            </a:xfrm>
            <a:prstGeom prst="line">
              <a:avLst/>
            </a:prstGeom>
            <a:ln>
              <a:solidFill>
                <a:srgbClr val="4BC0B0"/>
              </a:solidFill>
              <a:prstDash val="dashDot"/>
            </a:ln>
          </p:spPr>
          <p:style>
            <a:lnRef idx="2">
              <a:schemeClr val="accent1"/>
            </a:lnRef>
            <a:fillRef idx="0">
              <a:schemeClr val="accent1"/>
            </a:fillRef>
            <a:effectRef idx="1">
              <a:schemeClr val="accent1"/>
            </a:effectRef>
            <a:fontRef idx="minor">
              <a:schemeClr val="tx1"/>
            </a:fontRef>
          </p:style>
        </p:cxnSp>
      </p:grpSp>
      <p:sp>
        <p:nvSpPr>
          <p:cNvPr id="80" name="TextBox 79">
            <a:extLst>
              <a:ext uri="{FF2B5EF4-FFF2-40B4-BE49-F238E27FC236}">
                <a16:creationId xmlns:a16="http://schemas.microsoft.com/office/drawing/2014/main" id="{395F6001-354D-0C27-F62A-6724CC8AC391}"/>
              </a:ext>
            </a:extLst>
          </p:cNvPr>
          <p:cNvSpPr txBox="1"/>
          <p:nvPr/>
        </p:nvSpPr>
        <p:spPr>
          <a:xfrm>
            <a:off x="1981199" y="6518731"/>
            <a:ext cx="2743466" cy="215444"/>
          </a:xfrm>
          <a:prstGeom prst="rect">
            <a:avLst/>
          </a:prstGeom>
          <a:noFill/>
        </p:spPr>
        <p:txBody>
          <a:bodyPr wrap="square" rtlCol="0">
            <a:spAutoFit/>
          </a:bodyPr>
          <a:lstStyle/>
          <a:p>
            <a:pPr defTabSz="457211"/>
            <a:r>
              <a:rPr lang="ar-EG" sz="800" b="1" dirty="0">
                <a:latin typeface="Cairo" panose="020B0604020202020204" charset="-78"/>
                <a:cs typeface="Cairo" panose="020B0604020202020204" charset="-78"/>
              </a:rPr>
              <a:t>المرحلة الأولى </a:t>
            </a:r>
            <a:r>
              <a:rPr lang="ar-EG" sz="700" b="1" dirty="0">
                <a:solidFill>
                  <a:srgbClr val="4BC0B0"/>
                </a:solidFill>
                <a:latin typeface="Cairo" panose="020B0604020202020204" charset="-78"/>
                <a:cs typeface="Cairo" panose="020B0604020202020204" charset="-78"/>
              </a:rPr>
              <a:t>التأسيس والتخطيط</a:t>
            </a:r>
            <a:endParaRPr lang="ar-EG" sz="700" kern="1200" dirty="0">
              <a:solidFill>
                <a:srgbClr val="4BC0B0"/>
              </a:solidFill>
              <a:latin typeface="Cairo" panose="020B0604020202020204" charset="-78"/>
              <a:cs typeface="Cairo" panose="020B0604020202020204" charset="-78"/>
            </a:endParaRPr>
          </a:p>
        </p:txBody>
      </p:sp>
    </p:spTree>
    <p:extLst>
      <p:ext uri="{BB962C8B-B14F-4D97-AF65-F5344CB8AC3E}">
        <p14:creationId xmlns:p14="http://schemas.microsoft.com/office/powerpoint/2010/main" val="3691439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87">
          <a:extLst>
            <a:ext uri="{FF2B5EF4-FFF2-40B4-BE49-F238E27FC236}">
              <a16:creationId xmlns:a16="http://schemas.microsoft.com/office/drawing/2014/main" id="{1FE15DFD-4FC5-5F40-1249-4DCEED1BA418}"/>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F6519479-E89E-B1ED-0095-698AE9AE2770}"/>
              </a:ext>
            </a:extLst>
          </p:cNvPr>
          <p:cNvGrpSpPr/>
          <p:nvPr/>
        </p:nvGrpSpPr>
        <p:grpSpPr>
          <a:xfrm>
            <a:off x="9797643" y="393043"/>
            <a:ext cx="2343035" cy="5101796"/>
            <a:chOff x="9797643" y="393043"/>
            <a:chExt cx="2343035" cy="5101796"/>
          </a:xfrm>
        </p:grpSpPr>
        <p:grpSp>
          <p:nvGrpSpPr>
            <p:cNvPr id="18" name="Group 17">
              <a:extLst>
                <a:ext uri="{FF2B5EF4-FFF2-40B4-BE49-F238E27FC236}">
                  <a16:creationId xmlns:a16="http://schemas.microsoft.com/office/drawing/2014/main" id="{12E73EA8-12E8-8FF7-38B1-75FDF827D3D9}"/>
                </a:ext>
              </a:extLst>
            </p:cNvPr>
            <p:cNvGrpSpPr/>
            <p:nvPr/>
          </p:nvGrpSpPr>
          <p:grpSpPr>
            <a:xfrm>
              <a:off x="10244234" y="393043"/>
              <a:ext cx="1896444" cy="5101796"/>
              <a:chOff x="10244234" y="393043"/>
              <a:chExt cx="1896444" cy="5101796"/>
            </a:xfrm>
          </p:grpSpPr>
          <p:sp>
            <p:nvSpPr>
              <p:cNvPr id="20" name="Rectangle 19">
                <a:extLst>
                  <a:ext uri="{FF2B5EF4-FFF2-40B4-BE49-F238E27FC236}">
                    <a16:creationId xmlns:a16="http://schemas.microsoft.com/office/drawing/2014/main" id="{D80D066E-41D1-F868-C5AC-B57B63AB4A5E}"/>
                  </a:ext>
                </a:extLst>
              </p:cNvPr>
              <p:cNvSpPr/>
              <p:nvPr/>
            </p:nvSpPr>
            <p:spPr>
              <a:xfrm>
                <a:off x="10244234" y="393043"/>
                <a:ext cx="1896444" cy="5101796"/>
              </a:xfrm>
              <a:prstGeom prst="rect">
                <a:avLst/>
              </a:prstGeom>
              <a:solidFill>
                <a:schemeClr val="bg1"/>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latin typeface="Sakkal Majalla" panose="02000000000000000000" pitchFamily="2" charset="-78"/>
                  <a:cs typeface="Sakkal Majalla" panose="02000000000000000000" pitchFamily="2" charset="-78"/>
                </a:endParaRPr>
              </a:p>
            </p:txBody>
          </p:sp>
          <p:sp>
            <p:nvSpPr>
              <p:cNvPr id="21" name="Rectangle 20">
                <a:extLst>
                  <a:ext uri="{FF2B5EF4-FFF2-40B4-BE49-F238E27FC236}">
                    <a16:creationId xmlns:a16="http://schemas.microsoft.com/office/drawing/2014/main" id="{71D6953F-89B1-2DD2-8E4F-E43D485B263B}"/>
                  </a:ext>
                </a:extLst>
              </p:cNvPr>
              <p:cNvSpPr/>
              <p:nvPr/>
            </p:nvSpPr>
            <p:spPr>
              <a:xfrm>
                <a:off x="10331818" y="2048400"/>
                <a:ext cx="1711518" cy="988732"/>
              </a:xfrm>
              <a:prstGeom prst="rect">
                <a:avLst/>
              </a:prstGeom>
              <a:effectLst>
                <a:glow rad="254000">
                  <a:schemeClr val="accent4">
                    <a:satMod val="175000"/>
                    <a:alpha val="40000"/>
                  </a:schemeClr>
                </a:glow>
              </a:effectLst>
            </p:spPr>
            <p:txBody>
              <a:bodyPr wrap="square" lIns="0" tIns="0" rIns="0" bIns="0">
                <a:spAutoFit/>
              </a:bodyPr>
              <a:lstStyle/>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مواءمة نطاق المشروع مع الضوابط</a:t>
                </a:r>
              </a:p>
              <a:p>
                <a:pPr marL="228600" indent="-228600" algn="r" rtl="1">
                  <a:lnSpc>
                    <a:spcPct val="150000"/>
                  </a:lnSpc>
                  <a:spcBef>
                    <a:spcPts val="600"/>
                  </a:spcBef>
                  <a:buAutoNum type="arabicPeriod"/>
                </a:pPr>
                <a:r>
                  <a:rPr lang="ar-EG" sz="600" b="1" dirty="0">
                    <a:latin typeface="Cairo" panose="020B0604020202020204" charset="-78"/>
                    <a:cs typeface="Cairo" panose="020B0604020202020204" charset="-78"/>
                  </a:rPr>
                  <a:t>إعداد خطة عمل شاملة </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عقد اجتماع انطلاقة وتحديد أصحاب المصلحة</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وثيقة ميثاق المشروع واعتمادها</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ملخص المرحلة الأولى</a:t>
                </a:r>
              </a:p>
            </p:txBody>
          </p:sp>
        </p:grpSp>
        <p:sp>
          <p:nvSpPr>
            <p:cNvPr id="19" name="Callout: Left Arrow 18">
              <a:extLst>
                <a:ext uri="{FF2B5EF4-FFF2-40B4-BE49-F238E27FC236}">
                  <a16:creationId xmlns:a16="http://schemas.microsoft.com/office/drawing/2014/main" id="{B72B69A2-A2F2-F59E-3ABA-5B8D13F0EA13}"/>
                </a:ext>
              </a:extLst>
            </p:cNvPr>
            <p:cNvSpPr/>
            <p:nvPr/>
          </p:nvSpPr>
          <p:spPr>
            <a:xfrm>
              <a:off x="9797643" y="722748"/>
              <a:ext cx="1809750" cy="451071"/>
            </a:xfrm>
            <a:prstGeom prst="leftArrowCallout">
              <a:avLst>
                <a:gd name="adj1" fmla="val 29809"/>
                <a:gd name="adj2" fmla="val 21943"/>
                <a:gd name="adj3" fmla="val 69139"/>
                <a:gd name="adj4" fmla="val 76205"/>
              </a:avLst>
            </a:prstGeom>
            <a:solidFill>
              <a:srgbClr val="4BC0B0"/>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95324" rtl="1"/>
              <a:r>
                <a:rPr lang="ar-EG" sz="1400" b="1" dirty="0">
                  <a:solidFill>
                    <a:schemeClr val="bg1"/>
                  </a:solidFill>
                  <a:latin typeface="Cairo" panose="020B0604020202020204" charset="-78"/>
                  <a:cs typeface="Cairo" panose="020B0604020202020204" charset="-78"/>
                </a:rPr>
                <a:t>المرحلة الأولى</a:t>
              </a:r>
              <a:endParaRPr lang="en-US" sz="1400" b="1" dirty="0">
                <a:solidFill>
                  <a:schemeClr val="bg1"/>
                </a:solidFill>
                <a:latin typeface="Cairo" panose="020B0604020202020204" charset="-78"/>
                <a:cs typeface="Cairo" panose="020B0604020202020204" charset="-78"/>
              </a:endParaRPr>
            </a:p>
          </p:txBody>
        </p:sp>
      </p:grpSp>
      <p:grpSp>
        <p:nvGrpSpPr>
          <p:cNvPr id="3" name="Group 2">
            <a:extLst>
              <a:ext uri="{FF2B5EF4-FFF2-40B4-BE49-F238E27FC236}">
                <a16:creationId xmlns:a16="http://schemas.microsoft.com/office/drawing/2014/main" id="{411572EC-37A3-B0F7-EAE7-2AA2FEE42DEB}"/>
              </a:ext>
            </a:extLst>
          </p:cNvPr>
          <p:cNvGrpSpPr/>
          <p:nvPr/>
        </p:nvGrpSpPr>
        <p:grpSpPr>
          <a:xfrm>
            <a:off x="6768215" y="297654"/>
            <a:ext cx="2922981" cy="1210390"/>
            <a:chOff x="6768215" y="297654"/>
            <a:chExt cx="2922981" cy="1210390"/>
          </a:xfrm>
        </p:grpSpPr>
        <p:sp>
          <p:nvSpPr>
            <p:cNvPr id="23" name="Rectangle 22">
              <a:extLst>
                <a:ext uri="{FF2B5EF4-FFF2-40B4-BE49-F238E27FC236}">
                  <a16:creationId xmlns:a16="http://schemas.microsoft.com/office/drawing/2014/main" id="{9F01A338-9542-6881-377B-2960B23C407E}"/>
                </a:ext>
              </a:extLst>
            </p:cNvPr>
            <p:cNvSpPr/>
            <p:nvPr/>
          </p:nvSpPr>
          <p:spPr>
            <a:xfrm rot="12300000" flipV="1">
              <a:off x="8554197"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4" name="Rectangle 23">
              <a:extLst>
                <a:ext uri="{FF2B5EF4-FFF2-40B4-BE49-F238E27FC236}">
                  <a16:creationId xmlns:a16="http://schemas.microsoft.com/office/drawing/2014/main" id="{71E8849D-1C1C-B3A1-6669-A4B60F1CFA63}"/>
                </a:ext>
              </a:extLst>
            </p:cNvPr>
            <p:cNvSpPr/>
            <p:nvPr/>
          </p:nvSpPr>
          <p:spPr>
            <a:xfrm rot="12300000" flipV="1">
              <a:off x="8103056"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5" name="Rectangle 24">
              <a:extLst>
                <a:ext uri="{FF2B5EF4-FFF2-40B4-BE49-F238E27FC236}">
                  <a16:creationId xmlns:a16="http://schemas.microsoft.com/office/drawing/2014/main" id="{B35F0D0E-375A-FA83-3841-026E1CE0026E}"/>
                </a:ext>
              </a:extLst>
            </p:cNvPr>
            <p:cNvSpPr/>
            <p:nvPr/>
          </p:nvSpPr>
          <p:spPr>
            <a:xfrm rot="12300000" flipV="1">
              <a:off x="7645564"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6" name="Rectangle 25">
              <a:extLst>
                <a:ext uri="{FF2B5EF4-FFF2-40B4-BE49-F238E27FC236}">
                  <a16:creationId xmlns:a16="http://schemas.microsoft.com/office/drawing/2014/main" id="{3062ECD2-446E-33B5-015D-33DE83F697AB}"/>
                </a:ext>
              </a:extLst>
            </p:cNvPr>
            <p:cNvSpPr/>
            <p:nvPr/>
          </p:nvSpPr>
          <p:spPr>
            <a:xfrm rot="12300000" flipV="1">
              <a:off x="6768215" y="1208632"/>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0" name="Circle: Hollow 29">
              <a:extLst>
                <a:ext uri="{FF2B5EF4-FFF2-40B4-BE49-F238E27FC236}">
                  <a16:creationId xmlns:a16="http://schemas.microsoft.com/office/drawing/2014/main" id="{951E138C-C76F-8DEC-76FF-F6333AA13B36}"/>
                </a:ext>
              </a:extLst>
            </p:cNvPr>
            <p:cNvSpPr/>
            <p:nvPr/>
          </p:nvSpPr>
          <p:spPr>
            <a:xfrm>
              <a:off x="8391110" y="643938"/>
              <a:ext cx="554540" cy="577464"/>
            </a:xfrm>
            <a:prstGeom prst="donut">
              <a:avLst>
                <a:gd name="adj" fmla="val 20000"/>
              </a:avLst>
            </a:prstGeom>
            <a:solidFill>
              <a:srgbClr val="4BC0B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31" name="Group 30">
              <a:extLst>
                <a:ext uri="{FF2B5EF4-FFF2-40B4-BE49-F238E27FC236}">
                  <a16:creationId xmlns:a16="http://schemas.microsoft.com/office/drawing/2014/main" id="{6349557E-0A39-5B22-8A40-A0BA34A8DD27}"/>
                </a:ext>
              </a:extLst>
            </p:cNvPr>
            <p:cNvGrpSpPr/>
            <p:nvPr/>
          </p:nvGrpSpPr>
          <p:grpSpPr>
            <a:xfrm>
              <a:off x="8317931" y="297654"/>
              <a:ext cx="700897" cy="326834"/>
              <a:chOff x="3339917" y="320607"/>
              <a:chExt cx="700897" cy="326834"/>
            </a:xfrm>
          </p:grpSpPr>
          <p:sp>
            <p:nvSpPr>
              <p:cNvPr id="54" name="Rectangle 53">
                <a:extLst>
                  <a:ext uri="{FF2B5EF4-FFF2-40B4-BE49-F238E27FC236}">
                    <a16:creationId xmlns:a16="http://schemas.microsoft.com/office/drawing/2014/main" id="{F9C5A8FE-7BAA-3829-5318-48E100EB7271}"/>
                  </a:ext>
                </a:extLst>
              </p:cNvPr>
              <p:cNvSpPr/>
              <p:nvPr/>
            </p:nvSpPr>
            <p:spPr>
              <a:xfrm>
                <a:off x="3339917" y="320607"/>
                <a:ext cx="700897" cy="32683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5" name="TextBox 54">
                <a:extLst>
                  <a:ext uri="{FF2B5EF4-FFF2-40B4-BE49-F238E27FC236}">
                    <a16:creationId xmlns:a16="http://schemas.microsoft.com/office/drawing/2014/main" id="{004B9075-0505-865A-5274-E23FFA01CB17}"/>
                  </a:ext>
                </a:extLst>
              </p:cNvPr>
              <p:cNvSpPr txBox="1"/>
              <p:nvPr/>
            </p:nvSpPr>
            <p:spPr>
              <a:xfrm>
                <a:off x="3339917" y="320607"/>
                <a:ext cx="700897" cy="32683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1524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1" kern="1200" dirty="0">
                    <a:latin typeface="Cairo" panose="020B0604020202020204" charset="-78"/>
                    <a:cs typeface="Cairo" panose="020B0604020202020204" charset="-78"/>
                  </a:rPr>
                  <a:t>إعداد خطة عمل شاملة </a:t>
                </a:r>
              </a:p>
            </p:txBody>
          </p:sp>
        </p:grpSp>
        <p:sp>
          <p:nvSpPr>
            <p:cNvPr id="32" name="Oval 31">
              <a:extLst>
                <a:ext uri="{FF2B5EF4-FFF2-40B4-BE49-F238E27FC236}">
                  <a16:creationId xmlns:a16="http://schemas.microsoft.com/office/drawing/2014/main" id="{593D8A19-0BF4-7B4C-ED4D-B19066476150}"/>
                </a:ext>
              </a:extLst>
            </p:cNvPr>
            <p:cNvSpPr/>
            <p:nvPr/>
          </p:nvSpPr>
          <p:spPr>
            <a:xfrm>
              <a:off x="9114487" y="7917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33" name="Oval 32">
              <a:extLst>
                <a:ext uri="{FF2B5EF4-FFF2-40B4-BE49-F238E27FC236}">
                  <a16:creationId xmlns:a16="http://schemas.microsoft.com/office/drawing/2014/main" id="{8C0DB410-1457-ACE5-776F-200B093FD801}"/>
                </a:ext>
              </a:extLst>
            </p:cNvPr>
            <p:cNvSpPr/>
            <p:nvPr/>
          </p:nvSpPr>
          <p:spPr>
            <a:xfrm>
              <a:off x="7951386" y="7828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34" name="Oval 33">
              <a:extLst>
                <a:ext uri="{FF2B5EF4-FFF2-40B4-BE49-F238E27FC236}">
                  <a16:creationId xmlns:a16="http://schemas.microsoft.com/office/drawing/2014/main" id="{C62A81E6-D9D0-33E3-20C9-CDAB942E86A5}"/>
                </a:ext>
              </a:extLst>
            </p:cNvPr>
            <p:cNvSpPr/>
            <p:nvPr/>
          </p:nvSpPr>
          <p:spPr>
            <a:xfrm>
              <a:off x="7432316" y="7828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36" name="TextBox 35">
              <a:extLst>
                <a:ext uri="{FF2B5EF4-FFF2-40B4-BE49-F238E27FC236}">
                  <a16:creationId xmlns:a16="http://schemas.microsoft.com/office/drawing/2014/main" id="{3A384B69-95CA-6C8F-BED6-ED9BE4134DEB}"/>
                </a:ext>
              </a:extLst>
            </p:cNvPr>
            <p:cNvSpPr txBox="1"/>
            <p:nvPr/>
          </p:nvSpPr>
          <p:spPr>
            <a:xfrm rot="1500000">
              <a:off x="7937218" y="12004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عقد اجتماع انطلاقة وتحديد أصحاب المصلحة</a:t>
              </a:r>
            </a:p>
          </p:txBody>
        </p:sp>
        <p:sp>
          <p:nvSpPr>
            <p:cNvPr id="51" name="TextBox 50">
              <a:extLst>
                <a:ext uri="{FF2B5EF4-FFF2-40B4-BE49-F238E27FC236}">
                  <a16:creationId xmlns:a16="http://schemas.microsoft.com/office/drawing/2014/main" id="{4AAE7E74-24E0-E79A-57AC-E10C8A078756}"/>
                </a:ext>
              </a:extLst>
            </p:cNvPr>
            <p:cNvSpPr txBox="1"/>
            <p:nvPr/>
          </p:nvSpPr>
          <p:spPr>
            <a:xfrm rot="1500000">
              <a:off x="7413678" y="12004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إعداد وثيقة ميثاق المشروع واعتمادها</a:t>
              </a:r>
            </a:p>
          </p:txBody>
        </p:sp>
        <p:sp>
          <p:nvSpPr>
            <p:cNvPr id="52" name="TextBox 51">
              <a:extLst>
                <a:ext uri="{FF2B5EF4-FFF2-40B4-BE49-F238E27FC236}">
                  <a16:creationId xmlns:a16="http://schemas.microsoft.com/office/drawing/2014/main" id="{13E903CC-10D4-5EC1-69C1-1C15A8211E09}"/>
                </a:ext>
              </a:extLst>
            </p:cNvPr>
            <p:cNvSpPr txBox="1"/>
            <p:nvPr/>
          </p:nvSpPr>
          <p:spPr>
            <a:xfrm rot="1500000">
              <a:off x="9070220" y="1200474"/>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مواءمة نطاق المشروع مع الضوابط</a:t>
              </a:r>
            </a:p>
          </p:txBody>
        </p:sp>
      </p:grpSp>
      <p:pic>
        <p:nvPicPr>
          <p:cNvPr id="2" name="Picture 1" descr="A black rectangular sign with blue text and numbers&#10;&#10;Description automatically generated">
            <a:extLst>
              <a:ext uri="{FF2B5EF4-FFF2-40B4-BE49-F238E27FC236}">
                <a16:creationId xmlns:a16="http://schemas.microsoft.com/office/drawing/2014/main" id="{107DD619-2B42-5292-C4B9-D34445362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75028"/>
            <a:ext cx="1398445" cy="882971"/>
          </a:xfrm>
          <a:prstGeom prst="rect">
            <a:avLst/>
          </a:prstGeom>
        </p:spPr>
      </p:pic>
      <p:sp>
        <p:nvSpPr>
          <p:cNvPr id="4" name="Slide Number Placeholder 3">
            <a:extLst>
              <a:ext uri="{FF2B5EF4-FFF2-40B4-BE49-F238E27FC236}">
                <a16:creationId xmlns:a16="http://schemas.microsoft.com/office/drawing/2014/main" id="{D6E2AE46-3C9E-FDE4-3988-ED359C732F3B}"/>
              </a:ext>
            </a:extLst>
          </p:cNvPr>
          <p:cNvSpPr>
            <a:spLocks noGrp="1"/>
          </p:cNvSpPr>
          <p:nvPr>
            <p:ph type="sldNum" sz="quarter" idx="12"/>
          </p:nvPr>
        </p:nvSpPr>
        <p:spPr>
          <a:xfrm>
            <a:off x="8729197" y="6492875"/>
            <a:ext cx="2743200" cy="365125"/>
          </a:xfrm>
        </p:spPr>
        <p:txBody>
          <a:bodyPr/>
          <a:lstStyle/>
          <a:p>
            <a:fld id="{8DA4F446-54BD-47E9-8F45-E0EC829FD260}" type="slidenum">
              <a:rPr lang="en-US" b="1" smtClean="0">
                <a:latin typeface="Cairo" pitchFamily="2" charset="-78"/>
                <a:cs typeface="Cairo" pitchFamily="2" charset="-78"/>
              </a:rPr>
              <a:t>4</a:t>
            </a:fld>
            <a:endParaRPr lang="en-US" b="1" dirty="0">
              <a:latin typeface="Cairo" pitchFamily="2" charset="-78"/>
              <a:cs typeface="Cairo" pitchFamily="2" charset="-78"/>
            </a:endParaRPr>
          </a:p>
        </p:txBody>
      </p:sp>
      <p:sp>
        <p:nvSpPr>
          <p:cNvPr id="5" name="Rectangle 4">
            <a:extLst>
              <a:ext uri="{FF2B5EF4-FFF2-40B4-BE49-F238E27FC236}">
                <a16:creationId xmlns:a16="http://schemas.microsoft.com/office/drawing/2014/main" id="{E03518CE-1A41-3BD1-DDE6-7F3EF26FFC63}"/>
              </a:ext>
            </a:extLst>
          </p:cNvPr>
          <p:cNvSpPr/>
          <p:nvPr/>
        </p:nvSpPr>
        <p:spPr>
          <a:xfrm>
            <a:off x="1981199" y="6734175"/>
            <a:ext cx="7648575" cy="123825"/>
          </a:xfrm>
          <a:prstGeom prst="rect">
            <a:avLst/>
          </a:prstGeom>
          <a:solidFill>
            <a:srgbClr val="007B8B"/>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6" name="Rectangle 5">
            <a:extLst>
              <a:ext uri="{FF2B5EF4-FFF2-40B4-BE49-F238E27FC236}">
                <a16:creationId xmlns:a16="http://schemas.microsoft.com/office/drawing/2014/main" id="{65F97F64-0FA7-04EB-5105-A6EC7CA3E224}"/>
              </a:ext>
            </a:extLst>
          </p:cNvPr>
          <p:cNvSpPr/>
          <p:nvPr/>
        </p:nvSpPr>
        <p:spPr>
          <a:xfrm>
            <a:off x="10210801" y="6734175"/>
            <a:ext cx="733424" cy="135196"/>
          </a:xfrm>
          <a:prstGeom prst="rect">
            <a:avLst/>
          </a:prstGeom>
          <a:solidFill>
            <a:srgbClr val="49BBB8"/>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7" name="TextBox 6">
            <a:hlinkClick r:id="rId4" action="ppaction://hlinksldjump"/>
            <a:extLst>
              <a:ext uri="{FF2B5EF4-FFF2-40B4-BE49-F238E27FC236}">
                <a16:creationId xmlns:a16="http://schemas.microsoft.com/office/drawing/2014/main" id="{CEF7336E-C3CD-1600-DB8A-E5C83474B426}"/>
              </a:ext>
            </a:extLst>
          </p:cNvPr>
          <p:cNvSpPr txBox="1"/>
          <p:nvPr/>
        </p:nvSpPr>
        <p:spPr>
          <a:xfrm>
            <a:off x="10158413" y="6395621"/>
            <a:ext cx="838199" cy="338554"/>
          </a:xfrm>
          <a:prstGeom prst="rect">
            <a:avLst/>
          </a:prstGeom>
          <a:noFill/>
        </p:spPr>
        <p:txBody>
          <a:bodyPr wrap="square" rtlCol="0">
            <a:spAutoFit/>
          </a:bodyPr>
          <a:lstStyle/>
          <a:p>
            <a:pPr algn="ctr" rtl="1"/>
            <a:r>
              <a:rPr lang="ar-EG" sz="800" b="1" dirty="0">
                <a:solidFill>
                  <a:srgbClr val="49BBB8"/>
                </a:solidFill>
                <a:latin typeface="Cairo" pitchFamily="2" charset="-78"/>
                <a:cs typeface="Cairo" pitchFamily="2" charset="-78"/>
              </a:rPr>
              <a:t>العودة</a:t>
            </a:r>
            <a:r>
              <a:rPr lang="en-US" sz="800" b="1" dirty="0">
                <a:solidFill>
                  <a:srgbClr val="49BBB8"/>
                </a:solidFill>
                <a:latin typeface="Cairo" pitchFamily="2" charset="-78"/>
                <a:cs typeface="Cairo" pitchFamily="2" charset="-78"/>
              </a:rPr>
              <a:t> </a:t>
            </a:r>
            <a:r>
              <a:rPr lang="ar-EG" sz="800" b="1" dirty="0">
                <a:solidFill>
                  <a:srgbClr val="49BBB8"/>
                </a:solidFill>
                <a:latin typeface="Cairo" pitchFamily="2" charset="-78"/>
                <a:cs typeface="Cairo" pitchFamily="2" charset="-78"/>
              </a:rPr>
              <a:t>لصفحة  المحتويات</a:t>
            </a:r>
            <a:endParaRPr lang="en-US" sz="800" b="1" dirty="0">
              <a:solidFill>
                <a:srgbClr val="49BBB8"/>
              </a:solidFill>
              <a:latin typeface="Cairo" pitchFamily="2" charset="-78"/>
              <a:cs typeface="Cairo" pitchFamily="2" charset="-78"/>
            </a:endParaRPr>
          </a:p>
        </p:txBody>
      </p:sp>
      <p:sp>
        <p:nvSpPr>
          <p:cNvPr id="15" name="TextBox 14">
            <a:extLst>
              <a:ext uri="{FF2B5EF4-FFF2-40B4-BE49-F238E27FC236}">
                <a16:creationId xmlns:a16="http://schemas.microsoft.com/office/drawing/2014/main" id="{29585624-FDAA-2E7C-DDD9-48E64EAF3CEC}"/>
              </a:ext>
            </a:extLst>
          </p:cNvPr>
          <p:cNvSpPr txBox="1"/>
          <p:nvPr/>
        </p:nvSpPr>
        <p:spPr>
          <a:xfrm>
            <a:off x="1951879" y="1786790"/>
            <a:ext cx="8148918"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إعداد خطة عمل شاملة (</a:t>
            </a:r>
            <a:r>
              <a:rPr lang="en-US" sz="1100" b="1" dirty="0">
                <a:latin typeface="Cairo" pitchFamily="2" charset="-78"/>
                <a:cs typeface="Cairo" pitchFamily="2" charset="-78"/>
              </a:rPr>
              <a:t>WBS، </a:t>
            </a:r>
            <a:r>
              <a:rPr lang="ar-EG" sz="1100" b="1" dirty="0">
                <a:latin typeface="Cairo" pitchFamily="2" charset="-78"/>
                <a:cs typeface="Cairo" pitchFamily="2" charset="-78"/>
              </a:rPr>
              <a:t>خطة المخاطر، خطة الحوكمة)</a:t>
            </a:r>
            <a:endParaRPr lang="en-US" sz="1100" b="1" dirty="0">
              <a:latin typeface="Cairo" pitchFamily="2" charset="-78"/>
              <a:cs typeface="Cairo" pitchFamily="2" charset="-78"/>
            </a:endParaRPr>
          </a:p>
        </p:txBody>
      </p:sp>
      <p:sp>
        <p:nvSpPr>
          <p:cNvPr id="37" name="TextBox 36">
            <a:extLst>
              <a:ext uri="{FF2B5EF4-FFF2-40B4-BE49-F238E27FC236}">
                <a16:creationId xmlns:a16="http://schemas.microsoft.com/office/drawing/2014/main" id="{E2BCC246-97C1-829F-6D02-F011A9F920A5}"/>
              </a:ext>
            </a:extLst>
          </p:cNvPr>
          <p:cNvSpPr txBox="1"/>
          <p:nvPr/>
        </p:nvSpPr>
        <p:spPr>
          <a:xfrm>
            <a:off x="978408" y="2111358"/>
            <a:ext cx="8951112" cy="600164"/>
          </a:xfrm>
          <a:prstGeom prst="rect">
            <a:avLst/>
          </a:prstGeom>
          <a:noFill/>
        </p:spPr>
        <p:txBody>
          <a:bodyPr wrap="square" rtlCol="0">
            <a:spAutoFit/>
          </a:bodyPr>
          <a:lstStyle/>
          <a:p>
            <a:pPr algn="justLow" rtl="1"/>
            <a:r>
              <a:rPr lang="ar-EG" sz="1100" dirty="0">
                <a:latin typeface="Cairo" pitchFamily="2" charset="-78"/>
                <a:cs typeface="Cairo" pitchFamily="2" charset="-78"/>
              </a:rPr>
              <a:t>تهدف هذه الخطوة إلى وضع خطة تنفيذية متكاملة تغطي جميع جوانب المشروع، بما يشمل هيكل تجزئة العمل </a:t>
            </a:r>
            <a:r>
              <a:rPr lang="en-US" sz="1100" dirty="0">
                <a:latin typeface="Cairo" pitchFamily="2" charset="-78"/>
                <a:cs typeface="Cairo" pitchFamily="2" charset="-78"/>
              </a:rPr>
              <a:t>WBS)</a:t>
            </a:r>
            <a:r>
              <a:rPr lang="ar-EG" sz="1100" dirty="0">
                <a:latin typeface="Cairo" pitchFamily="2" charset="-78"/>
                <a:cs typeface="Cairo" pitchFamily="2" charset="-78"/>
              </a:rPr>
              <a:t>)</a:t>
            </a:r>
            <a:r>
              <a:rPr lang="en-US" sz="1100" dirty="0">
                <a:latin typeface="Cairo" pitchFamily="2" charset="-78"/>
                <a:cs typeface="Cairo" pitchFamily="2" charset="-78"/>
              </a:rPr>
              <a:t>، </a:t>
            </a:r>
            <a:r>
              <a:rPr lang="ar-EG" sz="1100" dirty="0">
                <a:latin typeface="Cairo" pitchFamily="2" charset="-78"/>
                <a:cs typeface="Cairo" pitchFamily="2" charset="-78"/>
              </a:rPr>
              <a:t>خطة إدارة المخاطر، وخطة الحوكمة. يضمن ذلك وضوح نطاق المشروع، تحديد الأنشطة والمهام بدقة، وضع آليات فعالة لإدارة المخاطر، وتأسيس إطار حوكمة يضمن الشفافية والمساءلة والامتثال للمعايير.</a:t>
            </a:r>
          </a:p>
        </p:txBody>
      </p:sp>
      <p:grpSp>
        <p:nvGrpSpPr>
          <p:cNvPr id="106" name="Group 105">
            <a:extLst>
              <a:ext uri="{FF2B5EF4-FFF2-40B4-BE49-F238E27FC236}">
                <a16:creationId xmlns:a16="http://schemas.microsoft.com/office/drawing/2014/main" id="{189249B0-31A0-A8DC-898A-57FC4BA188F9}"/>
              </a:ext>
            </a:extLst>
          </p:cNvPr>
          <p:cNvGrpSpPr/>
          <p:nvPr/>
        </p:nvGrpSpPr>
        <p:grpSpPr>
          <a:xfrm>
            <a:off x="4848628" y="3170138"/>
            <a:ext cx="5080892" cy="2604580"/>
            <a:chOff x="4876800" y="2683760"/>
            <a:chExt cx="5080892" cy="2604580"/>
          </a:xfrm>
        </p:grpSpPr>
        <p:grpSp>
          <p:nvGrpSpPr>
            <p:cNvPr id="77" name="Group 76">
              <a:extLst>
                <a:ext uri="{FF2B5EF4-FFF2-40B4-BE49-F238E27FC236}">
                  <a16:creationId xmlns:a16="http://schemas.microsoft.com/office/drawing/2014/main" id="{FB7CCFEF-7DD7-CCA1-3131-691033C674F0}"/>
                </a:ext>
              </a:extLst>
            </p:cNvPr>
            <p:cNvGrpSpPr/>
            <p:nvPr/>
          </p:nvGrpSpPr>
          <p:grpSpPr>
            <a:xfrm>
              <a:off x="4933560" y="2683760"/>
              <a:ext cx="5024132" cy="2604580"/>
              <a:chOff x="4960329" y="2505165"/>
              <a:chExt cx="5024132" cy="2051595"/>
            </a:xfrm>
            <a:effectLst/>
          </p:grpSpPr>
          <p:sp>
            <p:nvSpPr>
              <p:cNvPr id="79" name="Rectangle 78">
                <a:extLst>
                  <a:ext uri="{FF2B5EF4-FFF2-40B4-BE49-F238E27FC236}">
                    <a16:creationId xmlns:a16="http://schemas.microsoft.com/office/drawing/2014/main" id="{B9FF30CA-F205-6F29-BF02-B2F962B5262B}"/>
                  </a:ext>
                </a:extLst>
              </p:cNvPr>
              <p:cNvSpPr/>
              <p:nvPr/>
            </p:nvSpPr>
            <p:spPr>
              <a:xfrm>
                <a:off x="7488741" y="3203275"/>
                <a:ext cx="1187963" cy="1353485"/>
              </a:xfrm>
              <a:prstGeom prst="rect">
                <a:avLst/>
              </a:prstGeom>
              <a:solidFill>
                <a:srgbClr val="4BC0B0">
                  <a:alpha val="80000"/>
                </a:srgbClr>
              </a:solidFill>
              <a:ln>
                <a:noFill/>
              </a:ln>
              <a:effectLst>
                <a:reflection blurRad="6350" stA="52000" endA="300" endPos="35000" dir="5400000" sy="-100000" algn="bl" rotWithShape="0"/>
              </a:effectLst>
            </p:spPr>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80" name="Rectangle 79">
                <a:extLst>
                  <a:ext uri="{FF2B5EF4-FFF2-40B4-BE49-F238E27FC236}">
                    <a16:creationId xmlns:a16="http://schemas.microsoft.com/office/drawing/2014/main" id="{5A634489-B938-C945-CA59-C524E02D2B0F}"/>
                  </a:ext>
                </a:extLst>
              </p:cNvPr>
              <p:cNvSpPr/>
              <p:nvPr/>
            </p:nvSpPr>
            <p:spPr>
              <a:xfrm>
                <a:off x="4960329" y="3535680"/>
                <a:ext cx="1187963" cy="1016825"/>
              </a:xfrm>
              <a:prstGeom prst="rect">
                <a:avLst/>
              </a:prstGeom>
              <a:solidFill>
                <a:srgbClr val="4BC0B0">
                  <a:alpha val="60000"/>
                </a:srgbClr>
              </a:solidFill>
              <a:ln>
                <a:noFill/>
              </a:ln>
              <a:effectLst>
                <a:reflection blurRad="6350" stA="52000" endA="300" endPos="35000" dir="5400000" sy="-100000" algn="bl" rotWithShape="0"/>
              </a:effectLst>
            </p:spPr>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81" name="Rectangle 80">
                <a:extLst>
                  <a:ext uri="{FF2B5EF4-FFF2-40B4-BE49-F238E27FC236}">
                    <a16:creationId xmlns:a16="http://schemas.microsoft.com/office/drawing/2014/main" id="{4464CE87-13B8-872E-1AD1-E1CC4DBDAB8D}"/>
                  </a:ext>
                </a:extLst>
              </p:cNvPr>
              <p:cNvSpPr/>
              <p:nvPr/>
            </p:nvSpPr>
            <p:spPr>
              <a:xfrm>
                <a:off x="6219084" y="3360420"/>
                <a:ext cx="1187963" cy="1192085"/>
              </a:xfrm>
              <a:prstGeom prst="rect">
                <a:avLst/>
              </a:prstGeom>
              <a:solidFill>
                <a:srgbClr val="4BC0B0">
                  <a:alpha val="70000"/>
                </a:srgbClr>
              </a:solidFill>
              <a:ln>
                <a:noFill/>
              </a:ln>
              <a:effectLst>
                <a:reflection blurRad="6350" stA="52000" endA="300" endPos="35000" dir="5400000" sy="-100000" algn="bl" rotWithShape="0"/>
              </a:effectLst>
            </p:spPr>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82" name="Rectangle 81">
                <a:extLst>
                  <a:ext uri="{FF2B5EF4-FFF2-40B4-BE49-F238E27FC236}">
                    <a16:creationId xmlns:a16="http://schemas.microsoft.com/office/drawing/2014/main" id="{A9704094-15FF-6FDE-81AD-9AE142472745}"/>
                  </a:ext>
                </a:extLst>
              </p:cNvPr>
              <p:cNvSpPr/>
              <p:nvPr/>
            </p:nvSpPr>
            <p:spPr>
              <a:xfrm>
                <a:off x="8758398" y="3003825"/>
                <a:ext cx="1187963" cy="1552935"/>
              </a:xfrm>
              <a:prstGeom prst="rect">
                <a:avLst/>
              </a:prstGeom>
              <a:solidFill>
                <a:srgbClr val="4BC0B0">
                  <a:alpha val="90000"/>
                </a:srgbClr>
              </a:solidFill>
              <a:ln>
                <a:noFill/>
              </a:ln>
              <a:effectLst>
                <a:reflection blurRad="6350" stA="52000" endA="300" endPos="35000" dir="5400000" sy="-100000" algn="bl" rotWithShape="0"/>
              </a:effectLst>
            </p:spPr>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83" name="TextBox 82">
                <a:extLst>
                  <a:ext uri="{FF2B5EF4-FFF2-40B4-BE49-F238E27FC236}">
                    <a16:creationId xmlns:a16="http://schemas.microsoft.com/office/drawing/2014/main" id="{984D4A1B-16F2-0DC6-831F-45F0D3545D17}"/>
                  </a:ext>
                </a:extLst>
              </p:cNvPr>
              <p:cNvSpPr txBox="1"/>
              <p:nvPr/>
            </p:nvSpPr>
            <p:spPr>
              <a:xfrm>
                <a:off x="9122007" y="2505165"/>
                <a:ext cx="862454" cy="606079"/>
              </a:xfrm>
              <a:prstGeom prst="rect">
                <a:avLst/>
              </a:prstGeom>
              <a:noFill/>
            </p:spPr>
            <p:txBody>
              <a:bodyPr wrap="square" rtlCol="0">
                <a:spAutoFit/>
              </a:bodyPr>
              <a:lstStyle/>
              <a:p>
                <a:r>
                  <a:rPr lang="ar-EG" sz="4400" b="1" dirty="0">
                    <a:solidFill>
                      <a:srgbClr val="215F9A"/>
                    </a:solidFill>
                    <a:latin typeface="Cascadia Code" panose="020B0609020000020004" pitchFamily="49" charset="0"/>
                    <a:ea typeface="Cascadia Code" panose="020B0609020000020004" pitchFamily="49" charset="0"/>
                    <a:cs typeface="Cascadia Code" panose="020B0609020000020004" pitchFamily="49" charset="0"/>
                  </a:rPr>
                  <a:t>1</a:t>
                </a:r>
                <a:endParaRPr lang="en-US" sz="4400" b="1" dirty="0">
                  <a:solidFill>
                    <a:srgbClr val="215F9A"/>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84" name="TextBox 83">
                <a:extLst>
                  <a:ext uri="{FF2B5EF4-FFF2-40B4-BE49-F238E27FC236}">
                    <a16:creationId xmlns:a16="http://schemas.microsoft.com/office/drawing/2014/main" id="{06F90E93-384F-B2F3-64C4-E8BF419B2B8B}"/>
                  </a:ext>
                </a:extLst>
              </p:cNvPr>
              <p:cNvSpPr txBox="1"/>
              <p:nvPr/>
            </p:nvSpPr>
            <p:spPr>
              <a:xfrm>
                <a:off x="5332377" y="3047165"/>
                <a:ext cx="746760" cy="769441"/>
              </a:xfrm>
              <a:prstGeom prst="rect">
                <a:avLst/>
              </a:prstGeom>
              <a:noFill/>
            </p:spPr>
            <p:txBody>
              <a:bodyPr wrap="square" rtlCol="0">
                <a:spAutoFit/>
              </a:bodyPr>
              <a:lstStyle/>
              <a:p>
                <a:r>
                  <a:rPr lang="ar-EG" sz="4400" b="1" dirty="0">
                    <a:solidFill>
                      <a:srgbClr val="595959"/>
                    </a:solidFill>
                  </a:rPr>
                  <a:t>4</a:t>
                </a:r>
                <a:endParaRPr lang="en-US" sz="4400" b="1" dirty="0">
                  <a:solidFill>
                    <a:srgbClr val="595959"/>
                  </a:solidFill>
                </a:endParaRPr>
              </a:p>
            </p:txBody>
          </p:sp>
          <p:sp>
            <p:nvSpPr>
              <p:cNvPr id="85" name="TextBox 84">
                <a:extLst>
                  <a:ext uri="{FF2B5EF4-FFF2-40B4-BE49-F238E27FC236}">
                    <a16:creationId xmlns:a16="http://schemas.microsoft.com/office/drawing/2014/main" id="{3334631F-F6E6-0F40-ADFF-3C7CF037324E}"/>
                  </a:ext>
                </a:extLst>
              </p:cNvPr>
              <p:cNvSpPr txBox="1"/>
              <p:nvPr/>
            </p:nvSpPr>
            <p:spPr>
              <a:xfrm>
                <a:off x="6525728" y="2878409"/>
                <a:ext cx="746760" cy="606079"/>
              </a:xfrm>
              <a:prstGeom prst="rect">
                <a:avLst/>
              </a:prstGeom>
              <a:noFill/>
            </p:spPr>
            <p:txBody>
              <a:bodyPr wrap="square" rtlCol="0">
                <a:spAutoFit/>
              </a:bodyPr>
              <a:lstStyle/>
              <a:p>
                <a:r>
                  <a:rPr lang="ar-EG" sz="4400" b="1" dirty="0">
                    <a:solidFill>
                      <a:srgbClr val="77AFE2"/>
                    </a:solidFill>
                    <a:latin typeface="Cascadia Code" panose="020B0609020000020004" pitchFamily="49" charset="0"/>
                    <a:ea typeface="Cascadia Code" panose="020B0609020000020004" pitchFamily="49" charset="0"/>
                    <a:cs typeface="Cascadia Code" panose="020B0609020000020004" pitchFamily="49" charset="0"/>
                  </a:rPr>
                  <a:t>3</a:t>
                </a:r>
                <a:endParaRPr lang="en-US" sz="4400" b="1" dirty="0">
                  <a:solidFill>
                    <a:srgbClr val="77AFE2"/>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87" name="TextBox 86">
                <a:extLst>
                  <a:ext uri="{FF2B5EF4-FFF2-40B4-BE49-F238E27FC236}">
                    <a16:creationId xmlns:a16="http://schemas.microsoft.com/office/drawing/2014/main" id="{CECC1E68-B401-2B16-63EA-2292ECDE5049}"/>
                  </a:ext>
                </a:extLst>
              </p:cNvPr>
              <p:cNvSpPr txBox="1"/>
              <p:nvPr/>
            </p:nvSpPr>
            <p:spPr>
              <a:xfrm>
                <a:off x="7800028" y="2700785"/>
                <a:ext cx="746760" cy="606079"/>
              </a:xfrm>
              <a:prstGeom prst="rect">
                <a:avLst/>
              </a:prstGeom>
              <a:noFill/>
            </p:spPr>
            <p:txBody>
              <a:bodyPr wrap="square" rtlCol="0">
                <a:spAutoFit/>
              </a:bodyPr>
              <a:lstStyle/>
              <a:p>
                <a:r>
                  <a:rPr lang="ar-EG" sz="4400" b="1" dirty="0">
                    <a:solidFill>
                      <a:srgbClr val="4E95D9"/>
                    </a:solidFill>
                    <a:latin typeface="Cascadia Code" panose="020B0609020000020004" pitchFamily="49" charset="0"/>
                    <a:ea typeface="Cascadia Code" panose="020B0609020000020004" pitchFamily="49" charset="0"/>
                    <a:cs typeface="Cascadia Code" panose="020B0609020000020004" pitchFamily="49" charset="0"/>
                  </a:rPr>
                  <a:t>2</a:t>
                </a:r>
                <a:endParaRPr lang="en-US" sz="4400" b="1" dirty="0">
                  <a:solidFill>
                    <a:srgbClr val="4E95D9"/>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92" name="TextBox 91">
              <a:extLst>
                <a:ext uri="{FF2B5EF4-FFF2-40B4-BE49-F238E27FC236}">
                  <a16:creationId xmlns:a16="http://schemas.microsoft.com/office/drawing/2014/main" id="{6CD283A8-1C98-68A4-3328-265B780739D3}"/>
                </a:ext>
              </a:extLst>
            </p:cNvPr>
            <p:cNvSpPr txBox="1"/>
            <p:nvPr/>
          </p:nvSpPr>
          <p:spPr>
            <a:xfrm>
              <a:off x="8735956" y="3327832"/>
              <a:ext cx="1183044" cy="1200329"/>
            </a:xfrm>
            <a:prstGeom prst="rect">
              <a:avLst/>
            </a:prstGeom>
            <a:noFill/>
          </p:spPr>
          <p:txBody>
            <a:bodyPr wrap="square" rtlCol="0">
              <a:spAutoFit/>
            </a:bodyPr>
            <a:lstStyle/>
            <a:p>
              <a:pPr algn="ctr" rtl="1"/>
              <a:r>
                <a:rPr lang="ar-EG" sz="900" b="1" dirty="0">
                  <a:solidFill>
                    <a:schemeClr val="bg1"/>
                  </a:solidFill>
                  <a:latin typeface="Cairo" panose="020B0604020202020204" charset="-78"/>
                  <a:cs typeface="Cairo" panose="020B0604020202020204" charset="-78"/>
                </a:rPr>
                <a:t>إعداد هيكل تجزئة العمل (</a:t>
              </a:r>
              <a:r>
                <a:rPr lang="en-US" sz="900" b="1" dirty="0">
                  <a:solidFill>
                    <a:schemeClr val="bg1"/>
                  </a:solidFill>
                  <a:latin typeface="Cairo" panose="020B0604020202020204" charset="-78"/>
                  <a:cs typeface="Cairo" panose="020B0604020202020204" charset="-78"/>
                </a:rPr>
                <a:t>WBS</a:t>
              </a:r>
              <a:r>
                <a:rPr lang="ar-EG" sz="900" b="1" dirty="0">
                  <a:solidFill>
                    <a:schemeClr val="bg1"/>
                  </a:solidFill>
                  <a:latin typeface="Cairo" panose="020B0604020202020204" charset="-78"/>
                  <a:cs typeface="Cairo" panose="020B0604020202020204" charset="-78"/>
                </a:rPr>
                <a:t>)</a:t>
              </a:r>
            </a:p>
            <a:p>
              <a:pPr algn="ctr" rtl="1"/>
              <a:endParaRPr lang="ar-EG" sz="900" b="1" dirty="0">
                <a:solidFill>
                  <a:schemeClr val="bg1"/>
                </a:solidFill>
                <a:latin typeface="Cairo" panose="020B0604020202020204" charset="-78"/>
                <a:cs typeface="Cairo" panose="020B0604020202020204" charset="-78"/>
              </a:endParaRPr>
            </a:p>
            <a:p>
              <a:pPr algn="justLow" rtl="1"/>
              <a:r>
                <a:rPr lang="ar-EG" sz="900" dirty="0">
                  <a:solidFill>
                    <a:schemeClr val="bg1"/>
                  </a:solidFill>
                  <a:latin typeface="Cairo" panose="020B0604020202020204" charset="-78"/>
                  <a:cs typeface="Cairo" panose="020B0604020202020204" charset="-78"/>
                </a:rPr>
                <a:t>تقسيم نطاق المشروع إلى مراحل رئيسية، أنشطة، ومهام فرعية، وربطها بالمخرجات المتوقعة.</a:t>
              </a:r>
            </a:p>
          </p:txBody>
        </p:sp>
        <p:sp>
          <p:nvSpPr>
            <p:cNvPr id="93" name="TextBox 92">
              <a:extLst>
                <a:ext uri="{FF2B5EF4-FFF2-40B4-BE49-F238E27FC236}">
                  <a16:creationId xmlns:a16="http://schemas.microsoft.com/office/drawing/2014/main" id="{8042F5A5-8F45-4293-FB2E-2B826119E9E3}"/>
                </a:ext>
              </a:extLst>
            </p:cNvPr>
            <p:cNvSpPr txBox="1"/>
            <p:nvPr/>
          </p:nvSpPr>
          <p:spPr>
            <a:xfrm>
              <a:off x="7461380" y="3579742"/>
              <a:ext cx="1180365" cy="1338828"/>
            </a:xfrm>
            <a:prstGeom prst="rect">
              <a:avLst/>
            </a:prstGeom>
            <a:noFill/>
          </p:spPr>
          <p:txBody>
            <a:bodyPr wrap="square" rtlCol="0">
              <a:spAutoFit/>
            </a:bodyPr>
            <a:lstStyle/>
            <a:p>
              <a:pPr algn="ctr" rtl="1"/>
              <a:r>
                <a:rPr lang="ar-EG" sz="900" b="1" dirty="0">
                  <a:solidFill>
                    <a:schemeClr val="bg1"/>
                  </a:solidFill>
                  <a:latin typeface="Cairo" panose="020B0604020202020204" charset="-78"/>
                  <a:cs typeface="Cairo" panose="020B0604020202020204" charset="-78"/>
                </a:rPr>
                <a:t>تطوير خطة المخاطر</a:t>
              </a:r>
            </a:p>
            <a:p>
              <a:pPr algn="ctr" rtl="1"/>
              <a:endParaRPr lang="ar-EG" sz="900" b="1" dirty="0">
                <a:solidFill>
                  <a:schemeClr val="bg1"/>
                </a:solidFill>
                <a:latin typeface="Cairo" panose="020B0604020202020204" charset="-78"/>
                <a:cs typeface="Cairo" panose="020B0604020202020204" charset="-78"/>
              </a:endParaRPr>
            </a:p>
            <a:p>
              <a:pPr algn="justLow" rtl="1"/>
              <a:r>
                <a:rPr lang="ar-EG" sz="900" dirty="0">
                  <a:solidFill>
                    <a:schemeClr val="bg1"/>
                  </a:solidFill>
                  <a:latin typeface="Cairo" panose="020B0604020202020204" charset="-78"/>
                  <a:cs typeface="Cairo" panose="020B0604020202020204" charset="-78"/>
                </a:rPr>
                <a:t>تحديد وتصنيف المخاطر (تشغيلية، تقنية، تنظيمية، تعاقدية)، تقييم احتمالية الحدوث والأثر، وتوثيق إجراءات الاستجابة.</a:t>
              </a:r>
            </a:p>
          </p:txBody>
        </p:sp>
        <p:sp>
          <p:nvSpPr>
            <p:cNvPr id="94" name="TextBox 93">
              <a:extLst>
                <a:ext uri="{FF2B5EF4-FFF2-40B4-BE49-F238E27FC236}">
                  <a16:creationId xmlns:a16="http://schemas.microsoft.com/office/drawing/2014/main" id="{44CECCD9-1684-CCAF-345F-FB7DD98C7DE0}"/>
                </a:ext>
              </a:extLst>
            </p:cNvPr>
            <p:cNvSpPr txBox="1"/>
            <p:nvPr/>
          </p:nvSpPr>
          <p:spPr>
            <a:xfrm>
              <a:off x="6191478" y="3784446"/>
              <a:ext cx="1188022" cy="1477328"/>
            </a:xfrm>
            <a:prstGeom prst="rect">
              <a:avLst/>
            </a:prstGeom>
            <a:noFill/>
          </p:spPr>
          <p:txBody>
            <a:bodyPr wrap="square" rtlCol="0">
              <a:spAutoFit/>
            </a:bodyPr>
            <a:lstStyle/>
            <a:p>
              <a:pPr algn="r" rtl="1"/>
              <a:r>
                <a:rPr lang="ar-EG" sz="900" b="1" dirty="0">
                  <a:solidFill>
                    <a:schemeClr val="bg1"/>
                  </a:solidFill>
                  <a:latin typeface="Cairo" panose="020B0604020202020204" charset="-78"/>
                  <a:cs typeface="Cairo" panose="020B0604020202020204" charset="-78"/>
                </a:rPr>
                <a:t>إعداد خطة الحوكمة</a:t>
              </a:r>
            </a:p>
            <a:p>
              <a:pPr algn="justLow" rtl="1"/>
              <a:r>
                <a:rPr lang="ar-EG" sz="900" dirty="0">
                  <a:solidFill>
                    <a:schemeClr val="bg1"/>
                  </a:solidFill>
                  <a:latin typeface="Cairo" panose="020B0604020202020204" charset="-78"/>
                  <a:cs typeface="Cairo" panose="020B0604020202020204" charset="-78"/>
                </a:rPr>
                <a:t> </a:t>
              </a:r>
            </a:p>
            <a:p>
              <a:pPr algn="justLow" rtl="1"/>
              <a:r>
                <a:rPr lang="ar-EG" sz="900" dirty="0">
                  <a:solidFill>
                    <a:schemeClr val="bg1"/>
                  </a:solidFill>
                  <a:latin typeface="Cairo" panose="020B0604020202020204" charset="-78"/>
                  <a:cs typeface="Cairo" panose="020B0604020202020204" charset="-78"/>
                </a:rPr>
                <a:t>تحديد آليات اتخاذ القرار، قنوات الاتصال، آلية التصعيد، والاجتماعات الدورية، مع مواءمتها لمتطلبات </a:t>
              </a:r>
              <a:r>
                <a:rPr lang="en-US" sz="900" dirty="0">
                  <a:solidFill>
                    <a:schemeClr val="bg1"/>
                  </a:solidFill>
                  <a:latin typeface="Cairo" panose="020B0604020202020204" charset="-78"/>
                  <a:cs typeface="Cairo" panose="020B0604020202020204" charset="-78"/>
                </a:rPr>
                <a:t>ISO 37000 </a:t>
              </a:r>
              <a:r>
                <a:rPr lang="ar-EG" sz="900" dirty="0">
                  <a:solidFill>
                    <a:schemeClr val="bg1"/>
                  </a:solidFill>
                  <a:latin typeface="Cairo" panose="020B0604020202020204" charset="-78"/>
                  <a:cs typeface="Cairo" panose="020B0604020202020204" charset="-78"/>
                </a:rPr>
                <a:t>وممارسات الحوكمة الوطنية.</a:t>
              </a:r>
            </a:p>
          </p:txBody>
        </p:sp>
        <p:sp>
          <p:nvSpPr>
            <p:cNvPr id="95" name="TextBox 94">
              <a:extLst>
                <a:ext uri="{FF2B5EF4-FFF2-40B4-BE49-F238E27FC236}">
                  <a16:creationId xmlns:a16="http://schemas.microsoft.com/office/drawing/2014/main" id="{0AC96989-58B7-7949-2A4D-E3FAF10A972A}"/>
                </a:ext>
              </a:extLst>
            </p:cNvPr>
            <p:cNvSpPr txBox="1"/>
            <p:nvPr/>
          </p:nvSpPr>
          <p:spPr>
            <a:xfrm>
              <a:off x="4876800" y="4000928"/>
              <a:ext cx="1305153" cy="923330"/>
            </a:xfrm>
            <a:prstGeom prst="rect">
              <a:avLst/>
            </a:prstGeom>
            <a:noFill/>
          </p:spPr>
          <p:txBody>
            <a:bodyPr wrap="square" rtlCol="0">
              <a:spAutoFit/>
            </a:bodyPr>
            <a:lstStyle/>
            <a:p>
              <a:pPr algn="r" rtl="1"/>
              <a:r>
                <a:rPr lang="ar-EG" sz="900" b="1" dirty="0">
                  <a:solidFill>
                    <a:schemeClr val="bg1"/>
                  </a:solidFill>
                  <a:latin typeface="Cairo" panose="020B0604020202020204" charset="-78"/>
                  <a:cs typeface="Cairo" panose="020B0604020202020204" charset="-78"/>
                </a:rPr>
                <a:t>مراجعة واعتماد الخطة</a:t>
              </a:r>
            </a:p>
            <a:p>
              <a:pPr algn="r" rtl="1"/>
              <a:endParaRPr lang="ar-EG" sz="900" dirty="0">
                <a:solidFill>
                  <a:schemeClr val="bg1"/>
                </a:solidFill>
                <a:latin typeface="Cairo" panose="020B0604020202020204" charset="-78"/>
                <a:cs typeface="Cairo" panose="020B0604020202020204" charset="-78"/>
              </a:endParaRPr>
            </a:p>
            <a:p>
              <a:pPr algn="justLow" rtl="1"/>
              <a:r>
                <a:rPr lang="ar-EG" sz="900" dirty="0">
                  <a:solidFill>
                    <a:schemeClr val="bg1"/>
                  </a:solidFill>
                  <a:latin typeface="Cairo" panose="020B0604020202020204" charset="-78"/>
                  <a:cs typeface="Cairo" panose="020B0604020202020204" charset="-78"/>
                </a:rPr>
                <a:t>تقديم الخطة للجهة المستفيدة لاعتمادها قبل الانتقال للخطوات التالية.</a:t>
              </a:r>
            </a:p>
          </p:txBody>
        </p:sp>
      </p:grpSp>
      <p:pic>
        <p:nvPicPr>
          <p:cNvPr id="96" name="Picture 95">
            <a:extLst>
              <a:ext uri="{FF2B5EF4-FFF2-40B4-BE49-F238E27FC236}">
                <a16:creationId xmlns:a16="http://schemas.microsoft.com/office/drawing/2014/main" id="{93EF56E3-D2C6-402E-BF27-CEF73F7419EB}"/>
              </a:ext>
            </a:extLst>
          </p:cNvPr>
          <p:cNvPicPr>
            <a:picLocks noChangeAspect="1"/>
          </p:cNvPicPr>
          <p:nvPr/>
        </p:nvPicPr>
        <p:blipFill>
          <a:blip r:embed="rId5">
            <a:alphaModFix amt="85000"/>
          </a:blip>
          <a:stretch>
            <a:fillRect/>
          </a:stretch>
        </p:blipFill>
        <p:spPr>
          <a:xfrm>
            <a:off x="1407970" y="4553622"/>
            <a:ext cx="2755422" cy="1734794"/>
          </a:xfrm>
          <a:prstGeom prst="rect">
            <a:avLst/>
          </a:prstGeom>
          <a:effectLst>
            <a:outerShdw blurRad="76200" dist="12700" dir="2700000" sy="-23000" kx="-800400" algn="bl" rotWithShape="0">
              <a:prstClr val="black">
                <a:alpha val="20000"/>
              </a:prstClr>
            </a:outerShdw>
          </a:effectLst>
        </p:spPr>
      </p:pic>
      <p:grpSp>
        <p:nvGrpSpPr>
          <p:cNvPr id="97" name="Group 96">
            <a:extLst>
              <a:ext uri="{FF2B5EF4-FFF2-40B4-BE49-F238E27FC236}">
                <a16:creationId xmlns:a16="http://schemas.microsoft.com/office/drawing/2014/main" id="{8D5B675A-8528-E81E-3E77-49D62F499955}"/>
              </a:ext>
            </a:extLst>
          </p:cNvPr>
          <p:cNvGrpSpPr/>
          <p:nvPr/>
        </p:nvGrpSpPr>
        <p:grpSpPr>
          <a:xfrm>
            <a:off x="906938" y="2798835"/>
            <a:ext cx="3700274" cy="1440314"/>
            <a:chOff x="6232140" y="5485260"/>
            <a:chExt cx="3700274" cy="1440314"/>
          </a:xfrm>
        </p:grpSpPr>
        <p:sp>
          <p:nvSpPr>
            <p:cNvPr id="98" name="TextBox 97">
              <a:extLst>
                <a:ext uri="{FF2B5EF4-FFF2-40B4-BE49-F238E27FC236}">
                  <a16:creationId xmlns:a16="http://schemas.microsoft.com/office/drawing/2014/main" id="{71354B37-C922-8929-39E8-82D9EC7D874D}"/>
                </a:ext>
              </a:extLst>
            </p:cNvPr>
            <p:cNvSpPr txBox="1"/>
            <p:nvPr/>
          </p:nvSpPr>
          <p:spPr>
            <a:xfrm>
              <a:off x="6313243" y="5809828"/>
              <a:ext cx="3590939" cy="1061829"/>
            </a:xfrm>
            <a:prstGeom prst="rect">
              <a:avLst/>
            </a:prstGeom>
            <a:noFill/>
          </p:spPr>
          <p:txBody>
            <a:bodyPr wrap="square" rtlCol="0">
              <a:spAutoFit/>
            </a:bodyPr>
            <a:lstStyle/>
            <a:p>
              <a:pPr marL="228600" indent="-228600" algn="r" rtl="1">
                <a:buClr>
                  <a:srgbClr val="4BC0B0"/>
                </a:buClr>
                <a:buFont typeface="+mj-lt"/>
                <a:buAutoNum type="arabicPeriod"/>
              </a:pPr>
              <a:r>
                <a:rPr lang="ar-SA" sz="900" dirty="0">
                  <a:latin typeface="Cairo" panose="020B0604020202020204" charset="-78"/>
                  <a:cs typeface="Cairo" panose="020B0604020202020204" charset="-78"/>
                </a:rPr>
                <a:t>برامج إدارة المشاريع (مثل </a:t>
              </a:r>
              <a:r>
                <a:rPr lang="en-US" sz="900" dirty="0">
                  <a:latin typeface="Cairo" panose="020B0604020202020204" charset="-78"/>
                  <a:cs typeface="Cairo" panose="020B0604020202020204" charset="-78"/>
                </a:rPr>
                <a:t>MS Project </a:t>
              </a:r>
              <a:r>
                <a:rPr lang="ar-EG" sz="900" dirty="0">
                  <a:latin typeface="Cairo" panose="020B0604020202020204" charset="-78"/>
                  <a:cs typeface="Cairo" panose="020B0604020202020204" charset="-78"/>
                </a:rPr>
                <a:t> </a:t>
              </a:r>
              <a:r>
                <a:rPr lang="ar-SA" sz="900" dirty="0">
                  <a:latin typeface="Cairo" panose="020B0604020202020204" charset="-78"/>
                  <a:cs typeface="Cairo" panose="020B0604020202020204" charset="-78"/>
                </a:rPr>
                <a:t>أو </a:t>
              </a:r>
              <a:r>
                <a:rPr lang="en-US" sz="900" dirty="0">
                  <a:latin typeface="Cairo" panose="020B0604020202020204" charset="-78"/>
                  <a:cs typeface="Cairo" panose="020B0604020202020204" charset="-78"/>
                </a:rPr>
                <a:t>Primavera</a:t>
              </a:r>
              <a:r>
                <a:rPr lang="ar-EG" sz="900" dirty="0">
                  <a:latin typeface="Cairo" panose="020B0604020202020204" charset="-78"/>
                  <a:cs typeface="Cairo" panose="020B0604020202020204" charset="-78"/>
                </a:rPr>
                <a:t>)</a:t>
              </a:r>
              <a:br>
                <a:rPr lang="ar-EG" sz="900" dirty="0">
                  <a:latin typeface="Cairo" panose="020B0604020202020204" charset="-78"/>
                  <a:cs typeface="Cairo" panose="020B0604020202020204" charset="-78"/>
                </a:rPr>
              </a:br>
              <a:endParaRPr lang="en-US" sz="900" dirty="0">
                <a:latin typeface="Cairo" panose="020B0604020202020204" charset="-78"/>
                <a:cs typeface="Cairo" panose="020B0604020202020204" charset="-78"/>
              </a:endParaRPr>
            </a:p>
            <a:p>
              <a:pPr marL="228600" indent="-228600" algn="r" rtl="1">
                <a:buClr>
                  <a:srgbClr val="4BC0B0"/>
                </a:buClr>
                <a:buFont typeface="+mj-lt"/>
                <a:buAutoNum type="arabicPeriod"/>
              </a:pPr>
              <a:r>
                <a:rPr lang="ar-SA" sz="900" dirty="0">
                  <a:latin typeface="Cairo" panose="020B0604020202020204" charset="-78"/>
                  <a:cs typeface="Cairo" panose="020B0604020202020204" charset="-78"/>
                </a:rPr>
                <a:t>قوالب </a:t>
              </a:r>
              <a:r>
                <a:rPr lang="en-US" sz="900" dirty="0">
                  <a:latin typeface="Cairo" panose="020B0604020202020204" charset="-78"/>
                  <a:cs typeface="Cairo" panose="020B0604020202020204" charset="-78"/>
                </a:rPr>
                <a:t>WBS </a:t>
              </a:r>
              <a:r>
                <a:rPr lang="ar-EG" sz="900" dirty="0">
                  <a:latin typeface="Cairo" panose="020B0604020202020204" charset="-78"/>
                  <a:cs typeface="Cairo" panose="020B0604020202020204" charset="-78"/>
                </a:rPr>
                <a:t> </a:t>
              </a:r>
              <a:r>
                <a:rPr lang="ar-SA" sz="900" dirty="0">
                  <a:latin typeface="Cairo" panose="020B0604020202020204" charset="-78"/>
                  <a:cs typeface="Cairo" panose="020B0604020202020204" charset="-78"/>
                </a:rPr>
                <a:t>معتمدة.</a:t>
              </a:r>
              <a:br>
                <a:rPr lang="ar-EG" sz="900" dirty="0">
                  <a:latin typeface="Cairo" panose="020B0604020202020204" charset="-78"/>
                  <a:cs typeface="Cairo" panose="020B0604020202020204" charset="-78"/>
                </a:rPr>
              </a:br>
              <a:endParaRPr lang="ar-SA" sz="900" dirty="0">
                <a:latin typeface="Cairo" panose="020B0604020202020204" charset="-78"/>
                <a:cs typeface="Cairo" panose="020B0604020202020204" charset="-78"/>
              </a:endParaRPr>
            </a:p>
            <a:p>
              <a:pPr marL="228600" indent="-228600" algn="r" rtl="1">
                <a:buClr>
                  <a:srgbClr val="4BC0B0"/>
                </a:buClr>
                <a:buFont typeface="+mj-lt"/>
                <a:buAutoNum type="arabicPeriod"/>
              </a:pPr>
              <a:r>
                <a:rPr lang="ar-SA" sz="900" dirty="0">
                  <a:latin typeface="Cairo" panose="020B0604020202020204" charset="-78"/>
                  <a:cs typeface="Cairo" panose="020B0604020202020204" charset="-78"/>
                </a:rPr>
                <a:t>مصفوفة المخاطر (</a:t>
              </a:r>
              <a:r>
                <a:rPr lang="en-US" sz="900" dirty="0">
                  <a:latin typeface="Cairo" panose="020B0604020202020204" charset="-78"/>
                  <a:cs typeface="Cairo" panose="020B0604020202020204" charset="-78"/>
                </a:rPr>
                <a:t>Risk Matrix</a:t>
              </a:r>
              <a:r>
                <a:rPr lang="ar-EG" sz="900" dirty="0">
                  <a:latin typeface="Cairo" panose="020B0604020202020204" charset="-78"/>
                  <a:cs typeface="Cairo" panose="020B0604020202020204" charset="-78"/>
                </a:rPr>
                <a:t>) </a:t>
              </a:r>
              <a:r>
                <a:rPr lang="ar-SA" sz="900" dirty="0">
                  <a:latin typeface="Cairo" panose="020B0604020202020204" charset="-78"/>
                  <a:cs typeface="Cairo" panose="020B0604020202020204" charset="-78"/>
                </a:rPr>
                <a:t>وخريطة حرارية (</a:t>
              </a:r>
              <a:r>
                <a:rPr lang="en-US" sz="900" dirty="0">
                  <a:latin typeface="Cairo" panose="020B0604020202020204" charset="-78"/>
                  <a:cs typeface="Cairo" panose="020B0604020202020204" charset="-78"/>
                </a:rPr>
                <a:t>Heat Map</a:t>
              </a:r>
              <a:r>
                <a:rPr lang="ar-EG" sz="900" dirty="0">
                  <a:latin typeface="Cairo" panose="020B0604020202020204" charset="-78"/>
                  <a:cs typeface="Cairo" panose="020B0604020202020204" charset="-78"/>
                </a:rPr>
                <a:t>)</a:t>
              </a:r>
              <a:br>
                <a:rPr lang="ar-EG" sz="900" dirty="0">
                  <a:latin typeface="Cairo" panose="020B0604020202020204" charset="-78"/>
                  <a:cs typeface="Cairo" panose="020B0604020202020204" charset="-78"/>
                </a:rPr>
              </a:br>
              <a:endParaRPr lang="en-US" sz="900" dirty="0">
                <a:latin typeface="Cairo" panose="020B0604020202020204" charset="-78"/>
                <a:cs typeface="Cairo" panose="020B0604020202020204" charset="-78"/>
              </a:endParaRPr>
            </a:p>
            <a:p>
              <a:pPr marL="228600" indent="-228600" algn="r" rtl="1">
                <a:buClr>
                  <a:srgbClr val="4BC0B0"/>
                </a:buClr>
                <a:buFont typeface="+mj-lt"/>
                <a:buAutoNum type="arabicPeriod"/>
              </a:pPr>
              <a:r>
                <a:rPr lang="ar-SA" sz="900" dirty="0">
                  <a:latin typeface="Cairo" panose="020B0604020202020204" charset="-78"/>
                  <a:cs typeface="Cairo" panose="020B0604020202020204" charset="-78"/>
                </a:rPr>
                <a:t>نماذج حوكمة المشاريع (</a:t>
              </a:r>
              <a:r>
                <a:rPr lang="en-US" sz="900" dirty="0">
                  <a:latin typeface="Cairo" panose="020B0604020202020204" charset="-78"/>
                  <a:cs typeface="Cairo" panose="020B0604020202020204" charset="-78"/>
                </a:rPr>
                <a:t>RACI Matrix، Steering Committee Charter</a:t>
              </a:r>
              <a:r>
                <a:rPr lang="ar-EG" sz="900" dirty="0">
                  <a:latin typeface="Cairo" panose="020B0604020202020204" charset="-78"/>
                  <a:cs typeface="Cairo" panose="020B0604020202020204" charset="-78"/>
                </a:rPr>
                <a:t>)</a:t>
              </a:r>
              <a:endParaRPr lang="en-US" sz="900" dirty="0">
                <a:latin typeface="Cairo" panose="020B0604020202020204" charset="-78"/>
                <a:cs typeface="Cairo" panose="020B0604020202020204" charset="-78"/>
              </a:endParaRPr>
            </a:p>
          </p:txBody>
        </p:sp>
        <p:sp>
          <p:nvSpPr>
            <p:cNvPr id="99" name="TextBox 98">
              <a:extLst>
                <a:ext uri="{FF2B5EF4-FFF2-40B4-BE49-F238E27FC236}">
                  <a16:creationId xmlns:a16="http://schemas.microsoft.com/office/drawing/2014/main" id="{0BB33419-CED1-DDB4-610C-1637C22A6A45}"/>
                </a:ext>
              </a:extLst>
            </p:cNvPr>
            <p:cNvSpPr txBox="1"/>
            <p:nvPr/>
          </p:nvSpPr>
          <p:spPr>
            <a:xfrm>
              <a:off x="6232140" y="5485260"/>
              <a:ext cx="3700274"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الأدوات المستخدمة : ​</a:t>
              </a:r>
            </a:p>
          </p:txBody>
        </p:sp>
        <p:cxnSp>
          <p:nvCxnSpPr>
            <p:cNvPr id="100" name="Straight Connector 99">
              <a:extLst>
                <a:ext uri="{FF2B5EF4-FFF2-40B4-BE49-F238E27FC236}">
                  <a16:creationId xmlns:a16="http://schemas.microsoft.com/office/drawing/2014/main" id="{B4656B4C-BFDB-74DA-19F1-8B67B066DD68}"/>
                </a:ext>
              </a:extLst>
            </p:cNvPr>
            <p:cNvCxnSpPr>
              <a:cxnSpLocks/>
            </p:cNvCxnSpPr>
            <p:nvPr/>
          </p:nvCxnSpPr>
          <p:spPr>
            <a:xfrm flipH="1">
              <a:off x="6406441" y="5616065"/>
              <a:ext cx="1862263" cy="0"/>
            </a:xfrm>
            <a:prstGeom prst="line">
              <a:avLst/>
            </a:prstGeom>
            <a:ln>
              <a:solidFill>
                <a:srgbClr val="4BC0B0"/>
              </a:solidFill>
              <a:prstDash val="dashDot"/>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30DFB331-AA5C-5F71-7218-1BA16625B79E}"/>
                </a:ext>
              </a:extLst>
            </p:cNvPr>
            <p:cNvCxnSpPr>
              <a:cxnSpLocks/>
            </p:cNvCxnSpPr>
            <p:nvPr/>
          </p:nvCxnSpPr>
          <p:spPr>
            <a:xfrm flipV="1">
              <a:off x="6232140" y="5716092"/>
              <a:ext cx="0" cy="1209482"/>
            </a:xfrm>
            <a:prstGeom prst="line">
              <a:avLst/>
            </a:prstGeom>
            <a:ln>
              <a:solidFill>
                <a:srgbClr val="4BC0B0"/>
              </a:solidFill>
              <a:prstDash val="dashDot"/>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1812A1D7-3120-6EED-FF31-92B912EA6F33}"/>
                </a:ext>
              </a:extLst>
            </p:cNvPr>
            <p:cNvCxnSpPr>
              <a:cxnSpLocks/>
              <a:endCxn id="15" idx="1"/>
            </p:cNvCxnSpPr>
            <p:nvPr/>
          </p:nvCxnSpPr>
          <p:spPr>
            <a:xfrm flipH="1">
              <a:off x="6406441" y="6925574"/>
              <a:ext cx="3119708" cy="0"/>
            </a:xfrm>
            <a:prstGeom prst="line">
              <a:avLst/>
            </a:prstGeom>
            <a:ln>
              <a:solidFill>
                <a:srgbClr val="4BC0B0"/>
              </a:solidFill>
              <a:prstDash val="dashDot"/>
            </a:ln>
          </p:spPr>
          <p:style>
            <a:lnRef idx="2">
              <a:schemeClr val="accent1"/>
            </a:lnRef>
            <a:fillRef idx="0">
              <a:schemeClr val="accent1"/>
            </a:fillRef>
            <a:effectRef idx="1">
              <a:schemeClr val="accent1"/>
            </a:effectRef>
            <a:fontRef idx="minor">
              <a:schemeClr val="tx1"/>
            </a:fontRef>
          </p:style>
        </p:cxnSp>
      </p:grpSp>
      <p:sp>
        <p:nvSpPr>
          <p:cNvPr id="109" name="Slide Number Placeholder 3">
            <a:extLst>
              <a:ext uri="{FF2B5EF4-FFF2-40B4-BE49-F238E27FC236}">
                <a16:creationId xmlns:a16="http://schemas.microsoft.com/office/drawing/2014/main" id="{0AA76BB8-3654-D8B0-9A79-270C8AA1C4DC}"/>
              </a:ext>
            </a:extLst>
          </p:cNvPr>
          <p:cNvSpPr txBox="1">
            <a:spLocks/>
          </p:cNvSpPr>
          <p:nvPr/>
        </p:nvSpPr>
        <p:spPr>
          <a:xfrm>
            <a:off x="9258085" y="6503115"/>
            <a:ext cx="356721" cy="22119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8DA4F446-54BD-47E9-8F45-E0EC829FD260}" type="slidenum">
              <a:rPr lang="en-US" sz="1000" b="1" smtClean="0">
                <a:latin typeface="Cairo" pitchFamily="2" charset="-78"/>
                <a:cs typeface="Cairo" pitchFamily="2" charset="-78"/>
              </a:rPr>
              <a:pPr algn="ctr"/>
              <a:t>4</a:t>
            </a:fld>
            <a:endParaRPr lang="en-US" sz="1000" b="1" dirty="0">
              <a:latin typeface="Cairo" pitchFamily="2" charset="-78"/>
              <a:cs typeface="Cairo" pitchFamily="2" charset="-78"/>
            </a:endParaRPr>
          </a:p>
        </p:txBody>
      </p:sp>
      <p:sp>
        <p:nvSpPr>
          <p:cNvPr id="111" name="TextBox 110">
            <a:extLst>
              <a:ext uri="{FF2B5EF4-FFF2-40B4-BE49-F238E27FC236}">
                <a16:creationId xmlns:a16="http://schemas.microsoft.com/office/drawing/2014/main" id="{73D93073-D6ED-BB78-14DD-B7105C77EC8B}"/>
              </a:ext>
            </a:extLst>
          </p:cNvPr>
          <p:cNvSpPr txBox="1"/>
          <p:nvPr/>
        </p:nvSpPr>
        <p:spPr>
          <a:xfrm>
            <a:off x="5693286" y="2810242"/>
            <a:ext cx="4393591"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آلية التنفيذ: </a:t>
            </a:r>
          </a:p>
        </p:txBody>
      </p:sp>
      <p:sp>
        <p:nvSpPr>
          <p:cNvPr id="112" name="TextBox 111">
            <a:extLst>
              <a:ext uri="{FF2B5EF4-FFF2-40B4-BE49-F238E27FC236}">
                <a16:creationId xmlns:a16="http://schemas.microsoft.com/office/drawing/2014/main" id="{FD1F22C2-6C47-ADD4-BAC5-C53A6211B484}"/>
              </a:ext>
            </a:extLst>
          </p:cNvPr>
          <p:cNvSpPr txBox="1"/>
          <p:nvPr/>
        </p:nvSpPr>
        <p:spPr>
          <a:xfrm>
            <a:off x="1981199" y="6518731"/>
            <a:ext cx="2743466" cy="215444"/>
          </a:xfrm>
          <a:prstGeom prst="rect">
            <a:avLst/>
          </a:prstGeom>
          <a:noFill/>
        </p:spPr>
        <p:txBody>
          <a:bodyPr wrap="square" rtlCol="0">
            <a:spAutoFit/>
          </a:bodyPr>
          <a:lstStyle/>
          <a:p>
            <a:pPr defTabSz="457211"/>
            <a:r>
              <a:rPr lang="ar-EG" sz="800" b="1" dirty="0">
                <a:latin typeface="Cairo" panose="020B0604020202020204" charset="-78"/>
                <a:cs typeface="Cairo" panose="020B0604020202020204" charset="-78"/>
              </a:rPr>
              <a:t>المرحلة الأولى </a:t>
            </a:r>
            <a:r>
              <a:rPr lang="ar-EG" sz="700" b="1" dirty="0">
                <a:solidFill>
                  <a:srgbClr val="4BC0B0"/>
                </a:solidFill>
                <a:latin typeface="Cairo" panose="020B0604020202020204" charset="-78"/>
                <a:cs typeface="Cairo" panose="020B0604020202020204" charset="-78"/>
              </a:rPr>
              <a:t>التأسيس والتخطيط</a:t>
            </a:r>
            <a:endParaRPr lang="ar-EG" sz="700" kern="1200" dirty="0">
              <a:solidFill>
                <a:srgbClr val="4BC0B0"/>
              </a:solidFill>
              <a:latin typeface="Cairo" panose="020B0604020202020204" charset="-78"/>
              <a:cs typeface="Cairo" panose="020B0604020202020204" charset="-78"/>
            </a:endParaRPr>
          </a:p>
        </p:txBody>
      </p:sp>
    </p:spTree>
    <p:extLst>
      <p:ext uri="{BB962C8B-B14F-4D97-AF65-F5344CB8AC3E}">
        <p14:creationId xmlns:p14="http://schemas.microsoft.com/office/powerpoint/2010/main" val="3221593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4DC88ED3-3C94-41F1-C009-90FF7E117C16}"/>
              </a:ext>
            </a:extLst>
          </p:cNvPr>
          <p:cNvGrpSpPr/>
          <p:nvPr/>
        </p:nvGrpSpPr>
        <p:grpSpPr>
          <a:xfrm>
            <a:off x="9797643" y="393043"/>
            <a:ext cx="2343035" cy="5101796"/>
            <a:chOff x="9797643" y="393043"/>
            <a:chExt cx="2343035" cy="5101796"/>
          </a:xfrm>
        </p:grpSpPr>
        <p:grpSp>
          <p:nvGrpSpPr>
            <p:cNvPr id="29" name="Group 28">
              <a:extLst>
                <a:ext uri="{FF2B5EF4-FFF2-40B4-BE49-F238E27FC236}">
                  <a16:creationId xmlns:a16="http://schemas.microsoft.com/office/drawing/2014/main" id="{25D5762A-4E95-508B-FA3B-24B262D1766F}"/>
                </a:ext>
              </a:extLst>
            </p:cNvPr>
            <p:cNvGrpSpPr/>
            <p:nvPr/>
          </p:nvGrpSpPr>
          <p:grpSpPr>
            <a:xfrm>
              <a:off x="10244234" y="393043"/>
              <a:ext cx="1896444" cy="5101796"/>
              <a:chOff x="10244234" y="393043"/>
              <a:chExt cx="1896444" cy="5101796"/>
            </a:xfrm>
          </p:grpSpPr>
          <p:sp>
            <p:nvSpPr>
              <p:cNvPr id="31" name="Rectangle 30">
                <a:extLst>
                  <a:ext uri="{FF2B5EF4-FFF2-40B4-BE49-F238E27FC236}">
                    <a16:creationId xmlns:a16="http://schemas.microsoft.com/office/drawing/2014/main" id="{1B856905-4EA3-4B33-86A9-F9F28E685F06}"/>
                  </a:ext>
                </a:extLst>
              </p:cNvPr>
              <p:cNvSpPr/>
              <p:nvPr/>
            </p:nvSpPr>
            <p:spPr>
              <a:xfrm>
                <a:off x="10244234" y="393043"/>
                <a:ext cx="1896444" cy="5101796"/>
              </a:xfrm>
              <a:prstGeom prst="rect">
                <a:avLst/>
              </a:prstGeom>
              <a:solidFill>
                <a:schemeClr val="bg1"/>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latin typeface="Sakkal Majalla" panose="02000000000000000000" pitchFamily="2" charset="-78"/>
                  <a:cs typeface="Sakkal Majalla" panose="02000000000000000000" pitchFamily="2" charset="-78"/>
                </a:endParaRPr>
              </a:p>
            </p:txBody>
          </p:sp>
          <p:sp>
            <p:nvSpPr>
              <p:cNvPr id="32" name="Rectangle 31">
                <a:extLst>
                  <a:ext uri="{FF2B5EF4-FFF2-40B4-BE49-F238E27FC236}">
                    <a16:creationId xmlns:a16="http://schemas.microsoft.com/office/drawing/2014/main" id="{6BC9CC2D-6935-C60C-2FB9-5D14B0705E15}"/>
                  </a:ext>
                </a:extLst>
              </p:cNvPr>
              <p:cNvSpPr/>
              <p:nvPr/>
            </p:nvSpPr>
            <p:spPr>
              <a:xfrm>
                <a:off x="10331818" y="2048400"/>
                <a:ext cx="1711518" cy="988732"/>
              </a:xfrm>
              <a:prstGeom prst="rect">
                <a:avLst/>
              </a:prstGeom>
              <a:effectLst>
                <a:glow rad="254000">
                  <a:schemeClr val="accent4">
                    <a:satMod val="175000"/>
                    <a:alpha val="40000"/>
                  </a:schemeClr>
                </a:glow>
              </a:effectLst>
            </p:spPr>
            <p:txBody>
              <a:bodyPr wrap="square" lIns="0" tIns="0" rIns="0" bIns="0">
                <a:spAutoFit/>
              </a:bodyPr>
              <a:lstStyle/>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مواءمة نطاق المشروع مع الضوابط</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خطة عمل شاملة </a:t>
                </a:r>
              </a:p>
              <a:p>
                <a:pPr marL="228600" indent="-228600" algn="r" rtl="1">
                  <a:lnSpc>
                    <a:spcPct val="150000"/>
                  </a:lnSpc>
                  <a:spcBef>
                    <a:spcPts val="600"/>
                  </a:spcBef>
                  <a:buAutoNum type="arabicPeriod"/>
                </a:pPr>
                <a:r>
                  <a:rPr lang="ar-EG" sz="600" b="1" dirty="0">
                    <a:latin typeface="Cairo" panose="020B0604020202020204" charset="-78"/>
                    <a:cs typeface="Cairo" panose="020B0604020202020204" charset="-78"/>
                  </a:rPr>
                  <a:t>عقد اجتماع انطلاقة وتحديد أصحاب المصلحة</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وثيقة ميثاق المشروع واعتمادها</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ملخص المرحلة الأولى</a:t>
                </a:r>
              </a:p>
            </p:txBody>
          </p:sp>
        </p:grpSp>
        <p:sp>
          <p:nvSpPr>
            <p:cNvPr id="30" name="Callout: Left Arrow 29">
              <a:extLst>
                <a:ext uri="{FF2B5EF4-FFF2-40B4-BE49-F238E27FC236}">
                  <a16:creationId xmlns:a16="http://schemas.microsoft.com/office/drawing/2014/main" id="{18F5A67D-4442-EE8A-782A-5721E71D76A2}"/>
                </a:ext>
              </a:extLst>
            </p:cNvPr>
            <p:cNvSpPr/>
            <p:nvPr/>
          </p:nvSpPr>
          <p:spPr>
            <a:xfrm>
              <a:off x="9797643" y="722748"/>
              <a:ext cx="1809750" cy="451071"/>
            </a:xfrm>
            <a:prstGeom prst="leftArrowCallout">
              <a:avLst>
                <a:gd name="adj1" fmla="val 29809"/>
                <a:gd name="adj2" fmla="val 21943"/>
                <a:gd name="adj3" fmla="val 69139"/>
                <a:gd name="adj4" fmla="val 76205"/>
              </a:avLst>
            </a:prstGeom>
            <a:solidFill>
              <a:srgbClr val="4BC0B0"/>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95324" rtl="1"/>
              <a:r>
                <a:rPr lang="ar-EG" sz="1400" b="1" dirty="0">
                  <a:solidFill>
                    <a:schemeClr val="bg1"/>
                  </a:solidFill>
                  <a:latin typeface="Cairo" panose="020B0604020202020204" charset="-78"/>
                  <a:cs typeface="Cairo" panose="020B0604020202020204" charset="-78"/>
                </a:rPr>
                <a:t>المرحلة الأولى</a:t>
              </a:r>
              <a:endParaRPr lang="en-US" sz="1400" b="1" dirty="0">
                <a:solidFill>
                  <a:schemeClr val="bg1"/>
                </a:solidFill>
                <a:latin typeface="Cairo" panose="020B0604020202020204" charset="-78"/>
                <a:cs typeface="Cairo" panose="020B0604020202020204" charset="-78"/>
              </a:endParaRPr>
            </a:p>
          </p:txBody>
        </p:sp>
      </p:grpSp>
      <p:pic>
        <p:nvPicPr>
          <p:cNvPr id="2" name="Picture 1" descr="A black rectangular sign with blue text and numbers&#10;&#10;Description automatically generated">
            <a:extLst>
              <a:ext uri="{FF2B5EF4-FFF2-40B4-BE49-F238E27FC236}">
                <a16:creationId xmlns:a16="http://schemas.microsoft.com/office/drawing/2014/main" id="{FB050D32-9637-39C8-DC2C-B6662F649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75028"/>
            <a:ext cx="1398445" cy="882971"/>
          </a:xfrm>
          <a:prstGeom prst="rect">
            <a:avLst/>
          </a:prstGeom>
        </p:spPr>
      </p:pic>
      <p:grpSp>
        <p:nvGrpSpPr>
          <p:cNvPr id="23" name="Group 22">
            <a:extLst>
              <a:ext uri="{FF2B5EF4-FFF2-40B4-BE49-F238E27FC236}">
                <a16:creationId xmlns:a16="http://schemas.microsoft.com/office/drawing/2014/main" id="{41B55289-CB54-8CB4-7A56-ADE471E18F53}"/>
              </a:ext>
            </a:extLst>
          </p:cNvPr>
          <p:cNvGrpSpPr/>
          <p:nvPr/>
        </p:nvGrpSpPr>
        <p:grpSpPr>
          <a:xfrm>
            <a:off x="6768215" y="308944"/>
            <a:ext cx="2922981" cy="1199840"/>
            <a:chOff x="6768215" y="308944"/>
            <a:chExt cx="2922981" cy="1199840"/>
          </a:xfrm>
        </p:grpSpPr>
        <p:sp>
          <p:nvSpPr>
            <p:cNvPr id="3" name="Rectangle 2">
              <a:extLst>
                <a:ext uri="{FF2B5EF4-FFF2-40B4-BE49-F238E27FC236}">
                  <a16:creationId xmlns:a16="http://schemas.microsoft.com/office/drawing/2014/main" id="{3B67FBF0-3107-AAF2-AC95-580F742E322F}"/>
                </a:ext>
              </a:extLst>
            </p:cNvPr>
            <p:cNvSpPr/>
            <p:nvPr/>
          </p:nvSpPr>
          <p:spPr>
            <a:xfrm rot="12300000" flipV="1">
              <a:off x="8554197"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 name="Rectangle 4">
              <a:extLst>
                <a:ext uri="{FF2B5EF4-FFF2-40B4-BE49-F238E27FC236}">
                  <a16:creationId xmlns:a16="http://schemas.microsoft.com/office/drawing/2014/main" id="{F2C29388-FD87-E2B2-24F6-0B26C9D62FC2}"/>
                </a:ext>
              </a:extLst>
            </p:cNvPr>
            <p:cNvSpPr/>
            <p:nvPr/>
          </p:nvSpPr>
          <p:spPr>
            <a:xfrm rot="12300000" flipV="1">
              <a:off x="8103056"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Rectangle 5">
              <a:extLst>
                <a:ext uri="{FF2B5EF4-FFF2-40B4-BE49-F238E27FC236}">
                  <a16:creationId xmlns:a16="http://schemas.microsoft.com/office/drawing/2014/main" id="{8AE1B655-7A2D-3C1A-E0F1-CF3DC57024C5}"/>
                </a:ext>
              </a:extLst>
            </p:cNvPr>
            <p:cNvSpPr/>
            <p:nvPr/>
          </p:nvSpPr>
          <p:spPr>
            <a:xfrm rot="12300000" flipV="1">
              <a:off x="7645564"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 name="Rectangle 6">
              <a:extLst>
                <a:ext uri="{FF2B5EF4-FFF2-40B4-BE49-F238E27FC236}">
                  <a16:creationId xmlns:a16="http://schemas.microsoft.com/office/drawing/2014/main" id="{C1FCA956-8CB8-317B-DD23-4AB7850896F5}"/>
                </a:ext>
              </a:extLst>
            </p:cNvPr>
            <p:cNvSpPr/>
            <p:nvPr/>
          </p:nvSpPr>
          <p:spPr>
            <a:xfrm rot="12300000" flipV="1">
              <a:off x="6768215" y="1208632"/>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Circle: Hollow 7">
              <a:extLst>
                <a:ext uri="{FF2B5EF4-FFF2-40B4-BE49-F238E27FC236}">
                  <a16:creationId xmlns:a16="http://schemas.microsoft.com/office/drawing/2014/main" id="{442B2A32-A8A5-C8C6-C09A-CA2FF4AAF4CD}"/>
                </a:ext>
              </a:extLst>
            </p:cNvPr>
            <p:cNvSpPr/>
            <p:nvPr/>
          </p:nvSpPr>
          <p:spPr>
            <a:xfrm>
              <a:off x="7869230" y="643938"/>
              <a:ext cx="554540" cy="577464"/>
            </a:xfrm>
            <a:prstGeom prst="donut">
              <a:avLst>
                <a:gd name="adj" fmla="val 20000"/>
              </a:avLst>
            </a:prstGeom>
            <a:solidFill>
              <a:srgbClr val="4BC0B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9" name="Group 8">
              <a:extLst>
                <a:ext uri="{FF2B5EF4-FFF2-40B4-BE49-F238E27FC236}">
                  <a16:creationId xmlns:a16="http://schemas.microsoft.com/office/drawing/2014/main" id="{A4DFE742-3813-0261-B406-453E78C4D049}"/>
                </a:ext>
              </a:extLst>
            </p:cNvPr>
            <p:cNvGrpSpPr/>
            <p:nvPr/>
          </p:nvGrpSpPr>
          <p:grpSpPr>
            <a:xfrm>
              <a:off x="7796051" y="308944"/>
              <a:ext cx="700897" cy="326834"/>
              <a:chOff x="3339917" y="320607"/>
              <a:chExt cx="700897" cy="326834"/>
            </a:xfrm>
          </p:grpSpPr>
          <p:sp>
            <p:nvSpPr>
              <p:cNvPr id="10" name="Rectangle 9">
                <a:extLst>
                  <a:ext uri="{FF2B5EF4-FFF2-40B4-BE49-F238E27FC236}">
                    <a16:creationId xmlns:a16="http://schemas.microsoft.com/office/drawing/2014/main" id="{DB6ED7A6-EBB9-5407-4F97-F802F60533BE}"/>
                  </a:ext>
                </a:extLst>
              </p:cNvPr>
              <p:cNvSpPr/>
              <p:nvPr/>
            </p:nvSpPr>
            <p:spPr>
              <a:xfrm>
                <a:off x="3339917" y="320607"/>
                <a:ext cx="700897" cy="32683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TextBox 10">
                <a:extLst>
                  <a:ext uri="{FF2B5EF4-FFF2-40B4-BE49-F238E27FC236}">
                    <a16:creationId xmlns:a16="http://schemas.microsoft.com/office/drawing/2014/main" id="{F9F7A757-F7BA-7B73-A9DD-87BB6797D375}"/>
                  </a:ext>
                </a:extLst>
              </p:cNvPr>
              <p:cNvSpPr txBox="1"/>
              <p:nvPr/>
            </p:nvSpPr>
            <p:spPr>
              <a:xfrm>
                <a:off x="3339917" y="320607"/>
                <a:ext cx="700897" cy="32683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1524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1" kern="1200" dirty="0">
                    <a:latin typeface="Cairo" panose="020B0604020202020204" charset="-78"/>
                    <a:cs typeface="Cairo" panose="020B0604020202020204" charset="-78"/>
                  </a:rPr>
                  <a:t>عقد اجتماع انطلاقة وتحديد أصحاب المصلحة</a:t>
                </a:r>
              </a:p>
            </p:txBody>
          </p:sp>
        </p:grpSp>
        <p:sp>
          <p:nvSpPr>
            <p:cNvPr id="12" name="Oval 11">
              <a:extLst>
                <a:ext uri="{FF2B5EF4-FFF2-40B4-BE49-F238E27FC236}">
                  <a16:creationId xmlns:a16="http://schemas.microsoft.com/office/drawing/2014/main" id="{73D80049-0E20-4EE8-99AB-095F1A967EF4}"/>
                </a:ext>
              </a:extLst>
            </p:cNvPr>
            <p:cNvSpPr/>
            <p:nvPr/>
          </p:nvSpPr>
          <p:spPr>
            <a:xfrm>
              <a:off x="9114487" y="7917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3E7EF15B-EC21-EEAA-29F4-0823680CB764}"/>
                </a:ext>
              </a:extLst>
            </p:cNvPr>
            <p:cNvSpPr/>
            <p:nvPr/>
          </p:nvSpPr>
          <p:spPr>
            <a:xfrm>
              <a:off x="8579327" y="7917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15B4EE5C-4911-462F-25A6-14EB8A68C18C}"/>
                </a:ext>
              </a:extLst>
            </p:cNvPr>
            <p:cNvSpPr/>
            <p:nvPr/>
          </p:nvSpPr>
          <p:spPr>
            <a:xfrm>
              <a:off x="7432316" y="7828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6" name="TextBox 15">
              <a:extLst>
                <a:ext uri="{FF2B5EF4-FFF2-40B4-BE49-F238E27FC236}">
                  <a16:creationId xmlns:a16="http://schemas.microsoft.com/office/drawing/2014/main" id="{ED811B10-90B2-1CEA-8EE5-7F99AA36D2E3}"/>
                </a:ext>
              </a:extLst>
            </p:cNvPr>
            <p:cNvSpPr txBox="1"/>
            <p:nvPr/>
          </p:nvSpPr>
          <p:spPr>
            <a:xfrm rot="1500000">
              <a:off x="8565159" y="12093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إعداد خطة عمل شاملة </a:t>
              </a:r>
            </a:p>
          </p:txBody>
        </p:sp>
        <p:sp>
          <p:nvSpPr>
            <p:cNvPr id="17" name="TextBox 16">
              <a:extLst>
                <a:ext uri="{FF2B5EF4-FFF2-40B4-BE49-F238E27FC236}">
                  <a16:creationId xmlns:a16="http://schemas.microsoft.com/office/drawing/2014/main" id="{F2A46B12-8059-D18E-9334-3A7D8A87A7E6}"/>
                </a:ext>
              </a:extLst>
            </p:cNvPr>
            <p:cNvSpPr txBox="1"/>
            <p:nvPr/>
          </p:nvSpPr>
          <p:spPr>
            <a:xfrm rot="1500000">
              <a:off x="7413678" y="12004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إعداد وثيقة ميثاق المشروع واعتمادها</a:t>
              </a:r>
            </a:p>
          </p:txBody>
        </p:sp>
        <p:sp>
          <p:nvSpPr>
            <p:cNvPr id="18" name="TextBox 17">
              <a:extLst>
                <a:ext uri="{FF2B5EF4-FFF2-40B4-BE49-F238E27FC236}">
                  <a16:creationId xmlns:a16="http://schemas.microsoft.com/office/drawing/2014/main" id="{880B2AD4-EB7E-32EE-B12A-B5C876A1567B}"/>
                </a:ext>
              </a:extLst>
            </p:cNvPr>
            <p:cNvSpPr txBox="1"/>
            <p:nvPr/>
          </p:nvSpPr>
          <p:spPr>
            <a:xfrm rot="1500000">
              <a:off x="9070220" y="1200474"/>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مواءمة نطاق المشروع مع الضوابط</a:t>
              </a:r>
            </a:p>
          </p:txBody>
        </p:sp>
      </p:grpSp>
      <p:sp>
        <p:nvSpPr>
          <p:cNvPr id="24" name="Rectangle 23">
            <a:extLst>
              <a:ext uri="{FF2B5EF4-FFF2-40B4-BE49-F238E27FC236}">
                <a16:creationId xmlns:a16="http://schemas.microsoft.com/office/drawing/2014/main" id="{07A12D83-AFEF-E53E-9612-A3728BAD456E}"/>
              </a:ext>
            </a:extLst>
          </p:cNvPr>
          <p:cNvSpPr/>
          <p:nvPr/>
        </p:nvSpPr>
        <p:spPr>
          <a:xfrm>
            <a:off x="1981199" y="6734175"/>
            <a:ext cx="7648575" cy="123825"/>
          </a:xfrm>
          <a:prstGeom prst="rect">
            <a:avLst/>
          </a:prstGeom>
          <a:solidFill>
            <a:srgbClr val="007B8B"/>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25" name="Rectangle 24">
            <a:extLst>
              <a:ext uri="{FF2B5EF4-FFF2-40B4-BE49-F238E27FC236}">
                <a16:creationId xmlns:a16="http://schemas.microsoft.com/office/drawing/2014/main" id="{12A1B274-E2AD-64F2-694F-BEC38CC4E7C2}"/>
              </a:ext>
            </a:extLst>
          </p:cNvPr>
          <p:cNvSpPr/>
          <p:nvPr/>
        </p:nvSpPr>
        <p:spPr>
          <a:xfrm>
            <a:off x="10210801" y="6734175"/>
            <a:ext cx="733424" cy="135196"/>
          </a:xfrm>
          <a:prstGeom prst="rect">
            <a:avLst/>
          </a:prstGeom>
          <a:solidFill>
            <a:srgbClr val="49BBB8"/>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26" name="TextBox 25">
            <a:hlinkClick r:id="rId3" action="ppaction://hlinksldjump"/>
            <a:extLst>
              <a:ext uri="{FF2B5EF4-FFF2-40B4-BE49-F238E27FC236}">
                <a16:creationId xmlns:a16="http://schemas.microsoft.com/office/drawing/2014/main" id="{B6B2C5D2-C9D2-4D63-0D06-6AC22B584C57}"/>
              </a:ext>
            </a:extLst>
          </p:cNvPr>
          <p:cNvSpPr txBox="1"/>
          <p:nvPr/>
        </p:nvSpPr>
        <p:spPr>
          <a:xfrm>
            <a:off x="10158413" y="6395621"/>
            <a:ext cx="838199" cy="338554"/>
          </a:xfrm>
          <a:prstGeom prst="rect">
            <a:avLst/>
          </a:prstGeom>
          <a:noFill/>
        </p:spPr>
        <p:txBody>
          <a:bodyPr wrap="square" rtlCol="0">
            <a:spAutoFit/>
          </a:bodyPr>
          <a:lstStyle/>
          <a:p>
            <a:pPr algn="ctr" rtl="1"/>
            <a:r>
              <a:rPr lang="ar-EG" sz="800" b="1" dirty="0">
                <a:solidFill>
                  <a:srgbClr val="49BBB8"/>
                </a:solidFill>
                <a:latin typeface="Cairo" pitchFamily="2" charset="-78"/>
                <a:cs typeface="Cairo" pitchFamily="2" charset="-78"/>
              </a:rPr>
              <a:t>العودة</a:t>
            </a:r>
            <a:r>
              <a:rPr lang="en-US" sz="800" b="1" dirty="0">
                <a:solidFill>
                  <a:srgbClr val="49BBB8"/>
                </a:solidFill>
                <a:latin typeface="Cairo" pitchFamily="2" charset="-78"/>
                <a:cs typeface="Cairo" pitchFamily="2" charset="-78"/>
              </a:rPr>
              <a:t> </a:t>
            </a:r>
            <a:r>
              <a:rPr lang="ar-EG" sz="800" b="1" dirty="0">
                <a:solidFill>
                  <a:srgbClr val="49BBB8"/>
                </a:solidFill>
                <a:latin typeface="Cairo" pitchFamily="2" charset="-78"/>
                <a:cs typeface="Cairo" pitchFamily="2" charset="-78"/>
              </a:rPr>
              <a:t>لصفحة  المحتويات</a:t>
            </a:r>
            <a:endParaRPr lang="en-US" sz="800" b="1" dirty="0">
              <a:solidFill>
                <a:srgbClr val="49BBB8"/>
              </a:solidFill>
              <a:latin typeface="Cairo" pitchFamily="2" charset="-78"/>
              <a:cs typeface="Cairo" pitchFamily="2" charset="-78"/>
            </a:endParaRPr>
          </a:p>
        </p:txBody>
      </p:sp>
      <p:sp>
        <p:nvSpPr>
          <p:cNvPr id="50" name="TextBox 49">
            <a:extLst>
              <a:ext uri="{FF2B5EF4-FFF2-40B4-BE49-F238E27FC236}">
                <a16:creationId xmlns:a16="http://schemas.microsoft.com/office/drawing/2014/main" id="{87F27C08-625A-4EF5-C25D-9E8658D3E366}"/>
              </a:ext>
            </a:extLst>
          </p:cNvPr>
          <p:cNvSpPr txBox="1"/>
          <p:nvPr/>
        </p:nvSpPr>
        <p:spPr>
          <a:xfrm>
            <a:off x="1951879" y="1786790"/>
            <a:ext cx="8148918"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عقد اجتماع انطلاقة (</a:t>
            </a:r>
            <a:r>
              <a:rPr lang="en-US" sz="1100" b="1" dirty="0">
                <a:latin typeface="Cairo" pitchFamily="2" charset="-78"/>
                <a:cs typeface="Cairo" pitchFamily="2" charset="-78"/>
              </a:rPr>
              <a:t>Kick-off</a:t>
            </a:r>
            <a:r>
              <a:rPr lang="ar-EG" sz="1100" b="1" dirty="0">
                <a:latin typeface="Cairo" pitchFamily="2" charset="-78"/>
                <a:cs typeface="Cairo" pitchFamily="2" charset="-78"/>
              </a:rPr>
              <a:t>) وتحديد أصحاب المصلحة ومسؤولياتهم</a:t>
            </a:r>
            <a:endParaRPr lang="en-US" sz="1100" b="1" dirty="0">
              <a:latin typeface="Cairo" pitchFamily="2" charset="-78"/>
              <a:cs typeface="Cairo" pitchFamily="2" charset="-78"/>
            </a:endParaRPr>
          </a:p>
        </p:txBody>
      </p:sp>
      <p:sp>
        <p:nvSpPr>
          <p:cNvPr id="53" name="Slide Number Placeholder 3">
            <a:extLst>
              <a:ext uri="{FF2B5EF4-FFF2-40B4-BE49-F238E27FC236}">
                <a16:creationId xmlns:a16="http://schemas.microsoft.com/office/drawing/2014/main" id="{3806B209-4361-33CA-AA1F-D5BCEF6571C9}"/>
              </a:ext>
            </a:extLst>
          </p:cNvPr>
          <p:cNvSpPr txBox="1">
            <a:spLocks/>
          </p:cNvSpPr>
          <p:nvPr/>
        </p:nvSpPr>
        <p:spPr>
          <a:xfrm>
            <a:off x="9258085" y="6503115"/>
            <a:ext cx="356721" cy="22119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8DA4F446-54BD-47E9-8F45-E0EC829FD260}" type="slidenum">
              <a:rPr lang="en-US" sz="1000" b="1" smtClean="0">
                <a:latin typeface="Cairo" pitchFamily="2" charset="-78"/>
                <a:cs typeface="Cairo" pitchFamily="2" charset="-78"/>
              </a:rPr>
              <a:pPr algn="ctr"/>
              <a:t>5</a:t>
            </a:fld>
            <a:endParaRPr lang="en-US" sz="1000" b="1" dirty="0">
              <a:latin typeface="Cairo" pitchFamily="2" charset="-78"/>
              <a:cs typeface="Cairo" pitchFamily="2" charset="-78"/>
            </a:endParaRPr>
          </a:p>
        </p:txBody>
      </p:sp>
      <p:sp>
        <p:nvSpPr>
          <p:cNvPr id="54" name="TextBox 53">
            <a:extLst>
              <a:ext uri="{FF2B5EF4-FFF2-40B4-BE49-F238E27FC236}">
                <a16:creationId xmlns:a16="http://schemas.microsoft.com/office/drawing/2014/main" id="{B8C17C61-A10F-F6DE-5457-FD0B0E90B1CC}"/>
              </a:ext>
            </a:extLst>
          </p:cNvPr>
          <p:cNvSpPr txBox="1"/>
          <p:nvPr/>
        </p:nvSpPr>
        <p:spPr>
          <a:xfrm>
            <a:off x="978408" y="2111358"/>
            <a:ext cx="8951112" cy="600164"/>
          </a:xfrm>
          <a:prstGeom prst="rect">
            <a:avLst/>
          </a:prstGeom>
          <a:noFill/>
        </p:spPr>
        <p:txBody>
          <a:bodyPr wrap="square" rtlCol="0">
            <a:spAutoFit/>
          </a:bodyPr>
          <a:lstStyle/>
          <a:p>
            <a:pPr algn="justLow" rtl="1"/>
            <a:r>
              <a:rPr lang="ar-EG" sz="1100" dirty="0">
                <a:latin typeface="Cairo" pitchFamily="2" charset="-78"/>
                <a:cs typeface="Cairo" pitchFamily="2" charset="-78"/>
              </a:rPr>
              <a:t>تهدف هذه الخطوة إلى إطلاق المشروع بشكل رسمي من خلال عقد اجتماع انطلاقة (</a:t>
            </a:r>
            <a:r>
              <a:rPr lang="en-US" sz="1100" dirty="0">
                <a:latin typeface="Cairo" pitchFamily="2" charset="-78"/>
                <a:cs typeface="Cairo" pitchFamily="2" charset="-78"/>
              </a:rPr>
              <a:t>Kick-off Meeting</a:t>
            </a:r>
            <a:r>
              <a:rPr lang="ar-EG" sz="1100" dirty="0">
                <a:latin typeface="Cairo" pitchFamily="2" charset="-78"/>
                <a:cs typeface="Cairo" pitchFamily="2" charset="-78"/>
              </a:rPr>
              <a:t>) يضم فريق المشروع وممثلي الجهة المستفيدة وأصحاب المصلحة الرئيسيين. يهدف الاجتماع إلى توحيد الرؤية، توضيح الأدوار والمسؤوليات، مناقشة خطة العمل، وضمان الالتزام الجماعي بتحقيق أهداف المشروع.</a:t>
            </a:r>
          </a:p>
        </p:txBody>
      </p:sp>
      <p:sp>
        <p:nvSpPr>
          <p:cNvPr id="55" name="TextBox 54">
            <a:extLst>
              <a:ext uri="{FF2B5EF4-FFF2-40B4-BE49-F238E27FC236}">
                <a16:creationId xmlns:a16="http://schemas.microsoft.com/office/drawing/2014/main" id="{D16E55E2-AC71-E94D-7DEF-4C66BBCEBF1C}"/>
              </a:ext>
            </a:extLst>
          </p:cNvPr>
          <p:cNvSpPr txBox="1"/>
          <p:nvPr/>
        </p:nvSpPr>
        <p:spPr>
          <a:xfrm>
            <a:off x="5693286" y="2810242"/>
            <a:ext cx="4393591"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آلية التنفيذ: </a:t>
            </a:r>
          </a:p>
        </p:txBody>
      </p:sp>
      <p:graphicFrame>
        <p:nvGraphicFramePr>
          <p:cNvPr id="56" name="Diagram 55">
            <a:extLst>
              <a:ext uri="{FF2B5EF4-FFF2-40B4-BE49-F238E27FC236}">
                <a16:creationId xmlns:a16="http://schemas.microsoft.com/office/drawing/2014/main" id="{E7FF393C-4827-FCD5-2907-598904A3895F}"/>
              </a:ext>
            </a:extLst>
          </p:cNvPr>
          <p:cNvGraphicFramePr/>
          <p:nvPr/>
        </p:nvGraphicFramePr>
        <p:xfrm>
          <a:off x="516213" y="3325606"/>
          <a:ext cx="3788057" cy="27373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7" name="TextBox 56">
            <a:extLst>
              <a:ext uri="{FF2B5EF4-FFF2-40B4-BE49-F238E27FC236}">
                <a16:creationId xmlns:a16="http://schemas.microsoft.com/office/drawing/2014/main" id="{91F33697-EDB0-CDE2-FEB3-9108998F8522}"/>
              </a:ext>
            </a:extLst>
          </p:cNvPr>
          <p:cNvSpPr txBox="1"/>
          <p:nvPr/>
        </p:nvSpPr>
        <p:spPr>
          <a:xfrm>
            <a:off x="278288" y="2798835"/>
            <a:ext cx="3700274"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الأدوات المستخدمة : ​</a:t>
            </a:r>
          </a:p>
        </p:txBody>
      </p:sp>
      <p:graphicFrame>
        <p:nvGraphicFramePr>
          <p:cNvPr id="58" name="Diagram 57">
            <a:extLst>
              <a:ext uri="{FF2B5EF4-FFF2-40B4-BE49-F238E27FC236}">
                <a16:creationId xmlns:a16="http://schemas.microsoft.com/office/drawing/2014/main" id="{69E41190-12C1-A15C-F766-ADD1867DF1DD}"/>
              </a:ext>
            </a:extLst>
          </p:cNvPr>
          <p:cNvGraphicFramePr/>
          <p:nvPr/>
        </p:nvGraphicFramePr>
        <p:xfrm>
          <a:off x="4304270" y="3174523"/>
          <a:ext cx="5575281" cy="303953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9" name="TextBox 58">
            <a:extLst>
              <a:ext uri="{FF2B5EF4-FFF2-40B4-BE49-F238E27FC236}">
                <a16:creationId xmlns:a16="http://schemas.microsoft.com/office/drawing/2014/main" id="{D1042AF9-C177-D165-A4D9-9C33BDDB0860}"/>
              </a:ext>
            </a:extLst>
          </p:cNvPr>
          <p:cNvSpPr txBox="1"/>
          <p:nvPr/>
        </p:nvSpPr>
        <p:spPr>
          <a:xfrm>
            <a:off x="1981199" y="6518731"/>
            <a:ext cx="2743466" cy="215444"/>
          </a:xfrm>
          <a:prstGeom prst="rect">
            <a:avLst/>
          </a:prstGeom>
          <a:noFill/>
        </p:spPr>
        <p:txBody>
          <a:bodyPr wrap="square" rtlCol="0">
            <a:spAutoFit/>
          </a:bodyPr>
          <a:lstStyle/>
          <a:p>
            <a:pPr defTabSz="457211"/>
            <a:r>
              <a:rPr lang="ar-EG" sz="800" b="1" dirty="0">
                <a:latin typeface="Cairo" panose="020B0604020202020204" charset="-78"/>
                <a:cs typeface="Cairo" panose="020B0604020202020204" charset="-78"/>
              </a:rPr>
              <a:t>المرحلة الأولى </a:t>
            </a:r>
            <a:r>
              <a:rPr lang="ar-EG" sz="700" b="1" dirty="0">
                <a:solidFill>
                  <a:srgbClr val="4BC0B0"/>
                </a:solidFill>
                <a:latin typeface="Cairo" panose="020B0604020202020204" charset="-78"/>
                <a:cs typeface="Cairo" panose="020B0604020202020204" charset="-78"/>
              </a:rPr>
              <a:t>التأسيس والتخطيط</a:t>
            </a:r>
            <a:endParaRPr lang="ar-EG" sz="700" kern="1200" dirty="0">
              <a:solidFill>
                <a:srgbClr val="4BC0B0"/>
              </a:solidFill>
              <a:latin typeface="Cairo" panose="020B0604020202020204" charset="-78"/>
              <a:cs typeface="Cairo" panose="020B0604020202020204" charset="-78"/>
            </a:endParaRPr>
          </a:p>
        </p:txBody>
      </p:sp>
    </p:spTree>
    <p:extLst>
      <p:ext uri="{BB962C8B-B14F-4D97-AF65-F5344CB8AC3E}">
        <p14:creationId xmlns:p14="http://schemas.microsoft.com/office/powerpoint/2010/main" val="1918027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A3963-2D24-D7FC-D585-CE8FB49597B8}"/>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4CA358C6-49E9-654A-51D3-DEA3D0714543}"/>
              </a:ext>
            </a:extLst>
          </p:cNvPr>
          <p:cNvGrpSpPr/>
          <p:nvPr/>
        </p:nvGrpSpPr>
        <p:grpSpPr>
          <a:xfrm>
            <a:off x="9797643" y="393043"/>
            <a:ext cx="2343035" cy="5101796"/>
            <a:chOff x="9797643" y="393043"/>
            <a:chExt cx="2343035" cy="5101796"/>
          </a:xfrm>
        </p:grpSpPr>
        <p:grpSp>
          <p:nvGrpSpPr>
            <p:cNvPr id="28" name="Group 27">
              <a:extLst>
                <a:ext uri="{FF2B5EF4-FFF2-40B4-BE49-F238E27FC236}">
                  <a16:creationId xmlns:a16="http://schemas.microsoft.com/office/drawing/2014/main" id="{C01EA42B-F535-5BD4-6055-EC2BF874DB9F}"/>
                </a:ext>
              </a:extLst>
            </p:cNvPr>
            <p:cNvGrpSpPr/>
            <p:nvPr/>
          </p:nvGrpSpPr>
          <p:grpSpPr>
            <a:xfrm>
              <a:off x="10244234" y="393043"/>
              <a:ext cx="1896444" cy="5101796"/>
              <a:chOff x="10244234" y="393043"/>
              <a:chExt cx="1896444" cy="5101796"/>
            </a:xfrm>
          </p:grpSpPr>
          <p:sp>
            <p:nvSpPr>
              <p:cNvPr id="30" name="Rectangle 29">
                <a:extLst>
                  <a:ext uri="{FF2B5EF4-FFF2-40B4-BE49-F238E27FC236}">
                    <a16:creationId xmlns:a16="http://schemas.microsoft.com/office/drawing/2014/main" id="{1C25842C-2A7C-BB9D-85D9-B9AB8AA338CE}"/>
                  </a:ext>
                </a:extLst>
              </p:cNvPr>
              <p:cNvSpPr/>
              <p:nvPr/>
            </p:nvSpPr>
            <p:spPr>
              <a:xfrm>
                <a:off x="10244234" y="393043"/>
                <a:ext cx="1896444" cy="5101796"/>
              </a:xfrm>
              <a:prstGeom prst="rect">
                <a:avLst/>
              </a:prstGeom>
              <a:solidFill>
                <a:schemeClr val="bg1"/>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latin typeface="Sakkal Majalla" panose="02000000000000000000" pitchFamily="2" charset="-78"/>
                  <a:cs typeface="Sakkal Majalla" panose="02000000000000000000" pitchFamily="2" charset="-78"/>
                </a:endParaRPr>
              </a:p>
            </p:txBody>
          </p:sp>
          <p:sp>
            <p:nvSpPr>
              <p:cNvPr id="31" name="Rectangle 30">
                <a:extLst>
                  <a:ext uri="{FF2B5EF4-FFF2-40B4-BE49-F238E27FC236}">
                    <a16:creationId xmlns:a16="http://schemas.microsoft.com/office/drawing/2014/main" id="{9C7593BD-A843-7C95-3ECD-28E78B1F4458}"/>
                  </a:ext>
                </a:extLst>
              </p:cNvPr>
              <p:cNvSpPr/>
              <p:nvPr/>
            </p:nvSpPr>
            <p:spPr>
              <a:xfrm>
                <a:off x="10331818" y="2048400"/>
                <a:ext cx="1711518" cy="988732"/>
              </a:xfrm>
              <a:prstGeom prst="rect">
                <a:avLst/>
              </a:prstGeom>
              <a:effectLst>
                <a:glow rad="254000">
                  <a:schemeClr val="accent4">
                    <a:satMod val="175000"/>
                    <a:alpha val="40000"/>
                  </a:schemeClr>
                </a:glow>
              </a:effectLst>
            </p:spPr>
            <p:txBody>
              <a:bodyPr wrap="square" lIns="0" tIns="0" rIns="0" bIns="0">
                <a:spAutoFit/>
              </a:bodyPr>
              <a:lstStyle/>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مواءمة نطاق المشروع مع الضوابط</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خطة عمل شاملة </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عقد اجتماع انطلاقة وتحديد أصحاب المصلحة</a:t>
                </a:r>
              </a:p>
              <a:p>
                <a:pPr marL="228600" indent="-228600" algn="r" rtl="1">
                  <a:lnSpc>
                    <a:spcPct val="150000"/>
                  </a:lnSpc>
                  <a:spcBef>
                    <a:spcPts val="600"/>
                  </a:spcBef>
                  <a:buAutoNum type="arabicPeriod"/>
                </a:pPr>
                <a:r>
                  <a:rPr lang="ar-EG" sz="600" b="1" dirty="0">
                    <a:latin typeface="Cairo" panose="020B0604020202020204" charset="-78"/>
                    <a:cs typeface="Cairo" panose="020B0604020202020204" charset="-78"/>
                  </a:rPr>
                  <a:t>إعداد وثيقة ميثاق المشروع واعتمادها</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ملخص المرحلة الأولى</a:t>
                </a:r>
              </a:p>
            </p:txBody>
          </p:sp>
        </p:grpSp>
        <p:sp>
          <p:nvSpPr>
            <p:cNvPr id="29" name="Callout: Left Arrow 28">
              <a:extLst>
                <a:ext uri="{FF2B5EF4-FFF2-40B4-BE49-F238E27FC236}">
                  <a16:creationId xmlns:a16="http://schemas.microsoft.com/office/drawing/2014/main" id="{118A40F0-9617-ADE3-2A94-8D645E42815B}"/>
                </a:ext>
              </a:extLst>
            </p:cNvPr>
            <p:cNvSpPr/>
            <p:nvPr/>
          </p:nvSpPr>
          <p:spPr>
            <a:xfrm>
              <a:off x="9797643" y="722748"/>
              <a:ext cx="1809750" cy="451071"/>
            </a:xfrm>
            <a:prstGeom prst="leftArrowCallout">
              <a:avLst>
                <a:gd name="adj1" fmla="val 29809"/>
                <a:gd name="adj2" fmla="val 21943"/>
                <a:gd name="adj3" fmla="val 69139"/>
                <a:gd name="adj4" fmla="val 76205"/>
              </a:avLst>
            </a:prstGeom>
            <a:solidFill>
              <a:srgbClr val="4BC0B0"/>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95324" rtl="1"/>
              <a:r>
                <a:rPr lang="ar-EG" sz="1400" b="1" dirty="0">
                  <a:solidFill>
                    <a:schemeClr val="bg1"/>
                  </a:solidFill>
                  <a:latin typeface="Cairo" panose="020B0604020202020204" charset="-78"/>
                  <a:cs typeface="Cairo" panose="020B0604020202020204" charset="-78"/>
                </a:rPr>
                <a:t>المرحلة الأولى</a:t>
              </a:r>
              <a:endParaRPr lang="en-US" sz="1400" b="1" dirty="0">
                <a:solidFill>
                  <a:schemeClr val="bg1"/>
                </a:solidFill>
                <a:latin typeface="Cairo" panose="020B0604020202020204" charset="-78"/>
                <a:cs typeface="Cairo" panose="020B0604020202020204" charset="-78"/>
              </a:endParaRPr>
            </a:p>
          </p:txBody>
        </p:sp>
      </p:grpSp>
      <p:pic>
        <p:nvPicPr>
          <p:cNvPr id="2" name="Picture 1" descr="A black rectangular sign with blue text and numbers&#10;&#10;Description automatically generated">
            <a:extLst>
              <a:ext uri="{FF2B5EF4-FFF2-40B4-BE49-F238E27FC236}">
                <a16:creationId xmlns:a16="http://schemas.microsoft.com/office/drawing/2014/main" id="{EF5EA684-D8E8-D645-2AE0-84451DD791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75028"/>
            <a:ext cx="1398445" cy="882971"/>
          </a:xfrm>
          <a:prstGeom prst="rect">
            <a:avLst/>
          </a:prstGeom>
        </p:spPr>
      </p:pic>
      <p:grpSp>
        <p:nvGrpSpPr>
          <p:cNvPr id="24" name="Group 23">
            <a:extLst>
              <a:ext uri="{FF2B5EF4-FFF2-40B4-BE49-F238E27FC236}">
                <a16:creationId xmlns:a16="http://schemas.microsoft.com/office/drawing/2014/main" id="{33634C4E-5AB3-8D34-BD83-D1B28490EB9C}"/>
              </a:ext>
            </a:extLst>
          </p:cNvPr>
          <p:cNvGrpSpPr/>
          <p:nvPr/>
        </p:nvGrpSpPr>
        <p:grpSpPr>
          <a:xfrm>
            <a:off x="6768215" y="308944"/>
            <a:ext cx="2922981" cy="1199840"/>
            <a:chOff x="6768215" y="308944"/>
            <a:chExt cx="2922981" cy="1199840"/>
          </a:xfrm>
        </p:grpSpPr>
        <p:sp>
          <p:nvSpPr>
            <p:cNvPr id="3" name="Rectangle 2">
              <a:extLst>
                <a:ext uri="{FF2B5EF4-FFF2-40B4-BE49-F238E27FC236}">
                  <a16:creationId xmlns:a16="http://schemas.microsoft.com/office/drawing/2014/main" id="{1E46ED8B-F611-0F08-C9A7-C8590E8F174B}"/>
                </a:ext>
              </a:extLst>
            </p:cNvPr>
            <p:cNvSpPr/>
            <p:nvPr/>
          </p:nvSpPr>
          <p:spPr>
            <a:xfrm rot="12300000" flipV="1">
              <a:off x="8554197"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 name="Rectangle 4">
              <a:extLst>
                <a:ext uri="{FF2B5EF4-FFF2-40B4-BE49-F238E27FC236}">
                  <a16:creationId xmlns:a16="http://schemas.microsoft.com/office/drawing/2014/main" id="{5F167BC2-FDA7-8B46-B388-F981E70225A2}"/>
                </a:ext>
              </a:extLst>
            </p:cNvPr>
            <p:cNvSpPr/>
            <p:nvPr/>
          </p:nvSpPr>
          <p:spPr>
            <a:xfrm rot="12300000" flipV="1">
              <a:off x="8103056"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Rectangle 5">
              <a:extLst>
                <a:ext uri="{FF2B5EF4-FFF2-40B4-BE49-F238E27FC236}">
                  <a16:creationId xmlns:a16="http://schemas.microsoft.com/office/drawing/2014/main" id="{607C7071-659C-A714-9C9B-B2499BE119E5}"/>
                </a:ext>
              </a:extLst>
            </p:cNvPr>
            <p:cNvSpPr/>
            <p:nvPr/>
          </p:nvSpPr>
          <p:spPr>
            <a:xfrm rot="12300000" flipV="1">
              <a:off x="7645564" y="1208633"/>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 name="Rectangle 6">
              <a:extLst>
                <a:ext uri="{FF2B5EF4-FFF2-40B4-BE49-F238E27FC236}">
                  <a16:creationId xmlns:a16="http://schemas.microsoft.com/office/drawing/2014/main" id="{3144B26F-A010-F861-C24D-38CC68DD6FD5}"/>
                </a:ext>
              </a:extLst>
            </p:cNvPr>
            <p:cNvSpPr/>
            <p:nvPr/>
          </p:nvSpPr>
          <p:spPr>
            <a:xfrm rot="12300000" flipV="1">
              <a:off x="6768215" y="1208632"/>
              <a:ext cx="620976" cy="2994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Circle: Hollow 7">
              <a:extLst>
                <a:ext uri="{FF2B5EF4-FFF2-40B4-BE49-F238E27FC236}">
                  <a16:creationId xmlns:a16="http://schemas.microsoft.com/office/drawing/2014/main" id="{3EED3FF0-841F-09F2-6E5F-5C171F40F9DB}"/>
                </a:ext>
              </a:extLst>
            </p:cNvPr>
            <p:cNvSpPr/>
            <p:nvPr/>
          </p:nvSpPr>
          <p:spPr>
            <a:xfrm>
              <a:off x="7348200" y="643938"/>
              <a:ext cx="554540" cy="577464"/>
            </a:xfrm>
            <a:prstGeom prst="donut">
              <a:avLst>
                <a:gd name="adj" fmla="val 20000"/>
              </a:avLst>
            </a:prstGeom>
            <a:solidFill>
              <a:srgbClr val="4BC0B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9" name="Group 8">
              <a:extLst>
                <a:ext uri="{FF2B5EF4-FFF2-40B4-BE49-F238E27FC236}">
                  <a16:creationId xmlns:a16="http://schemas.microsoft.com/office/drawing/2014/main" id="{76CEFB69-9CE9-82A6-2369-04D8494E0581}"/>
                </a:ext>
              </a:extLst>
            </p:cNvPr>
            <p:cNvGrpSpPr/>
            <p:nvPr/>
          </p:nvGrpSpPr>
          <p:grpSpPr>
            <a:xfrm>
              <a:off x="7275021" y="308944"/>
              <a:ext cx="700897" cy="326834"/>
              <a:chOff x="3339917" y="320607"/>
              <a:chExt cx="700897" cy="326834"/>
            </a:xfrm>
          </p:grpSpPr>
          <p:sp>
            <p:nvSpPr>
              <p:cNvPr id="10" name="Rectangle 9">
                <a:extLst>
                  <a:ext uri="{FF2B5EF4-FFF2-40B4-BE49-F238E27FC236}">
                    <a16:creationId xmlns:a16="http://schemas.microsoft.com/office/drawing/2014/main" id="{944A7E08-4496-8B8F-D567-552615AC6E18}"/>
                  </a:ext>
                </a:extLst>
              </p:cNvPr>
              <p:cNvSpPr/>
              <p:nvPr/>
            </p:nvSpPr>
            <p:spPr>
              <a:xfrm>
                <a:off x="3339917" y="320607"/>
                <a:ext cx="700897" cy="32683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TextBox 10">
                <a:extLst>
                  <a:ext uri="{FF2B5EF4-FFF2-40B4-BE49-F238E27FC236}">
                    <a16:creationId xmlns:a16="http://schemas.microsoft.com/office/drawing/2014/main" id="{092EA0C9-2ECB-9D67-4661-5B9DFE5DAE90}"/>
                  </a:ext>
                </a:extLst>
              </p:cNvPr>
              <p:cNvSpPr txBox="1"/>
              <p:nvPr/>
            </p:nvSpPr>
            <p:spPr>
              <a:xfrm>
                <a:off x="3339917" y="320607"/>
                <a:ext cx="700897" cy="32683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1524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1" kern="1200" dirty="0">
                    <a:latin typeface="Cairo" panose="020B0604020202020204" charset="-78"/>
                    <a:cs typeface="Cairo" panose="020B0604020202020204" charset="-78"/>
                  </a:rPr>
                  <a:t>إعداد وثيقة ميثاق المشروع واعتمادها</a:t>
                </a:r>
              </a:p>
            </p:txBody>
          </p:sp>
        </p:grpSp>
        <p:sp>
          <p:nvSpPr>
            <p:cNvPr id="12" name="Oval 11">
              <a:extLst>
                <a:ext uri="{FF2B5EF4-FFF2-40B4-BE49-F238E27FC236}">
                  <a16:creationId xmlns:a16="http://schemas.microsoft.com/office/drawing/2014/main" id="{6B862B86-DFB9-407C-FE84-4A050659E768}"/>
                </a:ext>
              </a:extLst>
            </p:cNvPr>
            <p:cNvSpPr/>
            <p:nvPr/>
          </p:nvSpPr>
          <p:spPr>
            <a:xfrm>
              <a:off x="9114487" y="7917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841A4B25-0117-23B3-631A-C611DA48B485}"/>
                </a:ext>
              </a:extLst>
            </p:cNvPr>
            <p:cNvSpPr/>
            <p:nvPr/>
          </p:nvSpPr>
          <p:spPr>
            <a:xfrm>
              <a:off x="8579327" y="7917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76410295-03DE-CC8E-51B8-F8034EA27866}"/>
                </a:ext>
              </a:extLst>
            </p:cNvPr>
            <p:cNvSpPr/>
            <p:nvPr/>
          </p:nvSpPr>
          <p:spPr>
            <a:xfrm>
              <a:off x="8034540" y="782800"/>
              <a:ext cx="299740" cy="299740"/>
            </a:xfrm>
            <a:prstGeom prst="ellipse">
              <a:avLst/>
            </a:prstGeom>
            <a:solidFill>
              <a:srgbClr val="4BC0B0">
                <a:alpha val="38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6" name="TextBox 15">
              <a:extLst>
                <a:ext uri="{FF2B5EF4-FFF2-40B4-BE49-F238E27FC236}">
                  <a16:creationId xmlns:a16="http://schemas.microsoft.com/office/drawing/2014/main" id="{2D5D22D9-7FF2-DC56-D79B-A870397ACCEE}"/>
                </a:ext>
              </a:extLst>
            </p:cNvPr>
            <p:cNvSpPr txBox="1"/>
            <p:nvPr/>
          </p:nvSpPr>
          <p:spPr>
            <a:xfrm rot="1500000">
              <a:off x="8565159" y="12093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إعداد خطة عمل شاملة </a:t>
              </a:r>
            </a:p>
          </p:txBody>
        </p:sp>
        <p:sp>
          <p:nvSpPr>
            <p:cNvPr id="17" name="TextBox 16">
              <a:extLst>
                <a:ext uri="{FF2B5EF4-FFF2-40B4-BE49-F238E27FC236}">
                  <a16:creationId xmlns:a16="http://schemas.microsoft.com/office/drawing/2014/main" id="{BCED4A8D-00E3-90B4-2FE6-699C5EEF8B72}"/>
                </a:ext>
              </a:extLst>
            </p:cNvPr>
            <p:cNvSpPr txBox="1"/>
            <p:nvPr/>
          </p:nvSpPr>
          <p:spPr>
            <a:xfrm rot="1500000">
              <a:off x="8015902" y="1200473"/>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عقد اجتماع انطلاقة وتحديد أصحاب المصلحة</a:t>
              </a:r>
            </a:p>
          </p:txBody>
        </p:sp>
        <p:sp>
          <p:nvSpPr>
            <p:cNvPr id="18" name="TextBox 17">
              <a:extLst>
                <a:ext uri="{FF2B5EF4-FFF2-40B4-BE49-F238E27FC236}">
                  <a16:creationId xmlns:a16="http://schemas.microsoft.com/office/drawing/2014/main" id="{1A541475-916F-FA43-4466-0D1739B66342}"/>
                </a:ext>
              </a:extLst>
            </p:cNvPr>
            <p:cNvSpPr txBox="1"/>
            <p:nvPr/>
          </p:nvSpPr>
          <p:spPr>
            <a:xfrm rot="1500000">
              <a:off x="9070220" y="1200474"/>
              <a:ext cx="620976" cy="29941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0" rIns="0" bIns="0" numCol="1" spcCol="1270" anchor="ctr" anchorCtr="0">
              <a:noAutofit/>
            </a:bodyPr>
            <a:lstStyle/>
            <a:p>
              <a:pPr marL="0" lvl="0" indent="0" algn="ctr" defTabSz="266700" rtl="1">
                <a:lnSpc>
                  <a:spcPct val="90000"/>
                </a:lnSpc>
                <a:spcBef>
                  <a:spcPct val="0"/>
                </a:spcBef>
                <a:spcAft>
                  <a:spcPct val="35000"/>
                </a:spcAft>
                <a:buFont typeface="Arial" panose="020B0604020202020204" pitchFamily="34" charset="0"/>
                <a:buNone/>
              </a:pPr>
              <a:r>
                <a:rPr lang="ar-EG" sz="600" b="0" kern="1200" dirty="0">
                  <a:solidFill>
                    <a:schemeClr val="bg2">
                      <a:lumMod val="90000"/>
                    </a:schemeClr>
                  </a:solidFill>
                  <a:latin typeface="Cairo" panose="020B0604020202020204" charset="-78"/>
                  <a:cs typeface="Cairo" panose="020B0604020202020204" charset="-78"/>
                </a:rPr>
                <a:t>مواءمة نطاق المشروع مع الضوابط</a:t>
              </a:r>
            </a:p>
          </p:txBody>
        </p:sp>
      </p:grpSp>
      <p:sp>
        <p:nvSpPr>
          <p:cNvPr id="26" name="Slide Number Placeholder 3">
            <a:extLst>
              <a:ext uri="{FF2B5EF4-FFF2-40B4-BE49-F238E27FC236}">
                <a16:creationId xmlns:a16="http://schemas.microsoft.com/office/drawing/2014/main" id="{55ED671A-4A7A-85DD-BE19-C1A7A0BC49BC}"/>
              </a:ext>
            </a:extLst>
          </p:cNvPr>
          <p:cNvSpPr>
            <a:spLocks noGrp="1"/>
          </p:cNvSpPr>
          <p:nvPr>
            <p:ph type="sldNum" sz="quarter" idx="12"/>
          </p:nvPr>
        </p:nvSpPr>
        <p:spPr>
          <a:xfrm>
            <a:off x="8729197" y="6492875"/>
            <a:ext cx="2743200" cy="365125"/>
          </a:xfrm>
        </p:spPr>
        <p:txBody>
          <a:bodyPr/>
          <a:lstStyle/>
          <a:p>
            <a:fld id="{8DA4F446-54BD-47E9-8F45-E0EC829FD260}" type="slidenum">
              <a:rPr lang="en-US" b="1" smtClean="0">
                <a:latin typeface="Cairo" pitchFamily="2" charset="-78"/>
                <a:cs typeface="Cairo" pitchFamily="2" charset="-78"/>
              </a:rPr>
              <a:t>6</a:t>
            </a:fld>
            <a:endParaRPr lang="en-US" b="1" dirty="0">
              <a:latin typeface="Cairo" pitchFamily="2" charset="-78"/>
              <a:cs typeface="Cairo" pitchFamily="2" charset="-78"/>
            </a:endParaRPr>
          </a:p>
        </p:txBody>
      </p:sp>
      <p:sp>
        <p:nvSpPr>
          <p:cNvPr id="4" name="Rectangle 3">
            <a:extLst>
              <a:ext uri="{FF2B5EF4-FFF2-40B4-BE49-F238E27FC236}">
                <a16:creationId xmlns:a16="http://schemas.microsoft.com/office/drawing/2014/main" id="{C0DA3293-1EC5-7283-AFB6-6D95076FF810}"/>
              </a:ext>
            </a:extLst>
          </p:cNvPr>
          <p:cNvSpPr/>
          <p:nvPr/>
        </p:nvSpPr>
        <p:spPr>
          <a:xfrm>
            <a:off x="1981199" y="6734175"/>
            <a:ext cx="7648575" cy="123825"/>
          </a:xfrm>
          <a:prstGeom prst="rect">
            <a:avLst/>
          </a:prstGeom>
          <a:solidFill>
            <a:srgbClr val="007B8B"/>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23" name="Rectangle 22">
            <a:extLst>
              <a:ext uri="{FF2B5EF4-FFF2-40B4-BE49-F238E27FC236}">
                <a16:creationId xmlns:a16="http://schemas.microsoft.com/office/drawing/2014/main" id="{09B52F0B-57EB-3BD7-D340-8CEAB10CBD66}"/>
              </a:ext>
            </a:extLst>
          </p:cNvPr>
          <p:cNvSpPr/>
          <p:nvPr/>
        </p:nvSpPr>
        <p:spPr>
          <a:xfrm>
            <a:off x="10210801" y="6734175"/>
            <a:ext cx="733424" cy="135196"/>
          </a:xfrm>
          <a:prstGeom prst="rect">
            <a:avLst/>
          </a:prstGeom>
          <a:solidFill>
            <a:srgbClr val="49BBB8"/>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25" name="TextBox 24">
            <a:hlinkClick r:id="rId3" action="ppaction://hlinksldjump"/>
            <a:extLst>
              <a:ext uri="{FF2B5EF4-FFF2-40B4-BE49-F238E27FC236}">
                <a16:creationId xmlns:a16="http://schemas.microsoft.com/office/drawing/2014/main" id="{92684359-46B6-7841-8899-4186C1064C94}"/>
              </a:ext>
            </a:extLst>
          </p:cNvPr>
          <p:cNvSpPr txBox="1"/>
          <p:nvPr/>
        </p:nvSpPr>
        <p:spPr>
          <a:xfrm>
            <a:off x="10158413" y="6395621"/>
            <a:ext cx="838199" cy="338554"/>
          </a:xfrm>
          <a:prstGeom prst="rect">
            <a:avLst/>
          </a:prstGeom>
          <a:noFill/>
        </p:spPr>
        <p:txBody>
          <a:bodyPr wrap="square" rtlCol="0">
            <a:spAutoFit/>
          </a:bodyPr>
          <a:lstStyle/>
          <a:p>
            <a:pPr algn="ctr" rtl="1"/>
            <a:r>
              <a:rPr lang="ar-EG" sz="800" b="1" dirty="0">
                <a:solidFill>
                  <a:srgbClr val="49BBB8"/>
                </a:solidFill>
                <a:latin typeface="Cairo" pitchFamily="2" charset="-78"/>
                <a:cs typeface="Cairo" pitchFamily="2" charset="-78"/>
              </a:rPr>
              <a:t>العودة</a:t>
            </a:r>
            <a:r>
              <a:rPr lang="en-US" sz="800" b="1" dirty="0">
                <a:solidFill>
                  <a:srgbClr val="49BBB8"/>
                </a:solidFill>
                <a:latin typeface="Cairo" pitchFamily="2" charset="-78"/>
                <a:cs typeface="Cairo" pitchFamily="2" charset="-78"/>
              </a:rPr>
              <a:t> </a:t>
            </a:r>
            <a:r>
              <a:rPr lang="ar-EG" sz="800" b="1" dirty="0">
                <a:solidFill>
                  <a:srgbClr val="49BBB8"/>
                </a:solidFill>
                <a:latin typeface="Cairo" pitchFamily="2" charset="-78"/>
                <a:cs typeface="Cairo" pitchFamily="2" charset="-78"/>
              </a:rPr>
              <a:t>لصفحة  المحتويات</a:t>
            </a:r>
            <a:endParaRPr lang="en-US" sz="800" b="1" dirty="0">
              <a:solidFill>
                <a:srgbClr val="49BBB8"/>
              </a:solidFill>
              <a:latin typeface="Cairo" pitchFamily="2" charset="-78"/>
              <a:cs typeface="Cairo" pitchFamily="2" charset="-78"/>
            </a:endParaRPr>
          </a:p>
        </p:txBody>
      </p:sp>
      <p:sp>
        <p:nvSpPr>
          <p:cNvPr id="50" name="TextBox 49">
            <a:extLst>
              <a:ext uri="{FF2B5EF4-FFF2-40B4-BE49-F238E27FC236}">
                <a16:creationId xmlns:a16="http://schemas.microsoft.com/office/drawing/2014/main" id="{C7C01A1D-279D-F2D3-05DD-20E05D67A8C0}"/>
              </a:ext>
            </a:extLst>
          </p:cNvPr>
          <p:cNvSpPr txBox="1"/>
          <p:nvPr/>
        </p:nvSpPr>
        <p:spPr>
          <a:xfrm>
            <a:off x="1951879" y="1786790"/>
            <a:ext cx="8148918"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إعداد وثيقة ميثاق المشروع والاعتماد الرسمي لها</a:t>
            </a:r>
            <a:endParaRPr lang="en-US" sz="1100" b="1" dirty="0">
              <a:latin typeface="Cairo" pitchFamily="2" charset="-78"/>
              <a:cs typeface="Cairo" pitchFamily="2" charset="-78"/>
            </a:endParaRPr>
          </a:p>
        </p:txBody>
      </p:sp>
      <p:graphicFrame>
        <p:nvGraphicFramePr>
          <p:cNvPr id="60" name="Diagram 59">
            <a:extLst>
              <a:ext uri="{FF2B5EF4-FFF2-40B4-BE49-F238E27FC236}">
                <a16:creationId xmlns:a16="http://schemas.microsoft.com/office/drawing/2014/main" id="{2A178C5C-BA5A-1118-C94A-3BC17790643C}"/>
              </a:ext>
            </a:extLst>
          </p:cNvPr>
          <p:cNvGraphicFramePr/>
          <p:nvPr/>
        </p:nvGraphicFramePr>
        <p:xfrm>
          <a:off x="628650" y="3530151"/>
          <a:ext cx="4425906" cy="21972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3" name="Slide Number Placeholder 3">
            <a:extLst>
              <a:ext uri="{FF2B5EF4-FFF2-40B4-BE49-F238E27FC236}">
                <a16:creationId xmlns:a16="http://schemas.microsoft.com/office/drawing/2014/main" id="{E964FA67-8CB4-FDA3-E2A0-8B1EF6363408}"/>
              </a:ext>
            </a:extLst>
          </p:cNvPr>
          <p:cNvSpPr txBox="1">
            <a:spLocks/>
          </p:cNvSpPr>
          <p:nvPr/>
        </p:nvSpPr>
        <p:spPr>
          <a:xfrm>
            <a:off x="9258085" y="6503115"/>
            <a:ext cx="356721" cy="22119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8DA4F446-54BD-47E9-8F45-E0EC829FD260}" type="slidenum">
              <a:rPr lang="en-US" sz="1000" b="1" smtClean="0">
                <a:latin typeface="Cairo" pitchFamily="2" charset="-78"/>
                <a:cs typeface="Cairo" pitchFamily="2" charset="-78"/>
              </a:rPr>
              <a:pPr algn="ctr"/>
              <a:t>6</a:t>
            </a:fld>
            <a:endParaRPr lang="en-US" sz="1000" b="1" dirty="0">
              <a:latin typeface="Cairo" pitchFamily="2" charset="-78"/>
              <a:cs typeface="Cairo" pitchFamily="2" charset="-78"/>
            </a:endParaRPr>
          </a:p>
        </p:txBody>
      </p:sp>
      <p:sp>
        <p:nvSpPr>
          <p:cNvPr id="54" name="TextBox 53">
            <a:extLst>
              <a:ext uri="{FF2B5EF4-FFF2-40B4-BE49-F238E27FC236}">
                <a16:creationId xmlns:a16="http://schemas.microsoft.com/office/drawing/2014/main" id="{17BDB354-C1A8-DB44-6C78-0A84477FF3AB}"/>
              </a:ext>
            </a:extLst>
          </p:cNvPr>
          <p:cNvSpPr txBox="1"/>
          <p:nvPr/>
        </p:nvSpPr>
        <p:spPr>
          <a:xfrm>
            <a:off x="1981199" y="6518731"/>
            <a:ext cx="2743466" cy="215444"/>
          </a:xfrm>
          <a:prstGeom prst="rect">
            <a:avLst/>
          </a:prstGeom>
          <a:noFill/>
        </p:spPr>
        <p:txBody>
          <a:bodyPr wrap="square" rtlCol="0">
            <a:spAutoFit/>
          </a:bodyPr>
          <a:lstStyle/>
          <a:p>
            <a:pPr defTabSz="457211"/>
            <a:r>
              <a:rPr lang="ar-EG" sz="800" b="1" dirty="0">
                <a:latin typeface="Cairo" panose="020B0604020202020204" charset="-78"/>
                <a:cs typeface="Cairo" panose="020B0604020202020204" charset="-78"/>
              </a:rPr>
              <a:t>المرحلة الأولى </a:t>
            </a:r>
            <a:r>
              <a:rPr lang="ar-EG" sz="700" b="1" dirty="0">
                <a:solidFill>
                  <a:srgbClr val="4BC0B0"/>
                </a:solidFill>
                <a:latin typeface="Cairo" panose="020B0604020202020204" charset="-78"/>
                <a:cs typeface="Cairo" panose="020B0604020202020204" charset="-78"/>
              </a:rPr>
              <a:t>التأسيس والتخطيط</a:t>
            </a:r>
            <a:endParaRPr lang="ar-EG" sz="700" kern="1200" dirty="0">
              <a:solidFill>
                <a:srgbClr val="4BC0B0"/>
              </a:solidFill>
              <a:latin typeface="Cairo" panose="020B0604020202020204" charset="-78"/>
              <a:cs typeface="Cairo" panose="020B0604020202020204" charset="-78"/>
            </a:endParaRPr>
          </a:p>
        </p:txBody>
      </p:sp>
      <p:sp>
        <p:nvSpPr>
          <p:cNvPr id="55" name="TextBox 54">
            <a:extLst>
              <a:ext uri="{FF2B5EF4-FFF2-40B4-BE49-F238E27FC236}">
                <a16:creationId xmlns:a16="http://schemas.microsoft.com/office/drawing/2014/main" id="{E771DC08-074E-0115-8516-D8228FA08F23}"/>
              </a:ext>
            </a:extLst>
          </p:cNvPr>
          <p:cNvSpPr txBox="1"/>
          <p:nvPr/>
        </p:nvSpPr>
        <p:spPr>
          <a:xfrm>
            <a:off x="978408" y="2111358"/>
            <a:ext cx="8951112" cy="430887"/>
          </a:xfrm>
          <a:prstGeom prst="rect">
            <a:avLst/>
          </a:prstGeom>
          <a:noFill/>
        </p:spPr>
        <p:txBody>
          <a:bodyPr wrap="square" rtlCol="0">
            <a:spAutoFit/>
          </a:bodyPr>
          <a:lstStyle/>
          <a:p>
            <a:pPr algn="justLow" rtl="1"/>
            <a:r>
              <a:rPr lang="ar-EG" sz="1100" dirty="0">
                <a:latin typeface="Cairo" pitchFamily="2" charset="-78"/>
                <a:cs typeface="Cairo" pitchFamily="2" charset="-78"/>
              </a:rPr>
              <a:t>تهدف هذه الخطوة إلى إعداد وثيقة ميثاق المشروع (</a:t>
            </a:r>
            <a:r>
              <a:rPr lang="en-US" sz="1100" dirty="0">
                <a:latin typeface="Cairo" pitchFamily="2" charset="-78"/>
                <a:cs typeface="Cairo" pitchFamily="2" charset="-78"/>
              </a:rPr>
              <a:t>Project Charter</a:t>
            </a:r>
            <a:r>
              <a:rPr lang="ar-EG" sz="1100" dirty="0">
                <a:latin typeface="Cairo" pitchFamily="2" charset="-78"/>
                <a:cs typeface="Cairo" pitchFamily="2" charset="-78"/>
              </a:rPr>
              <a:t>) باعتبارها المرجع الرسمي الذي يحدد نطاق المشروع، أهدافه، مخرجاته، أدوار ومسؤوليات الفرق، والجدول الزمني المعتمد. يمثل الميثاق وثيقة التزام مشتركة بين فريق المشروع والجهة المستفيدة، ويعد شرطًا أساسيًا قبل بدء التنفيذ العملي.</a:t>
            </a:r>
          </a:p>
        </p:txBody>
      </p:sp>
      <p:sp>
        <p:nvSpPr>
          <p:cNvPr id="57" name="TextBox 56">
            <a:extLst>
              <a:ext uri="{FF2B5EF4-FFF2-40B4-BE49-F238E27FC236}">
                <a16:creationId xmlns:a16="http://schemas.microsoft.com/office/drawing/2014/main" id="{48DAF3ED-D2F2-397A-F5F8-9C46FC9E7D9E}"/>
              </a:ext>
            </a:extLst>
          </p:cNvPr>
          <p:cNvSpPr txBox="1"/>
          <p:nvPr/>
        </p:nvSpPr>
        <p:spPr>
          <a:xfrm>
            <a:off x="278288" y="2798835"/>
            <a:ext cx="3700274" cy="261610"/>
          </a:xfrm>
          <a:prstGeom prst="rect">
            <a:avLst/>
          </a:prstGeom>
          <a:noFill/>
        </p:spPr>
        <p:txBody>
          <a:bodyPr wrap="square" rtlCol="0">
            <a:spAutoFit/>
          </a:bodyPr>
          <a:lstStyle/>
          <a:p>
            <a:pPr marL="171450" indent="-171450" algn="r" rtl="1">
              <a:buClr>
                <a:srgbClr val="4BC0B0"/>
              </a:buClr>
              <a:buFont typeface="Wingdings" panose="05000000000000000000" pitchFamily="2" charset="2"/>
              <a:buChar char="v"/>
            </a:pPr>
            <a:r>
              <a:rPr lang="ar-EG" sz="1100" b="1" dirty="0">
                <a:latin typeface="Cairo" pitchFamily="2" charset="-78"/>
                <a:cs typeface="Cairo" pitchFamily="2" charset="-78"/>
              </a:rPr>
              <a:t>الأدوات المستخدمة : ​</a:t>
            </a:r>
          </a:p>
        </p:txBody>
      </p:sp>
      <p:graphicFrame>
        <p:nvGraphicFramePr>
          <p:cNvPr id="58" name="Diagram 57">
            <a:extLst>
              <a:ext uri="{FF2B5EF4-FFF2-40B4-BE49-F238E27FC236}">
                <a16:creationId xmlns:a16="http://schemas.microsoft.com/office/drawing/2014/main" id="{1DBF8814-85CD-ADEC-BD19-866F9C5ACB12}"/>
              </a:ext>
            </a:extLst>
          </p:cNvPr>
          <p:cNvGraphicFramePr/>
          <p:nvPr/>
        </p:nvGraphicFramePr>
        <p:xfrm>
          <a:off x="5371737" y="2841482"/>
          <a:ext cx="4425906" cy="348985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97424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98">
          <a:extLst>
            <a:ext uri="{FF2B5EF4-FFF2-40B4-BE49-F238E27FC236}">
              <a16:creationId xmlns:a16="http://schemas.microsoft.com/office/drawing/2014/main" id="{D323BF4B-8BD5-8688-3BC8-42A41B996CD7}"/>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9A46939-4C2C-ABE5-6A4D-E52E8F4C4550}"/>
              </a:ext>
            </a:extLst>
          </p:cNvPr>
          <p:cNvGrpSpPr/>
          <p:nvPr/>
        </p:nvGrpSpPr>
        <p:grpSpPr>
          <a:xfrm>
            <a:off x="5547292" y="3678140"/>
            <a:ext cx="4087368" cy="2774253"/>
            <a:chOff x="2327637" y="867292"/>
            <a:chExt cx="3390512" cy="3979200"/>
          </a:xfrm>
        </p:grpSpPr>
        <p:sp>
          <p:nvSpPr>
            <p:cNvPr id="9303" name="Google Shape;9303;p49">
              <a:extLst>
                <a:ext uri="{FF2B5EF4-FFF2-40B4-BE49-F238E27FC236}">
                  <a16:creationId xmlns:a16="http://schemas.microsoft.com/office/drawing/2014/main" id="{90B75595-00F3-81C5-C93F-E9C46D305D9A}"/>
                </a:ext>
              </a:extLst>
            </p:cNvPr>
            <p:cNvSpPr/>
            <p:nvPr/>
          </p:nvSpPr>
          <p:spPr>
            <a:xfrm>
              <a:off x="2327638" y="867292"/>
              <a:ext cx="3390511" cy="3979200"/>
            </a:xfrm>
            <a:prstGeom prst="roundRect">
              <a:avLst>
                <a:gd name="adj" fmla="val 0"/>
              </a:avLst>
            </a:prstGeom>
            <a:noFill/>
            <a:ln>
              <a:noFill/>
            </a:ln>
          </p:spPr>
          <p:txBody>
            <a:bodyPr spcFirstLastPara="1" wrap="square" lIns="132923" tIns="393877" rIns="132923" bIns="132923" anchor="t" anchorCtr="0">
              <a:noAutofit/>
            </a:bodyPr>
            <a:lstStyle/>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مواءمة نطاق المشروع مع المتطلبات الوطنية والدولية.​</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إعداد خطة عمل شاملة (</a:t>
              </a:r>
              <a:r>
                <a:rPr lang="en-US" sz="900" dirty="0">
                  <a:solidFill>
                    <a:schemeClr val="dk1"/>
                  </a:solidFill>
                  <a:latin typeface="Cairo" panose="020B0604020202020204" charset="-78"/>
                  <a:cs typeface="Cairo" panose="020B0604020202020204" charset="-78"/>
                  <a:sym typeface="Readex Pro"/>
                </a:rPr>
                <a:t>WBS، </a:t>
              </a:r>
              <a:r>
                <a:rPr lang="ar-EG" sz="900" dirty="0">
                  <a:solidFill>
                    <a:schemeClr val="dk1"/>
                  </a:solidFill>
                  <a:latin typeface="Cairo" panose="020B0604020202020204" charset="-78"/>
                  <a:cs typeface="Cairo" panose="020B0604020202020204" charset="-78"/>
                  <a:sym typeface="Readex Pro"/>
                </a:rPr>
                <a:t>خطة المخاطر، خطة الحوكمة).​</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عقد اجتماع انطلاقة رسمي</a:t>
              </a:r>
              <a:r>
                <a:rPr lang="en-US" sz="900" dirty="0">
                  <a:solidFill>
                    <a:schemeClr val="dk1"/>
                  </a:solidFill>
                  <a:latin typeface="Cairo" panose="020B0604020202020204" charset="-78"/>
                  <a:cs typeface="Cairo" panose="020B0604020202020204" charset="-78"/>
                  <a:sym typeface="Readex Pro"/>
                </a:rPr>
                <a:t>Kick-off) </a:t>
              </a:r>
              <a:r>
                <a:rPr lang="ar-EG" sz="900" dirty="0">
                  <a:solidFill>
                    <a:schemeClr val="dk1"/>
                  </a:solidFill>
                  <a:latin typeface="Cairo" panose="020B0604020202020204" charset="-78"/>
                  <a:cs typeface="Cairo" panose="020B0604020202020204" charset="-78"/>
                  <a:sym typeface="Readex Pro"/>
                </a:rPr>
                <a:t>)وتحديد أصحاب المصلحة.​</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إعداد وثيقة ميثاق المشروع واعتمادها من الجهة المستفيدة.​</a:t>
              </a:r>
            </a:p>
          </p:txBody>
        </p:sp>
        <p:grpSp>
          <p:nvGrpSpPr>
            <p:cNvPr id="4" name="Group 3">
              <a:extLst>
                <a:ext uri="{FF2B5EF4-FFF2-40B4-BE49-F238E27FC236}">
                  <a16:creationId xmlns:a16="http://schemas.microsoft.com/office/drawing/2014/main" id="{AC9DEA5C-931E-3AA2-3A69-155B0BFDAD27}"/>
                </a:ext>
              </a:extLst>
            </p:cNvPr>
            <p:cNvGrpSpPr/>
            <p:nvPr/>
          </p:nvGrpSpPr>
          <p:grpSpPr>
            <a:xfrm>
              <a:off x="2327637" y="925461"/>
              <a:ext cx="3294810" cy="466245"/>
              <a:chOff x="1891207" y="1411956"/>
              <a:chExt cx="2677034" cy="378823"/>
            </a:xfrm>
          </p:grpSpPr>
          <p:sp>
            <p:nvSpPr>
              <p:cNvPr id="9305" name="Google Shape;9305;p49">
                <a:extLst>
                  <a:ext uri="{FF2B5EF4-FFF2-40B4-BE49-F238E27FC236}">
                    <a16:creationId xmlns:a16="http://schemas.microsoft.com/office/drawing/2014/main" id="{A7E06EC7-6A53-FD8B-65B4-4F3A0D68C6FA}"/>
                  </a:ext>
                </a:extLst>
              </p:cNvPr>
              <p:cNvSpPr/>
              <p:nvPr/>
            </p:nvSpPr>
            <p:spPr>
              <a:xfrm>
                <a:off x="1891207" y="1411956"/>
                <a:ext cx="2677034" cy="378823"/>
              </a:xfrm>
              <a:prstGeom prst="roundRect">
                <a:avLst>
                  <a:gd name="adj" fmla="val 16667"/>
                </a:avLst>
              </a:prstGeom>
              <a:solidFill>
                <a:srgbClr val="4BC0B0">
                  <a:alpha val="60000"/>
                </a:srgbClr>
              </a:solidFill>
              <a:ln>
                <a:noFill/>
              </a:ln>
            </p:spPr>
            <p:txBody>
              <a:bodyPr spcFirstLastPara="1" wrap="square" lIns="112523" tIns="56246" rIns="112523" bIns="56246" anchor="ctr" anchorCtr="0">
                <a:noAutofit/>
              </a:bodyPr>
              <a:lstStyle/>
              <a:p>
                <a:pPr algn="justLow">
                  <a:buSzPts val="1800"/>
                </a:pPr>
                <a:endParaRPr lang="ar-EG" sz="900" dirty="0">
                  <a:solidFill>
                    <a:schemeClr val="lt1"/>
                  </a:solidFill>
                  <a:latin typeface="Cairo" panose="020B0604020202020204" charset="-78"/>
                  <a:ea typeface="Readex Pro"/>
                  <a:cs typeface="Cairo" panose="020B0604020202020204" charset="-78"/>
                  <a:sym typeface="Readex Pro"/>
                </a:endParaRPr>
              </a:p>
            </p:txBody>
          </p:sp>
          <p:sp>
            <p:nvSpPr>
              <p:cNvPr id="9306" name="Google Shape;9306;p49">
                <a:extLst>
                  <a:ext uri="{FF2B5EF4-FFF2-40B4-BE49-F238E27FC236}">
                    <a16:creationId xmlns:a16="http://schemas.microsoft.com/office/drawing/2014/main" id="{ACD8C7C0-41C6-2B8A-798D-BB6F08E7ED7F}"/>
                  </a:ext>
                </a:extLst>
              </p:cNvPr>
              <p:cNvSpPr txBox="1"/>
              <p:nvPr/>
            </p:nvSpPr>
            <p:spPr>
              <a:xfrm>
                <a:off x="2863219" y="1415009"/>
                <a:ext cx="1350864" cy="369965"/>
              </a:xfrm>
              <a:prstGeom prst="rect">
                <a:avLst/>
              </a:prstGeom>
              <a:noFill/>
              <a:ln>
                <a:noFill/>
              </a:ln>
            </p:spPr>
            <p:txBody>
              <a:bodyPr spcFirstLastPara="1" wrap="square" lIns="88615" tIns="88615" rIns="88615" bIns="88615" anchor="t" anchorCtr="0">
                <a:spAutoFit/>
              </a:bodyPr>
              <a:lstStyle/>
              <a:p>
                <a:pPr algn="justLow" rtl="1">
                  <a:buSzPts val="1200"/>
                </a:pPr>
                <a:r>
                  <a:rPr lang="ar-EG" sz="900" b="1" dirty="0">
                    <a:solidFill>
                      <a:schemeClr val="lt1"/>
                    </a:solidFill>
                    <a:latin typeface="Cairo" panose="020B0604020202020204" charset="-78"/>
                    <a:ea typeface="Readex Pro"/>
                    <a:cs typeface="Cairo" panose="020B0604020202020204" charset="-78"/>
                    <a:sym typeface="Readex Pro"/>
                  </a:rPr>
                  <a:t>الأنشطة الرئيسية</a:t>
                </a:r>
              </a:p>
            </p:txBody>
          </p:sp>
          <p:grpSp>
            <p:nvGrpSpPr>
              <p:cNvPr id="9307" name="Google Shape;9307;p49">
                <a:extLst>
                  <a:ext uri="{FF2B5EF4-FFF2-40B4-BE49-F238E27FC236}">
                    <a16:creationId xmlns:a16="http://schemas.microsoft.com/office/drawing/2014/main" id="{1AC732AA-62E4-E180-E8CE-D461319DD123}"/>
                  </a:ext>
                </a:extLst>
              </p:cNvPr>
              <p:cNvGrpSpPr/>
              <p:nvPr/>
            </p:nvGrpSpPr>
            <p:grpSpPr>
              <a:xfrm>
                <a:off x="4324479" y="1515514"/>
                <a:ext cx="179864" cy="179865"/>
                <a:chOff x="10068503" y="2203451"/>
                <a:chExt cx="291580" cy="291583"/>
              </a:xfrm>
            </p:grpSpPr>
            <p:sp>
              <p:nvSpPr>
                <p:cNvPr id="9308" name="Google Shape;9308;p49">
                  <a:extLst>
                    <a:ext uri="{FF2B5EF4-FFF2-40B4-BE49-F238E27FC236}">
                      <a16:creationId xmlns:a16="http://schemas.microsoft.com/office/drawing/2014/main" id="{BF4783E0-D497-0F16-B438-EE5CACF2135A}"/>
                    </a:ext>
                  </a:extLst>
                </p:cNvPr>
                <p:cNvSpPr/>
                <p:nvPr/>
              </p:nvSpPr>
              <p:spPr>
                <a:xfrm>
                  <a:off x="10119212" y="2258578"/>
                  <a:ext cx="190161" cy="181321"/>
                </a:xfrm>
                <a:custGeom>
                  <a:avLst/>
                  <a:gdLst/>
                  <a:ahLst/>
                  <a:cxnLst/>
                  <a:rect l="l" t="t" r="r" b="b"/>
                  <a:pathLst>
                    <a:path w="190161" h="181321" extrusionOk="0">
                      <a:moveTo>
                        <a:pt x="92696" y="198"/>
                      </a:moveTo>
                      <a:cubicBezTo>
                        <a:pt x="91256" y="773"/>
                        <a:pt x="90081" y="1874"/>
                        <a:pt x="89394" y="3264"/>
                      </a:cubicBezTo>
                      <a:lnTo>
                        <a:pt x="63465" y="55778"/>
                      </a:lnTo>
                      <a:lnTo>
                        <a:pt x="5413" y="64188"/>
                      </a:lnTo>
                      <a:cubicBezTo>
                        <a:pt x="1948" y="64691"/>
                        <a:pt x="-445" y="67925"/>
                        <a:pt x="70" y="71374"/>
                      </a:cubicBezTo>
                      <a:cubicBezTo>
                        <a:pt x="274" y="72740"/>
                        <a:pt x="925" y="74010"/>
                        <a:pt x="1923" y="74992"/>
                      </a:cubicBezTo>
                      <a:lnTo>
                        <a:pt x="43891" y="115887"/>
                      </a:lnTo>
                      <a:lnTo>
                        <a:pt x="33965" y="173624"/>
                      </a:lnTo>
                      <a:cubicBezTo>
                        <a:pt x="33376" y="177074"/>
                        <a:pt x="35698" y="180332"/>
                        <a:pt x="39151" y="180931"/>
                      </a:cubicBezTo>
                      <a:cubicBezTo>
                        <a:pt x="40522" y="181171"/>
                        <a:pt x="41933" y="180931"/>
                        <a:pt x="43164" y="180285"/>
                      </a:cubicBezTo>
                      <a:lnTo>
                        <a:pt x="95057" y="153045"/>
                      </a:lnTo>
                      <a:lnTo>
                        <a:pt x="146971" y="180308"/>
                      </a:lnTo>
                      <a:cubicBezTo>
                        <a:pt x="150071" y="181938"/>
                        <a:pt x="153907" y="180764"/>
                        <a:pt x="155541" y="177649"/>
                      </a:cubicBezTo>
                      <a:cubicBezTo>
                        <a:pt x="156195" y="176427"/>
                        <a:pt x="156417" y="175014"/>
                        <a:pt x="156180" y="173624"/>
                      </a:cubicBezTo>
                      <a:lnTo>
                        <a:pt x="146272" y="115887"/>
                      </a:lnTo>
                      <a:lnTo>
                        <a:pt x="188242" y="75040"/>
                      </a:lnTo>
                      <a:cubicBezTo>
                        <a:pt x="190753" y="72596"/>
                        <a:pt x="190808" y="68571"/>
                        <a:pt x="188365" y="66080"/>
                      </a:cubicBezTo>
                      <a:cubicBezTo>
                        <a:pt x="187394" y="65074"/>
                        <a:pt x="186127" y="64427"/>
                        <a:pt x="184752" y="64235"/>
                      </a:cubicBezTo>
                      <a:lnTo>
                        <a:pt x="126729" y="55778"/>
                      </a:lnTo>
                      <a:lnTo>
                        <a:pt x="100790" y="3264"/>
                      </a:lnTo>
                      <a:cubicBezTo>
                        <a:pt x="99321" y="270"/>
                        <a:pt x="95784" y="-1072"/>
                        <a:pt x="92696" y="198"/>
                      </a:cubicBezTo>
                      <a:close/>
                    </a:path>
                  </a:pathLst>
                </a:custGeom>
                <a:solidFill>
                  <a:schemeClr val="lt1"/>
                </a:solidFill>
                <a:ln>
                  <a:noFill/>
                </a:ln>
              </p:spPr>
              <p:txBody>
                <a:bodyPr spcFirstLastPara="1" wrap="square" lIns="112523" tIns="56246" rIns="112523" bIns="56246" anchor="ctr" anchorCtr="0">
                  <a:noAutofit/>
                </a:bodyPr>
                <a:lstStyle/>
                <a:p>
                  <a:pPr algn="justLow">
                    <a:buSzPts val="1800"/>
                  </a:pPr>
                  <a:endParaRPr lang="ar-EG" sz="900" dirty="0">
                    <a:solidFill>
                      <a:schemeClr val="dk1"/>
                    </a:solidFill>
                    <a:latin typeface="Cairo" panose="020B0604020202020204" charset="-78"/>
                    <a:ea typeface="Readex Pro"/>
                    <a:cs typeface="Cairo" panose="020B0604020202020204" charset="-78"/>
                    <a:sym typeface="Readex Pro"/>
                  </a:endParaRPr>
                </a:p>
              </p:txBody>
            </p:sp>
            <p:sp>
              <p:nvSpPr>
                <p:cNvPr id="9309" name="Google Shape;9309;p49">
                  <a:extLst>
                    <a:ext uri="{FF2B5EF4-FFF2-40B4-BE49-F238E27FC236}">
                      <a16:creationId xmlns:a16="http://schemas.microsoft.com/office/drawing/2014/main" id="{4AD277A5-5DE1-E394-EBAD-71C045C7EB34}"/>
                    </a:ext>
                  </a:extLst>
                </p:cNvPr>
                <p:cNvSpPr/>
                <p:nvPr/>
              </p:nvSpPr>
              <p:spPr>
                <a:xfrm>
                  <a:off x="10068503" y="2203451"/>
                  <a:ext cx="291580" cy="291583"/>
                </a:xfrm>
                <a:custGeom>
                  <a:avLst/>
                  <a:gdLst/>
                  <a:ahLst/>
                  <a:cxnLst/>
                  <a:rect l="l" t="t" r="r" b="b"/>
                  <a:pathLst>
                    <a:path w="291580" h="291583" extrusionOk="0">
                      <a:moveTo>
                        <a:pt x="101406" y="-280"/>
                      </a:moveTo>
                      <a:lnTo>
                        <a:pt x="38040" y="-232"/>
                      </a:lnTo>
                      <a:cubicBezTo>
                        <a:pt x="17081" y="-232"/>
                        <a:pt x="0" y="16802"/>
                        <a:pt x="0" y="37764"/>
                      </a:cubicBezTo>
                      <a:lnTo>
                        <a:pt x="0" y="99574"/>
                      </a:lnTo>
                      <a:cubicBezTo>
                        <a:pt x="0" y="103072"/>
                        <a:pt x="2837" y="105923"/>
                        <a:pt x="6338" y="105923"/>
                      </a:cubicBezTo>
                      <a:cubicBezTo>
                        <a:pt x="6338" y="105923"/>
                        <a:pt x="6338" y="105923"/>
                        <a:pt x="6338" y="105923"/>
                      </a:cubicBezTo>
                      <a:cubicBezTo>
                        <a:pt x="9838" y="105923"/>
                        <a:pt x="12676" y="103072"/>
                        <a:pt x="12676" y="99574"/>
                      </a:cubicBezTo>
                      <a:cubicBezTo>
                        <a:pt x="12676" y="99574"/>
                        <a:pt x="12676" y="99574"/>
                        <a:pt x="12676" y="99574"/>
                      </a:cubicBezTo>
                      <a:lnTo>
                        <a:pt x="12676" y="37764"/>
                      </a:lnTo>
                      <a:cubicBezTo>
                        <a:pt x="12676" y="23606"/>
                        <a:pt x="23884" y="12393"/>
                        <a:pt x="38040" y="12393"/>
                      </a:cubicBezTo>
                      <a:lnTo>
                        <a:pt x="101406" y="12393"/>
                      </a:lnTo>
                      <a:cubicBezTo>
                        <a:pt x="104907" y="12393"/>
                        <a:pt x="107744" y="9567"/>
                        <a:pt x="107744" y="6069"/>
                      </a:cubicBezTo>
                      <a:cubicBezTo>
                        <a:pt x="107744" y="2571"/>
                        <a:pt x="104907" y="-280"/>
                        <a:pt x="101406" y="-280"/>
                      </a:cubicBezTo>
                      <a:close/>
                      <a:moveTo>
                        <a:pt x="190136" y="-280"/>
                      </a:moveTo>
                      <a:cubicBezTo>
                        <a:pt x="186636" y="-280"/>
                        <a:pt x="183799" y="2547"/>
                        <a:pt x="183799" y="6045"/>
                      </a:cubicBezTo>
                      <a:cubicBezTo>
                        <a:pt x="183799" y="9567"/>
                        <a:pt x="186636" y="12393"/>
                        <a:pt x="190136" y="12393"/>
                      </a:cubicBezTo>
                      <a:lnTo>
                        <a:pt x="253553" y="12393"/>
                      </a:lnTo>
                      <a:cubicBezTo>
                        <a:pt x="267707" y="12393"/>
                        <a:pt x="278905" y="23581"/>
                        <a:pt x="278905" y="37740"/>
                      </a:cubicBezTo>
                      <a:lnTo>
                        <a:pt x="278905" y="99574"/>
                      </a:lnTo>
                      <a:cubicBezTo>
                        <a:pt x="278905" y="103072"/>
                        <a:pt x="281741" y="105899"/>
                        <a:pt x="285242" y="105899"/>
                      </a:cubicBezTo>
                      <a:cubicBezTo>
                        <a:pt x="288744" y="105899"/>
                        <a:pt x="291581" y="103072"/>
                        <a:pt x="291581" y="99574"/>
                      </a:cubicBezTo>
                      <a:lnTo>
                        <a:pt x="291533" y="37740"/>
                      </a:lnTo>
                      <a:cubicBezTo>
                        <a:pt x="291521" y="16778"/>
                        <a:pt x="274501" y="-256"/>
                        <a:pt x="253541" y="-256"/>
                      </a:cubicBezTo>
                      <a:close/>
                      <a:moveTo>
                        <a:pt x="6338" y="181963"/>
                      </a:moveTo>
                      <a:cubicBezTo>
                        <a:pt x="2838" y="181963"/>
                        <a:pt x="0" y="184790"/>
                        <a:pt x="0" y="188288"/>
                      </a:cubicBezTo>
                      <a:lnTo>
                        <a:pt x="0" y="253260"/>
                      </a:lnTo>
                      <a:cubicBezTo>
                        <a:pt x="0" y="274223"/>
                        <a:pt x="17081" y="291304"/>
                        <a:pt x="38040" y="291304"/>
                      </a:cubicBezTo>
                      <a:lnTo>
                        <a:pt x="101406" y="291304"/>
                      </a:lnTo>
                      <a:cubicBezTo>
                        <a:pt x="104907" y="291304"/>
                        <a:pt x="107744" y="288453"/>
                        <a:pt x="107744" y="284956"/>
                      </a:cubicBezTo>
                      <a:cubicBezTo>
                        <a:pt x="107744" y="281458"/>
                        <a:pt x="104907" y="278631"/>
                        <a:pt x="101406" y="278631"/>
                      </a:cubicBezTo>
                      <a:lnTo>
                        <a:pt x="38040" y="278631"/>
                      </a:lnTo>
                      <a:cubicBezTo>
                        <a:pt x="23884" y="278631"/>
                        <a:pt x="12676" y="267419"/>
                        <a:pt x="12676" y="253260"/>
                      </a:cubicBezTo>
                      <a:lnTo>
                        <a:pt x="12676" y="188288"/>
                      </a:lnTo>
                      <a:cubicBezTo>
                        <a:pt x="12676" y="184790"/>
                        <a:pt x="9838" y="181963"/>
                        <a:pt x="6338" y="181963"/>
                      </a:cubicBezTo>
                      <a:close/>
                      <a:moveTo>
                        <a:pt x="285242" y="181963"/>
                      </a:moveTo>
                      <a:cubicBezTo>
                        <a:pt x="281741" y="181963"/>
                        <a:pt x="278905" y="184790"/>
                        <a:pt x="278905" y="188288"/>
                      </a:cubicBezTo>
                      <a:lnTo>
                        <a:pt x="278905" y="253260"/>
                      </a:lnTo>
                      <a:cubicBezTo>
                        <a:pt x="278905" y="267419"/>
                        <a:pt x="267707" y="278631"/>
                        <a:pt x="253553" y="278631"/>
                      </a:cubicBezTo>
                      <a:lnTo>
                        <a:pt x="190136" y="278631"/>
                      </a:lnTo>
                      <a:cubicBezTo>
                        <a:pt x="186636" y="278631"/>
                        <a:pt x="183799" y="281458"/>
                        <a:pt x="183799" y="284956"/>
                      </a:cubicBezTo>
                      <a:cubicBezTo>
                        <a:pt x="183799" y="288453"/>
                        <a:pt x="186636" y="291304"/>
                        <a:pt x="190136" y="291304"/>
                      </a:cubicBezTo>
                      <a:lnTo>
                        <a:pt x="253553" y="291304"/>
                      </a:lnTo>
                      <a:cubicBezTo>
                        <a:pt x="274511" y="291304"/>
                        <a:pt x="291542" y="274223"/>
                        <a:pt x="291542" y="253260"/>
                      </a:cubicBezTo>
                      <a:lnTo>
                        <a:pt x="291566" y="188288"/>
                      </a:lnTo>
                      <a:cubicBezTo>
                        <a:pt x="291566" y="184790"/>
                        <a:pt x="288730" y="181963"/>
                        <a:pt x="285230" y="181963"/>
                      </a:cubicBezTo>
                      <a:close/>
                    </a:path>
                  </a:pathLst>
                </a:custGeom>
                <a:solidFill>
                  <a:schemeClr val="lt1"/>
                </a:solidFill>
                <a:ln>
                  <a:noFill/>
                </a:ln>
              </p:spPr>
              <p:txBody>
                <a:bodyPr spcFirstLastPara="1" wrap="square" lIns="112523" tIns="56246" rIns="112523" bIns="56246" anchor="ctr" anchorCtr="0">
                  <a:noAutofit/>
                </a:bodyPr>
                <a:lstStyle/>
                <a:p>
                  <a:pPr algn="justLow">
                    <a:buSzPts val="1800"/>
                  </a:pPr>
                  <a:endParaRPr lang="ar-EG" sz="900" dirty="0">
                    <a:solidFill>
                      <a:schemeClr val="dk1"/>
                    </a:solidFill>
                    <a:latin typeface="Cairo" panose="020B0604020202020204" charset="-78"/>
                    <a:ea typeface="Readex Pro"/>
                    <a:cs typeface="Cairo" panose="020B0604020202020204" charset="-78"/>
                    <a:sym typeface="Readex Pro"/>
                  </a:endParaRPr>
                </a:p>
              </p:txBody>
            </p:sp>
          </p:grpSp>
        </p:grpSp>
      </p:grpSp>
      <p:grpSp>
        <p:nvGrpSpPr>
          <p:cNvPr id="7" name="Group 6">
            <a:extLst>
              <a:ext uri="{FF2B5EF4-FFF2-40B4-BE49-F238E27FC236}">
                <a16:creationId xmlns:a16="http://schemas.microsoft.com/office/drawing/2014/main" id="{2EC42395-77DA-509F-120A-F67CE097CFB3}"/>
              </a:ext>
            </a:extLst>
          </p:cNvPr>
          <p:cNvGrpSpPr/>
          <p:nvPr/>
        </p:nvGrpSpPr>
        <p:grpSpPr>
          <a:xfrm>
            <a:off x="5547294" y="1658576"/>
            <a:ext cx="4087368" cy="2019565"/>
            <a:chOff x="8310775" y="858765"/>
            <a:chExt cx="3382998" cy="2807266"/>
          </a:xfrm>
        </p:grpSpPr>
        <p:sp>
          <p:nvSpPr>
            <p:cNvPr id="9311" name="Google Shape;9311;p49">
              <a:extLst>
                <a:ext uri="{FF2B5EF4-FFF2-40B4-BE49-F238E27FC236}">
                  <a16:creationId xmlns:a16="http://schemas.microsoft.com/office/drawing/2014/main" id="{4C94F693-0FD4-0723-C336-8911C9AA2D39}"/>
                </a:ext>
              </a:extLst>
            </p:cNvPr>
            <p:cNvSpPr/>
            <p:nvPr/>
          </p:nvSpPr>
          <p:spPr>
            <a:xfrm>
              <a:off x="8310775" y="858765"/>
              <a:ext cx="3382998" cy="2807266"/>
            </a:xfrm>
            <a:prstGeom prst="roundRect">
              <a:avLst>
                <a:gd name="adj" fmla="val 0"/>
              </a:avLst>
            </a:prstGeom>
            <a:noFill/>
            <a:ln>
              <a:noFill/>
            </a:ln>
          </p:spPr>
          <p:txBody>
            <a:bodyPr spcFirstLastPara="1" wrap="square" lIns="132923" tIns="393877" rIns="132923" bIns="132923" anchor="t" anchorCtr="0">
              <a:noAutofit/>
            </a:bodyPr>
            <a:lstStyle/>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مواءمة نطاق المشروع مع ضوابط </a:t>
              </a:r>
              <a:r>
                <a:rPr lang="en-US" sz="900" dirty="0">
                  <a:solidFill>
                    <a:schemeClr val="dk1"/>
                  </a:solidFill>
                  <a:latin typeface="Cairo" panose="020B0604020202020204" charset="-78"/>
                  <a:cs typeface="Cairo" panose="020B0604020202020204" charset="-78"/>
                  <a:sym typeface="Readex Pro"/>
                </a:rPr>
                <a:t>NCA ECC 2024 </a:t>
              </a:r>
              <a:r>
                <a:rPr lang="ar-EG" sz="900" dirty="0">
                  <a:solidFill>
                    <a:schemeClr val="dk1"/>
                  </a:solidFill>
                  <a:latin typeface="Cairo" panose="020B0604020202020204" charset="-78"/>
                  <a:cs typeface="Cairo" panose="020B0604020202020204" charset="-78"/>
                  <a:sym typeface="Readex Pro"/>
                </a:rPr>
                <a:t> ومتطلبات </a:t>
              </a:r>
              <a:r>
                <a:rPr lang="en-US" sz="900" dirty="0">
                  <a:solidFill>
                    <a:schemeClr val="dk1"/>
                  </a:solidFill>
                  <a:latin typeface="Cairo" panose="020B0604020202020204" charset="-78"/>
                  <a:cs typeface="Cairo" panose="020B0604020202020204" charset="-78"/>
                  <a:sym typeface="Readex Pro"/>
                </a:rPr>
                <a:t>ISO 27001</a:t>
              </a:r>
              <a:r>
                <a:rPr lang="ar-EG" sz="900" dirty="0">
                  <a:solidFill>
                    <a:schemeClr val="dk1"/>
                  </a:solidFill>
                  <a:latin typeface="Cairo" panose="020B0604020202020204" charset="-78"/>
                  <a:cs typeface="Cairo" panose="020B0604020202020204" charset="-78"/>
                  <a:sym typeface="Readex Pro"/>
                </a:rPr>
                <a:t> و </a:t>
              </a:r>
              <a:r>
                <a:rPr lang="en-US" sz="900" dirty="0">
                  <a:solidFill>
                    <a:schemeClr val="dk1"/>
                  </a:solidFill>
                  <a:latin typeface="Cairo" panose="020B0604020202020204" charset="-78"/>
                  <a:cs typeface="Cairo" panose="020B0604020202020204" charset="-78"/>
                  <a:sym typeface="Readex Pro"/>
                </a:rPr>
                <a:t>ISO 37000</a:t>
              </a:r>
              <a:r>
                <a:rPr lang="ar-EG" sz="900" dirty="0">
                  <a:solidFill>
                    <a:schemeClr val="dk1"/>
                  </a:solidFill>
                  <a:latin typeface="Cairo" panose="020B0604020202020204" charset="-78"/>
                  <a:cs typeface="Cairo" panose="020B0604020202020204" charset="-78"/>
                  <a:sym typeface="Readex Pro"/>
                </a:rPr>
                <a:t>.</a:t>
              </a:r>
              <a:endParaRPr lang="en-US" sz="900" dirty="0">
                <a:solidFill>
                  <a:schemeClr val="dk1"/>
                </a:solidFill>
                <a:latin typeface="Cairo" panose="020B0604020202020204" charset="-78"/>
                <a:cs typeface="Cairo" panose="020B0604020202020204" charset="-78"/>
                <a:sym typeface="Readex Pro"/>
              </a:endParaRP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وضع الأسس التنظيمية والإجرائية للمشروع لضمان التنفيذ الفعّال.​</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تحديد أصحاب المصلحة والأدوار والمسؤوليات بوضوح.​</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توثيق النطاق والأهداف والمخرجات في وثيقة ميثاق المشروع الرسمية.​</a:t>
              </a:r>
            </a:p>
          </p:txBody>
        </p:sp>
        <p:grpSp>
          <p:nvGrpSpPr>
            <p:cNvPr id="3" name="Group 2">
              <a:extLst>
                <a:ext uri="{FF2B5EF4-FFF2-40B4-BE49-F238E27FC236}">
                  <a16:creationId xmlns:a16="http://schemas.microsoft.com/office/drawing/2014/main" id="{A56D83C1-E04C-09AA-F279-D2884CAE4617}"/>
                </a:ext>
              </a:extLst>
            </p:cNvPr>
            <p:cNvGrpSpPr/>
            <p:nvPr/>
          </p:nvGrpSpPr>
          <p:grpSpPr>
            <a:xfrm>
              <a:off x="8310775" y="947668"/>
              <a:ext cx="3287508" cy="456855"/>
              <a:chOff x="6752503" y="1412919"/>
              <a:chExt cx="2671100" cy="371195"/>
            </a:xfrm>
          </p:grpSpPr>
          <p:sp>
            <p:nvSpPr>
              <p:cNvPr id="9312" name="Google Shape;9312;p49">
                <a:extLst>
                  <a:ext uri="{FF2B5EF4-FFF2-40B4-BE49-F238E27FC236}">
                    <a16:creationId xmlns:a16="http://schemas.microsoft.com/office/drawing/2014/main" id="{12181809-6AE7-FC11-E2BD-514FF7370D9D}"/>
                  </a:ext>
                </a:extLst>
              </p:cNvPr>
              <p:cNvSpPr/>
              <p:nvPr/>
            </p:nvSpPr>
            <p:spPr>
              <a:xfrm>
                <a:off x="6752503" y="1412919"/>
                <a:ext cx="2671100" cy="371195"/>
              </a:xfrm>
              <a:prstGeom prst="roundRect">
                <a:avLst>
                  <a:gd name="adj" fmla="val 16667"/>
                </a:avLst>
              </a:prstGeom>
              <a:solidFill>
                <a:srgbClr val="4BC0B0"/>
              </a:solidFill>
              <a:ln>
                <a:noFill/>
              </a:ln>
            </p:spPr>
            <p:txBody>
              <a:bodyPr spcFirstLastPara="1" wrap="square" lIns="112523" tIns="56246" rIns="112523" bIns="56246" anchor="ctr" anchorCtr="0">
                <a:noAutofit/>
              </a:bodyPr>
              <a:lstStyle/>
              <a:p>
                <a:pPr algn="justLow" rtl="1">
                  <a:buSzPts val="1800"/>
                </a:pPr>
                <a:endParaRPr lang="ar-EG" sz="900" dirty="0">
                  <a:solidFill>
                    <a:schemeClr val="lt1"/>
                  </a:solidFill>
                  <a:latin typeface="Cairo" panose="020B0604020202020204" charset="-78"/>
                  <a:ea typeface="Readex Pro"/>
                  <a:cs typeface="Cairo" panose="020B0604020202020204" charset="-78"/>
                  <a:sym typeface="Readex Pro"/>
                </a:endParaRPr>
              </a:p>
            </p:txBody>
          </p:sp>
          <p:sp>
            <p:nvSpPr>
              <p:cNvPr id="9313" name="Google Shape;9313;p49">
                <a:extLst>
                  <a:ext uri="{FF2B5EF4-FFF2-40B4-BE49-F238E27FC236}">
                    <a16:creationId xmlns:a16="http://schemas.microsoft.com/office/drawing/2014/main" id="{F5012E2F-5986-2E53-7090-B18A2489A387}"/>
                  </a:ext>
                </a:extLst>
              </p:cNvPr>
              <p:cNvSpPr txBox="1"/>
              <p:nvPr/>
            </p:nvSpPr>
            <p:spPr>
              <a:xfrm>
                <a:off x="8087360" y="1423150"/>
                <a:ext cx="945666" cy="358541"/>
              </a:xfrm>
              <a:prstGeom prst="rect">
                <a:avLst/>
              </a:prstGeom>
              <a:noFill/>
              <a:ln>
                <a:noFill/>
              </a:ln>
            </p:spPr>
            <p:txBody>
              <a:bodyPr spcFirstLastPara="1" wrap="square" lIns="88615" tIns="88615" rIns="88615" bIns="88615" anchor="t" anchorCtr="0">
                <a:spAutoFit/>
              </a:bodyPr>
              <a:lstStyle/>
              <a:p>
                <a:pPr algn="justLow" rtl="1">
                  <a:buSzPts val="1200"/>
                </a:pPr>
                <a:r>
                  <a:rPr lang="ar-EG" sz="900" b="1" dirty="0">
                    <a:solidFill>
                      <a:schemeClr val="bg1"/>
                    </a:solidFill>
                    <a:latin typeface="Cairo" panose="020B0604020202020204" charset="-78"/>
                    <a:ea typeface="Readex Pro"/>
                    <a:cs typeface="Cairo" panose="020B0604020202020204" charset="-78"/>
                    <a:sym typeface="Readex Pro"/>
                  </a:rPr>
                  <a:t>الأهداف</a:t>
                </a:r>
              </a:p>
            </p:txBody>
          </p:sp>
          <p:sp>
            <p:nvSpPr>
              <p:cNvPr id="9315" name="Google Shape;9315;p49">
                <a:extLst>
                  <a:ext uri="{FF2B5EF4-FFF2-40B4-BE49-F238E27FC236}">
                    <a16:creationId xmlns:a16="http://schemas.microsoft.com/office/drawing/2014/main" id="{60CAAB3A-93B2-BA8B-B972-24046FB46C5C}"/>
                  </a:ext>
                </a:extLst>
              </p:cNvPr>
              <p:cNvSpPr/>
              <p:nvPr/>
            </p:nvSpPr>
            <p:spPr>
              <a:xfrm>
                <a:off x="9087309" y="1464986"/>
                <a:ext cx="197222" cy="244705"/>
              </a:xfrm>
              <a:custGeom>
                <a:avLst/>
                <a:gdLst/>
                <a:ahLst/>
                <a:cxnLst/>
                <a:rect l="l" t="t" r="r" b="b"/>
                <a:pathLst>
                  <a:path w="364234" h="451930" extrusionOk="0">
                    <a:moveTo>
                      <a:pt x="364234" y="182119"/>
                    </a:moveTo>
                    <a:cubicBezTo>
                      <a:pt x="364234" y="81698"/>
                      <a:pt x="282536" y="0"/>
                      <a:pt x="182115" y="0"/>
                    </a:cubicBezTo>
                    <a:cubicBezTo>
                      <a:pt x="81698" y="0"/>
                      <a:pt x="0" y="81698"/>
                      <a:pt x="0" y="182119"/>
                    </a:cubicBezTo>
                    <a:cubicBezTo>
                      <a:pt x="0" y="247735"/>
                      <a:pt x="35000" y="305183"/>
                      <a:pt x="87193" y="337242"/>
                    </a:cubicBezTo>
                    <a:lnTo>
                      <a:pt x="34170" y="443419"/>
                    </a:lnTo>
                    <a:lnTo>
                      <a:pt x="51211" y="451931"/>
                    </a:lnTo>
                    <a:lnTo>
                      <a:pt x="103937" y="346349"/>
                    </a:lnTo>
                    <a:cubicBezTo>
                      <a:pt x="124940" y="356390"/>
                      <a:pt x="148110" y="362476"/>
                      <a:pt x="172590" y="363751"/>
                    </a:cubicBezTo>
                    <a:lnTo>
                      <a:pt x="172590" y="423546"/>
                    </a:lnTo>
                    <a:lnTo>
                      <a:pt x="191640" y="423546"/>
                    </a:lnTo>
                    <a:lnTo>
                      <a:pt x="191640" y="363751"/>
                    </a:lnTo>
                    <a:cubicBezTo>
                      <a:pt x="216119" y="362476"/>
                      <a:pt x="239289" y="356391"/>
                      <a:pt x="260293" y="346351"/>
                    </a:cubicBezTo>
                    <a:lnTo>
                      <a:pt x="313018" y="451931"/>
                    </a:lnTo>
                    <a:lnTo>
                      <a:pt x="330059" y="443419"/>
                    </a:lnTo>
                    <a:lnTo>
                      <a:pt x="277037" y="337243"/>
                    </a:lnTo>
                    <a:cubicBezTo>
                      <a:pt x="329234" y="305185"/>
                      <a:pt x="364234" y="247736"/>
                      <a:pt x="364234" y="182119"/>
                    </a:cubicBezTo>
                    <a:close/>
                    <a:moveTo>
                      <a:pt x="182115" y="345184"/>
                    </a:moveTo>
                    <a:cubicBezTo>
                      <a:pt x="92199" y="345184"/>
                      <a:pt x="19050" y="272035"/>
                      <a:pt x="19050" y="182119"/>
                    </a:cubicBezTo>
                    <a:cubicBezTo>
                      <a:pt x="19050" y="92204"/>
                      <a:pt x="92199" y="19050"/>
                      <a:pt x="182115" y="19050"/>
                    </a:cubicBezTo>
                    <a:cubicBezTo>
                      <a:pt x="272030" y="19050"/>
                      <a:pt x="345184" y="92204"/>
                      <a:pt x="345184" y="182119"/>
                    </a:cubicBezTo>
                    <a:cubicBezTo>
                      <a:pt x="345184" y="272035"/>
                      <a:pt x="272030" y="345184"/>
                      <a:pt x="182115" y="345184"/>
                    </a:cubicBezTo>
                    <a:close/>
                  </a:path>
                </a:pathLst>
              </a:custGeom>
              <a:solidFill>
                <a:schemeClr val="accent6">
                  <a:lumMod val="20000"/>
                  <a:lumOff val="80000"/>
                </a:schemeClr>
              </a:solidFill>
              <a:ln>
                <a:noFill/>
              </a:ln>
            </p:spPr>
            <p:txBody>
              <a:bodyPr spcFirstLastPara="1" wrap="square" lIns="112523" tIns="56246" rIns="112523" bIns="56246" anchor="ctr" anchorCtr="0">
                <a:noAutofit/>
              </a:bodyPr>
              <a:lstStyle/>
              <a:p>
                <a:pPr algn="justLow" rtl="1">
                  <a:buSzPts val="1800"/>
                </a:pPr>
                <a:endParaRPr lang="ar-EG" sz="900" dirty="0">
                  <a:solidFill>
                    <a:schemeClr val="dk1"/>
                  </a:solidFill>
                  <a:latin typeface="Cairo" panose="020B0604020202020204" charset="-78"/>
                  <a:ea typeface="Readex Pro"/>
                  <a:cs typeface="Cairo" panose="020B0604020202020204" charset="-78"/>
                  <a:sym typeface="Readex Pro"/>
                </a:endParaRPr>
              </a:p>
            </p:txBody>
          </p:sp>
          <p:sp>
            <p:nvSpPr>
              <p:cNvPr id="9316" name="Google Shape;9316;p49">
                <a:extLst>
                  <a:ext uri="{FF2B5EF4-FFF2-40B4-BE49-F238E27FC236}">
                    <a16:creationId xmlns:a16="http://schemas.microsoft.com/office/drawing/2014/main" id="{9335E441-0571-7540-23E8-EA7E6FBA384E}"/>
                  </a:ext>
                </a:extLst>
              </p:cNvPr>
              <p:cNvSpPr/>
              <p:nvPr/>
            </p:nvSpPr>
            <p:spPr>
              <a:xfrm>
                <a:off x="9113097" y="1514517"/>
                <a:ext cx="145647" cy="145643"/>
              </a:xfrm>
              <a:custGeom>
                <a:avLst/>
                <a:gdLst/>
                <a:ahLst/>
                <a:cxnLst/>
                <a:rect l="l" t="t" r="r" b="b"/>
                <a:pathLst>
                  <a:path w="268984" h="268979" extrusionOk="0">
                    <a:moveTo>
                      <a:pt x="134490" y="0"/>
                    </a:moveTo>
                    <a:cubicBezTo>
                      <a:pt x="60331" y="0"/>
                      <a:pt x="0" y="60336"/>
                      <a:pt x="0" y="134494"/>
                    </a:cubicBezTo>
                    <a:cubicBezTo>
                      <a:pt x="0" y="208648"/>
                      <a:pt x="60331" y="268979"/>
                      <a:pt x="134490" y="268979"/>
                    </a:cubicBezTo>
                    <a:cubicBezTo>
                      <a:pt x="208648" y="268979"/>
                      <a:pt x="268984" y="208648"/>
                      <a:pt x="268984" y="134494"/>
                    </a:cubicBezTo>
                    <a:cubicBezTo>
                      <a:pt x="268984" y="60336"/>
                      <a:pt x="208648" y="0"/>
                      <a:pt x="134490" y="0"/>
                    </a:cubicBezTo>
                    <a:close/>
                    <a:moveTo>
                      <a:pt x="134490" y="249929"/>
                    </a:moveTo>
                    <a:cubicBezTo>
                      <a:pt x="70837" y="249929"/>
                      <a:pt x="19050" y="198146"/>
                      <a:pt x="19050" y="134494"/>
                    </a:cubicBezTo>
                    <a:cubicBezTo>
                      <a:pt x="19050" y="70837"/>
                      <a:pt x="70837" y="19050"/>
                      <a:pt x="134490" y="19050"/>
                    </a:cubicBezTo>
                    <a:cubicBezTo>
                      <a:pt x="198147" y="19050"/>
                      <a:pt x="249934" y="70837"/>
                      <a:pt x="249934" y="134494"/>
                    </a:cubicBezTo>
                    <a:cubicBezTo>
                      <a:pt x="249934" y="198146"/>
                      <a:pt x="198147" y="249929"/>
                      <a:pt x="134490" y="249929"/>
                    </a:cubicBezTo>
                    <a:close/>
                  </a:path>
                </a:pathLst>
              </a:custGeom>
              <a:solidFill>
                <a:schemeClr val="bg1"/>
              </a:solidFill>
              <a:ln>
                <a:noFill/>
              </a:ln>
            </p:spPr>
            <p:txBody>
              <a:bodyPr spcFirstLastPara="1" wrap="square" lIns="112523" tIns="56246" rIns="112523" bIns="56246" anchor="ctr" anchorCtr="0">
                <a:noAutofit/>
              </a:bodyPr>
              <a:lstStyle/>
              <a:p>
                <a:pPr algn="justLow" rtl="1">
                  <a:buSzPts val="1800"/>
                </a:pPr>
                <a:endParaRPr lang="ar-EG" sz="900" dirty="0">
                  <a:solidFill>
                    <a:schemeClr val="dk1"/>
                  </a:solidFill>
                  <a:latin typeface="Cairo" panose="020B0604020202020204" charset="-78"/>
                  <a:ea typeface="Readex Pro"/>
                  <a:cs typeface="Cairo" panose="020B0604020202020204" charset="-78"/>
                  <a:sym typeface="Readex Pro"/>
                </a:endParaRPr>
              </a:p>
            </p:txBody>
          </p:sp>
          <p:sp>
            <p:nvSpPr>
              <p:cNvPr id="9317" name="Google Shape;9317;p49">
                <a:extLst>
                  <a:ext uri="{FF2B5EF4-FFF2-40B4-BE49-F238E27FC236}">
                    <a16:creationId xmlns:a16="http://schemas.microsoft.com/office/drawing/2014/main" id="{5F2B6C94-885C-4CB0-6570-19609E3DB48A}"/>
                  </a:ext>
                </a:extLst>
              </p:cNvPr>
              <p:cNvSpPr/>
              <p:nvPr/>
            </p:nvSpPr>
            <p:spPr>
              <a:xfrm>
                <a:off x="9143445" y="1551484"/>
                <a:ext cx="94072" cy="94068"/>
              </a:xfrm>
              <a:custGeom>
                <a:avLst/>
                <a:gdLst/>
                <a:ahLst/>
                <a:cxnLst/>
                <a:rect l="l" t="t" r="r" b="b"/>
                <a:pathLst>
                  <a:path w="173734" h="173729" extrusionOk="0">
                    <a:moveTo>
                      <a:pt x="86865" y="0"/>
                    </a:moveTo>
                    <a:cubicBezTo>
                      <a:pt x="38965" y="0"/>
                      <a:pt x="0" y="38970"/>
                      <a:pt x="0" y="86869"/>
                    </a:cubicBezTo>
                    <a:cubicBezTo>
                      <a:pt x="0" y="134764"/>
                      <a:pt x="38965" y="173729"/>
                      <a:pt x="86865" y="173729"/>
                    </a:cubicBezTo>
                    <a:cubicBezTo>
                      <a:pt x="134764" y="173729"/>
                      <a:pt x="173734" y="134764"/>
                      <a:pt x="173734" y="86869"/>
                    </a:cubicBezTo>
                    <a:cubicBezTo>
                      <a:pt x="173734" y="38970"/>
                      <a:pt x="134764" y="0"/>
                      <a:pt x="86865" y="0"/>
                    </a:cubicBezTo>
                    <a:close/>
                    <a:moveTo>
                      <a:pt x="86865" y="154679"/>
                    </a:moveTo>
                    <a:cubicBezTo>
                      <a:pt x="49472" y="154679"/>
                      <a:pt x="19050" y="124257"/>
                      <a:pt x="19050" y="86869"/>
                    </a:cubicBezTo>
                    <a:cubicBezTo>
                      <a:pt x="19050" y="49472"/>
                      <a:pt x="49472" y="19050"/>
                      <a:pt x="86865" y="19050"/>
                    </a:cubicBezTo>
                    <a:cubicBezTo>
                      <a:pt x="124262" y="19050"/>
                      <a:pt x="154684" y="49472"/>
                      <a:pt x="154684" y="86869"/>
                    </a:cubicBezTo>
                    <a:cubicBezTo>
                      <a:pt x="154684" y="124257"/>
                      <a:pt x="124262" y="154679"/>
                      <a:pt x="86865" y="154679"/>
                    </a:cubicBezTo>
                    <a:close/>
                  </a:path>
                </a:pathLst>
              </a:custGeom>
              <a:solidFill>
                <a:schemeClr val="accent6">
                  <a:lumMod val="20000"/>
                  <a:lumOff val="80000"/>
                </a:schemeClr>
              </a:solidFill>
              <a:ln>
                <a:noFill/>
              </a:ln>
            </p:spPr>
            <p:txBody>
              <a:bodyPr spcFirstLastPara="1" wrap="square" lIns="112523" tIns="56246" rIns="112523" bIns="56246" anchor="ctr" anchorCtr="0">
                <a:noAutofit/>
              </a:bodyPr>
              <a:lstStyle/>
              <a:p>
                <a:pPr algn="justLow" rtl="1">
                  <a:buSzPts val="1800"/>
                </a:pPr>
                <a:endParaRPr lang="ar-EG" sz="900" dirty="0">
                  <a:solidFill>
                    <a:schemeClr val="dk1"/>
                  </a:solidFill>
                  <a:latin typeface="Cairo" panose="020B0604020202020204" charset="-78"/>
                  <a:ea typeface="Readex Pro"/>
                  <a:cs typeface="Cairo" panose="020B0604020202020204" charset="-78"/>
                  <a:sym typeface="Readex Pro"/>
                </a:endParaRPr>
              </a:p>
            </p:txBody>
          </p:sp>
          <p:sp>
            <p:nvSpPr>
              <p:cNvPr id="9318" name="Google Shape;9318;p49">
                <a:extLst>
                  <a:ext uri="{FF2B5EF4-FFF2-40B4-BE49-F238E27FC236}">
                    <a16:creationId xmlns:a16="http://schemas.microsoft.com/office/drawing/2014/main" id="{0C1D34EA-2D5F-16BF-041C-807815490BFA}"/>
                  </a:ext>
                </a:extLst>
              </p:cNvPr>
              <p:cNvSpPr/>
              <p:nvPr/>
            </p:nvSpPr>
            <p:spPr>
              <a:xfrm>
                <a:off x="9164671" y="1589115"/>
                <a:ext cx="42497" cy="42494"/>
              </a:xfrm>
              <a:custGeom>
                <a:avLst/>
                <a:gdLst/>
                <a:ahLst/>
                <a:cxnLst/>
                <a:rect l="l" t="t" r="r" b="b"/>
                <a:pathLst>
                  <a:path w="78484" h="78479" extrusionOk="0">
                    <a:moveTo>
                      <a:pt x="39240" y="0"/>
                    </a:moveTo>
                    <a:cubicBezTo>
                      <a:pt x="17604" y="0"/>
                      <a:pt x="0" y="17604"/>
                      <a:pt x="0" y="39244"/>
                    </a:cubicBezTo>
                    <a:cubicBezTo>
                      <a:pt x="0" y="60880"/>
                      <a:pt x="17604" y="78479"/>
                      <a:pt x="39240" y="78479"/>
                    </a:cubicBezTo>
                    <a:cubicBezTo>
                      <a:pt x="60880" y="78479"/>
                      <a:pt x="78484" y="60880"/>
                      <a:pt x="78484" y="39244"/>
                    </a:cubicBezTo>
                    <a:cubicBezTo>
                      <a:pt x="78484" y="17604"/>
                      <a:pt x="60880" y="0"/>
                      <a:pt x="39240" y="0"/>
                    </a:cubicBezTo>
                    <a:close/>
                    <a:moveTo>
                      <a:pt x="39240" y="59429"/>
                    </a:moveTo>
                    <a:cubicBezTo>
                      <a:pt x="28105" y="59429"/>
                      <a:pt x="19050" y="50374"/>
                      <a:pt x="19050" y="39244"/>
                    </a:cubicBezTo>
                    <a:cubicBezTo>
                      <a:pt x="19050" y="28110"/>
                      <a:pt x="28105" y="19050"/>
                      <a:pt x="39240" y="19050"/>
                    </a:cubicBezTo>
                    <a:cubicBezTo>
                      <a:pt x="50374" y="19050"/>
                      <a:pt x="59434" y="28110"/>
                      <a:pt x="59434" y="39244"/>
                    </a:cubicBezTo>
                    <a:cubicBezTo>
                      <a:pt x="59434" y="50374"/>
                      <a:pt x="50374" y="59429"/>
                      <a:pt x="39240" y="59429"/>
                    </a:cubicBezTo>
                    <a:close/>
                  </a:path>
                </a:pathLst>
              </a:custGeom>
              <a:solidFill>
                <a:schemeClr val="bg1"/>
              </a:solidFill>
              <a:ln>
                <a:noFill/>
              </a:ln>
            </p:spPr>
            <p:txBody>
              <a:bodyPr spcFirstLastPara="1" wrap="square" lIns="112523" tIns="56246" rIns="112523" bIns="56246" anchor="ctr" anchorCtr="0">
                <a:noAutofit/>
              </a:bodyPr>
              <a:lstStyle/>
              <a:p>
                <a:pPr algn="justLow" rtl="1">
                  <a:buSzPts val="1800"/>
                </a:pPr>
                <a:endParaRPr lang="ar-EG" sz="900" dirty="0">
                  <a:solidFill>
                    <a:schemeClr val="dk1"/>
                  </a:solidFill>
                  <a:latin typeface="Cairo" panose="020B0604020202020204" charset="-78"/>
                  <a:ea typeface="Readex Pro"/>
                  <a:cs typeface="Cairo" panose="020B0604020202020204" charset="-78"/>
                  <a:sym typeface="Readex Pro"/>
                </a:endParaRPr>
              </a:p>
            </p:txBody>
          </p:sp>
        </p:grpSp>
      </p:grpSp>
      <p:grpSp>
        <p:nvGrpSpPr>
          <p:cNvPr id="9" name="Group 8">
            <a:extLst>
              <a:ext uri="{FF2B5EF4-FFF2-40B4-BE49-F238E27FC236}">
                <a16:creationId xmlns:a16="http://schemas.microsoft.com/office/drawing/2014/main" id="{199272E4-5C59-B914-09A8-8AD76C1EA1E1}"/>
              </a:ext>
            </a:extLst>
          </p:cNvPr>
          <p:cNvGrpSpPr/>
          <p:nvPr/>
        </p:nvGrpSpPr>
        <p:grpSpPr>
          <a:xfrm>
            <a:off x="1076747" y="3678140"/>
            <a:ext cx="4087368" cy="1816699"/>
            <a:chOff x="2325165" y="3783937"/>
            <a:chExt cx="3378871" cy="2250831"/>
          </a:xfrm>
        </p:grpSpPr>
        <p:sp>
          <p:nvSpPr>
            <p:cNvPr id="9320" name="Google Shape;9320;p49">
              <a:extLst>
                <a:ext uri="{FF2B5EF4-FFF2-40B4-BE49-F238E27FC236}">
                  <a16:creationId xmlns:a16="http://schemas.microsoft.com/office/drawing/2014/main" id="{05F54A1C-7693-F7E3-7A1D-5588025C4034}"/>
                </a:ext>
              </a:extLst>
            </p:cNvPr>
            <p:cNvSpPr/>
            <p:nvPr/>
          </p:nvSpPr>
          <p:spPr>
            <a:xfrm>
              <a:off x="2325165" y="3783937"/>
              <a:ext cx="3378871" cy="2250831"/>
            </a:xfrm>
            <a:prstGeom prst="roundRect">
              <a:avLst>
                <a:gd name="adj" fmla="val 0"/>
              </a:avLst>
            </a:prstGeom>
            <a:noFill/>
            <a:ln>
              <a:noFill/>
            </a:ln>
          </p:spPr>
          <p:txBody>
            <a:bodyPr spcFirstLastPara="1" wrap="square" lIns="132923" tIns="393877" rIns="132923" bIns="132923" anchor="t" anchorCtr="0">
              <a:noAutofit/>
            </a:bodyPr>
            <a:lstStyle/>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نطاق مشروع متوائم مع ضوابط </a:t>
              </a:r>
              <a:r>
                <a:rPr lang="en-US" sz="900" dirty="0">
                  <a:solidFill>
                    <a:schemeClr val="dk1"/>
                  </a:solidFill>
                  <a:latin typeface="Cairo" panose="020B0604020202020204" charset="-78"/>
                  <a:cs typeface="Cairo" panose="020B0604020202020204" charset="-78"/>
                  <a:sym typeface="Readex Pro"/>
                </a:rPr>
                <a:t>ECC 2024 </a:t>
              </a:r>
              <a:r>
                <a:rPr lang="ar-EG" sz="900" dirty="0">
                  <a:solidFill>
                    <a:schemeClr val="dk1"/>
                  </a:solidFill>
                  <a:latin typeface="Cairo" panose="020B0604020202020204" charset="-78"/>
                  <a:cs typeface="Cairo" panose="020B0604020202020204" charset="-78"/>
                  <a:sym typeface="Readex Pro"/>
                </a:rPr>
                <a:t> ومعايير </a:t>
              </a:r>
              <a:r>
                <a:rPr lang="en-US" sz="900" dirty="0">
                  <a:solidFill>
                    <a:schemeClr val="dk1"/>
                  </a:solidFill>
                  <a:latin typeface="Cairo" panose="020B0604020202020204" charset="-78"/>
                  <a:cs typeface="Cairo" panose="020B0604020202020204" charset="-78"/>
                  <a:sym typeface="Readex Pro"/>
                </a:rPr>
                <a:t>ISO 27001 </a:t>
              </a:r>
              <a:r>
                <a:rPr lang="ar-EG" sz="900" dirty="0">
                  <a:solidFill>
                    <a:schemeClr val="dk1"/>
                  </a:solidFill>
                  <a:latin typeface="Cairo" panose="020B0604020202020204" charset="-78"/>
                  <a:cs typeface="Cairo" panose="020B0604020202020204" charset="-78"/>
                  <a:sym typeface="Readex Pro"/>
                </a:rPr>
                <a:t> و </a:t>
              </a:r>
              <a:r>
                <a:rPr lang="en-US" sz="900" dirty="0">
                  <a:solidFill>
                    <a:schemeClr val="dk1"/>
                  </a:solidFill>
                  <a:latin typeface="Cairo" panose="020B0604020202020204" charset="-78"/>
                  <a:cs typeface="Cairo" panose="020B0604020202020204" charset="-78"/>
                  <a:sym typeface="Readex Pro"/>
                </a:rPr>
                <a:t>ISO 37000</a:t>
              </a:r>
              <a:r>
                <a:rPr lang="ar-EG" sz="900" dirty="0">
                  <a:solidFill>
                    <a:schemeClr val="dk1"/>
                  </a:solidFill>
                  <a:latin typeface="Cairo" panose="020B0604020202020204" charset="-78"/>
                  <a:cs typeface="Cairo" panose="020B0604020202020204" charset="-78"/>
                  <a:sym typeface="Readex Pro"/>
                </a:rPr>
                <a:t>.</a:t>
              </a:r>
              <a:endParaRPr lang="en-US" sz="900" dirty="0">
                <a:solidFill>
                  <a:schemeClr val="dk1"/>
                </a:solidFill>
                <a:latin typeface="Cairo" panose="020B0604020202020204" charset="-78"/>
                <a:cs typeface="Cairo" panose="020B0604020202020204" charset="-78"/>
                <a:sym typeface="Readex Pro"/>
              </a:endParaRP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خطة مشروع شاملة ومعتمدة (</a:t>
              </a:r>
              <a:r>
                <a:rPr lang="en-US" sz="900" dirty="0">
                  <a:solidFill>
                    <a:schemeClr val="dk1"/>
                  </a:solidFill>
                  <a:latin typeface="Cairo" panose="020B0604020202020204" charset="-78"/>
                  <a:cs typeface="Cairo" panose="020B0604020202020204" charset="-78"/>
                  <a:sym typeface="Readex Pro"/>
                </a:rPr>
                <a:t>WBS، </a:t>
              </a:r>
              <a:r>
                <a:rPr lang="ar-EG" sz="900" dirty="0">
                  <a:solidFill>
                    <a:schemeClr val="dk1"/>
                  </a:solidFill>
                  <a:latin typeface="Cairo" panose="020B0604020202020204" charset="-78"/>
                  <a:cs typeface="Cairo" panose="020B0604020202020204" charset="-78"/>
                  <a:sym typeface="Readex Pro"/>
                </a:rPr>
                <a:t>خطة المخاطر، خطة الحوكمة).​</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محضر اجتماع انطلاقة رسمي وسجل أصحاب المصلحة.​</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وثيقة ميثاق المشروع معتمدة وموقعة من الجهة المستفيدة.​</a:t>
              </a:r>
            </a:p>
          </p:txBody>
        </p:sp>
        <p:grpSp>
          <p:nvGrpSpPr>
            <p:cNvPr id="5" name="Group 4">
              <a:extLst>
                <a:ext uri="{FF2B5EF4-FFF2-40B4-BE49-F238E27FC236}">
                  <a16:creationId xmlns:a16="http://schemas.microsoft.com/office/drawing/2014/main" id="{34DFCC51-E29A-FA9D-4453-8E6DBE41D575}"/>
                </a:ext>
              </a:extLst>
            </p:cNvPr>
            <p:cNvGrpSpPr/>
            <p:nvPr/>
          </p:nvGrpSpPr>
          <p:grpSpPr>
            <a:xfrm>
              <a:off x="2420538" y="3804909"/>
              <a:ext cx="3283498" cy="431196"/>
              <a:chOff x="1966686" y="3741201"/>
              <a:chExt cx="2667842" cy="350347"/>
            </a:xfrm>
          </p:grpSpPr>
          <p:sp>
            <p:nvSpPr>
              <p:cNvPr id="9321" name="Google Shape;9321;p49">
                <a:extLst>
                  <a:ext uri="{FF2B5EF4-FFF2-40B4-BE49-F238E27FC236}">
                    <a16:creationId xmlns:a16="http://schemas.microsoft.com/office/drawing/2014/main" id="{A4D29757-1010-E6D2-85C7-06D6CC2A60E6}"/>
                  </a:ext>
                </a:extLst>
              </p:cNvPr>
              <p:cNvSpPr/>
              <p:nvPr/>
            </p:nvSpPr>
            <p:spPr>
              <a:xfrm>
                <a:off x="1966686" y="3764322"/>
                <a:ext cx="2667842" cy="327226"/>
              </a:xfrm>
              <a:prstGeom prst="roundRect">
                <a:avLst>
                  <a:gd name="adj" fmla="val 16667"/>
                </a:avLst>
              </a:prstGeom>
              <a:solidFill>
                <a:srgbClr val="4BC0B0">
                  <a:alpha val="40000"/>
                </a:srgbClr>
              </a:solidFill>
              <a:ln>
                <a:noFill/>
              </a:ln>
            </p:spPr>
            <p:txBody>
              <a:bodyPr spcFirstLastPara="1" wrap="square" lIns="112523" tIns="56246" rIns="112523" bIns="56246" anchor="ctr" anchorCtr="0">
                <a:noAutofit/>
              </a:bodyPr>
              <a:lstStyle/>
              <a:p>
                <a:pPr algn="justLow">
                  <a:buSzPts val="1800"/>
                </a:pPr>
                <a:endParaRPr lang="ar-EG" sz="1000" dirty="0">
                  <a:solidFill>
                    <a:schemeClr val="lt1"/>
                  </a:solidFill>
                  <a:latin typeface="Cairo" panose="020B0604020202020204" charset="-78"/>
                  <a:ea typeface="Readex Pro"/>
                  <a:cs typeface="Cairo" panose="020B0604020202020204" charset="-78"/>
                  <a:sym typeface="Readex Pro"/>
                </a:endParaRPr>
              </a:p>
            </p:txBody>
          </p:sp>
          <p:sp>
            <p:nvSpPr>
              <p:cNvPr id="9322" name="Google Shape;9322;p49">
                <a:extLst>
                  <a:ext uri="{FF2B5EF4-FFF2-40B4-BE49-F238E27FC236}">
                    <a16:creationId xmlns:a16="http://schemas.microsoft.com/office/drawing/2014/main" id="{2DBB4B54-190C-DC6B-77B7-CE070F612204}"/>
                  </a:ext>
                </a:extLst>
              </p:cNvPr>
              <p:cNvSpPr txBox="1"/>
              <p:nvPr/>
            </p:nvSpPr>
            <p:spPr>
              <a:xfrm>
                <a:off x="3254351" y="3741201"/>
                <a:ext cx="959733" cy="335066"/>
              </a:xfrm>
              <a:prstGeom prst="rect">
                <a:avLst/>
              </a:prstGeom>
              <a:noFill/>
              <a:ln>
                <a:noFill/>
              </a:ln>
            </p:spPr>
            <p:txBody>
              <a:bodyPr spcFirstLastPara="1" wrap="square" lIns="88615" tIns="88615" rIns="88615" bIns="88615" anchor="t" anchorCtr="0">
                <a:spAutoFit/>
              </a:bodyPr>
              <a:lstStyle/>
              <a:p>
                <a:pPr algn="justLow" rtl="1">
                  <a:buSzPts val="1200"/>
                </a:pPr>
                <a:r>
                  <a:rPr lang="ar-EG" sz="1000" b="1" dirty="0">
                    <a:solidFill>
                      <a:schemeClr val="lt1"/>
                    </a:solidFill>
                    <a:latin typeface="Cairo" panose="020B0604020202020204" charset="-78"/>
                    <a:ea typeface="Readex Pro"/>
                    <a:cs typeface="Cairo" panose="020B0604020202020204" charset="-78"/>
                    <a:sym typeface="Readex Pro"/>
                  </a:rPr>
                  <a:t>المخرجات</a:t>
                </a:r>
              </a:p>
            </p:txBody>
          </p:sp>
          <p:sp>
            <p:nvSpPr>
              <p:cNvPr id="9324" name="Google Shape;9324;p49">
                <a:extLst>
                  <a:ext uri="{FF2B5EF4-FFF2-40B4-BE49-F238E27FC236}">
                    <a16:creationId xmlns:a16="http://schemas.microsoft.com/office/drawing/2014/main" id="{F25E9E51-DDBB-4804-C923-CDB78D7AFF45}"/>
                  </a:ext>
                </a:extLst>
              </p:cNvPr>
              <p:cNvSpPr/>
              <p:nvPr/>
            </p:nvSpPr>
            <p:spPr>
              <a:xfrm flipH="1">
                <a:off x="4321621" y="3844246"/>
                <a:ext cx="191718" cy="191718"/>
              </a:xfrm>
              <a:custGeom>
                <a:avLst/>
                <a:gdLst/>
                <a:ahLst/>
                <a:cxnLst/>
                <a:rect l="l" t="t" r="r" b="b"/>
                <a:pathLst>
                  <a:path w="534821" h="534820" extrusionOk="0">
                    <a:moveTo>
                      <a:pt x="501395" y="300837"/>
                    </a:moveTo>
                    <a:lnTo>
                      <a:pt x="501395" y="417829"/>
                    </a:lnTo>
                    <a:cubicBezTo>
                      <a:pt x="501395" y="463980"/>
                      <a:pt x="463981" y="501395"/>
                      <a:pt x="417829" y="501395"/>
                    </a:cubicBezTo>
                    <a:lnTo>
                      <a:pt x="116992" y="501395"/>
                    </a:lnTo>
                    <a:cubicBezTo>
                      <a:pt x="70840" y="501395"/>
                      <a:pt x="33426" y="463980"/>
                      <a:pt x="33426" y="417829"/>
                    </a:cubicBezTo>
                    <a:lnTo>
                      <a:pt x="33426" y="116992"/>
                    </a:lnTo>
                    <a:cubicBezTo>
                      <a:pt x="33426" y="70840"/>
                      <a:pt x="70840" y="33426"/>
                      <a:pt x="116992" y="33426"/>
                    </a:cubicBezTo>
                    <a:lnTo>
                      <a:pt x="217271" y="33426"/>
                    </a:lnTo>
                    <a:lnTo>
                      <a:pt x="217271" y="0"/>
                    </a:lnTo>
                    <a:lnTo>
                      <a:pt x="116992" y="0"/>
                    </a:lnTo>
                    <a:cubicBezTo>
                      <a:pt x="52379" y="0"/>
                      <a:pt x="0" y="52379"/>
                      <a:pt x="0" y="116992"/>
                    </a:cubicBezTo>
                    <a:lnTo>
                      <a:pt x="0" y="417829"/>
                    </a:lnTo>
                    <a:cubicBezTo>
                      <a:pt x="0" y="482442"/>
                      <a:pt x="52379" y="534821"/>
                      <a:pt x="116992" y="534821"/>
                    </a:cubicBezTo>
                    <a:lnTo>
                      <a:pt x="417829" y="534821"/>
                    </a:lnTo>
                    <a:cubicBezTo>
                      <a:pt x="482442" y="534821"/>
                      <a:pt x="534821" y="482442"/>
                      <a:pt x="534821" y="417829"/>
                    </a:cubicBezTo>
                    <a:lnTo>
                      <a:pt x="534821" y="300837"/>
                    </a:lnTo>
                    <a:close/>
                  </a:path>
                </a:pathLst>
              </a:custGeom>
              <a:solidFill>
                <a:schemeClr val="lt1"/>
              </a:solidFill>
              <a:ln>
                <a:noFill/>
              </a:ln>
            </p:spPr>
            <p:txBody>
              <a:bodyPr spcFirstLastPara="1" wrap="square" lIns="112523" tIns="56246" rIns="112523" bIns="56246" anchor="ctr" anchorCtr="0">
                <a:noAutofit/>
              </a:bodyPr>
              <a:lstStyle/>
              <a:p>
                <a:pPr algn="justLow">
                  <a:buSzPts val="1800"/>
                </a:pPr>
                <a:endParaRPr lang="ar-EG" sz="1000" dirty="0">
                  <a:solidFill>
                    <a:schemeClr val="dk1"/>
                  </a:solidFill>
                  <a:latin typeface="Cairo" panose="020B0604020202020204" charset="-78"/>
                  <a:ea typeface="Readex Pro"/>
                  <a:cs typeface="Cairo" panose="020B0604020202020204" charset="-78"/>
                  <a:sym typeface="Readex Pro"/>
                </a:endParaRPr>
              </a:p>
            </p:txBody>
          </p:sp>
          <p:sp>
            <p:nvSpPr>
              <p:cNvPr id="9325" name="Google Shape;9325;p49">
                <a:extLst>
                  <a:ext uri="{FF2B5EF4-FFF2-40B4-BE49-F238E27FC236}">
                    <a16:creationId xmlns:a16="http://schemas.microsoft.com/office/drawing/2014/main" id="{61AA4D5E-B7C4-68AF-9CF0-8B7AFCFD088D}"/>
                  </a:ext>
                </a:extLst>
              </p:cNvPr>
              <p:cNvSpPr/>
              <p:nvPr/>
            </p:nvSpPr>
            <p:spPr>
              <a:xfrm flipH="1">
                <a:off x="4296089" y="3866084"/>
                <a:ext cx="113837" cy="148042"/>
              </a:xfrm>
              <a:custGeom>
                <a:avLst/>
                <a:gdLst/>
                <a:ahLst/>
                <a:cxnLst/>
                <a:rect l="l" t="t" r="r" b="b"/>
                <a:pathLst>
                  <a:path w="317562" h="412981" extrusionOk="0">
                    <a:moveTo>
                      <a:pt x="0" y="412982"/>
                    </a:moveTo>
                    <a:lnTo>
                      <a:pt x="33426" y="412982"/>
                    </a:lnTo>
                    <a:lnTo>
                      <a:pt x="33426" y="279277"/>
                    </a:lnTo>
                    <a:cubicBezTo>
                      <a:pt x="33426" y="147911"/>
                      <a:pt x="145739" y="145572"/>
                      <a:pt x="150418" y="145572"/>
                    </a:cubicBezTo>
                    <a:lnTo>
                      <a:pt x="260558" y="145572"/>
                    </a:lnTo>
                    <a:lnTo>
                      <a:pt x="172146" y="233984"/>
                    </a:lnTo>
                    <a:lnTo>
                      <a:pt x="195711" y="257550"/>
                    </a:lnTo>
                    <a:lnTo>
                      <a:pt x="312703" y="140558"/>
                    </a:lnTo>
                    <a:cubicBezTo>
                      <a:pt x="319183" y="134039"/>
                      <a:pt x="319183" y="123511"/>
                      <a:pt x="312703" y="116992"/>
                    </a:cubicBezTo>
                    <a:lnTo>
                      <a:pt x="195711" y="0"/>
                    </a:lnTo>
                    <a:lnTo>
                      <a:pt x="171978" y="23733"/>
                    </a:lnTo>
                    <a:lnTo>
                      <a:pt x="260558" y="112145"/>
                    </a:lnTo>
                    <a:lnTo>
                      <a:pt x="150418" y="112145"/>
                    </a:lnTo>
                    <a:cubicBezTo>
                      <a:pt x="148914" y="112145"/>
                      <a:pt x="0" y="113984"/>
                      <a:pt x="0" y="279277"/>
                    </a:cubicBezTo>
                    <a:close/>
                  </a:path>
                </a:pathLst>
              </a:custGeom>
              <a:solidFill>
                <a:schemeClr val="lt1"/>
              </a:solidFill>
              <a:ln>
                <a:noFill/>
              </a:ln>
            </p:spPr>
            <p:txBody>
              <a:bodyPr spcFirstLastPara="1" wrap="square" lIns="112523" tIns="56246" rIns="112523" bIns="56246" anchor="ctr" anchorCtr="0">
                <a:noAutofit/>
              </a:bodyPr>
              <a:lstStyle/>
              <a:p>
                <a:pPr algn="justLow">
                  <a:buSzPts val="1800"/>
                </a:pPr>
                <a:endParaRPr lang="ar-EG" sz="1000" dirty="0">
                  <a:solidFill>
                    <a:schemeClr val="dk1"/>
                  </a:solidFill>
                  <a:latin typeface="Cairo" panose="020B0604020202020204" charset="-78"/>
                  <a:ea typeface="Readex Pro"/>
                  <a:cs typeface="Cairo" panose="020B0604020202020204" charset="-78"/>
                  <a:sym typeface="Readex Pro"/>
                </a:endParaRPr>
              </a:p>
            </p:txBody>
          </p:sp>
        </p:grpSp>
      </p:grpSp>
      <p:grpSp>
        <p:nvGrpSpPr>
          <p:cNvPr id="6" name="Group 5">
            <a:extLst>
              <a:ext uri="{FF2B5EF4-FFF2-40B4-BE49-F238E27FC236}">
                <a16:creationId xmlns:a16="http://schemas.microsoft.com/office/drawing/2014/main" id="{E5E3ADB4-5D6F-7BDB-E1FA-49C2FCE099D7}"/>
              </a:ext>
            </a:extLst>
          </p:cNvPr>
          <p:cNvGrpSpPr/>
          <p:nvPr/>
        </p:nvGrpSpPr>
        <p:grpSpPr>
          <a:xfrm>
            <a:off x="1156941" y="1681983"/>
            <a:ext cx="4087368" cy="2250831"/>
            <a:chOff x="8643528" y="3783937"/>
            <a:chExt cx="2954755" cy="2824049"/>
          </a:xfrm>
        </p:grpSpPr>
        <p:sp>
          <p:nvSpPr>
            <p:cNvPr id="9327" name="Google Shape;9327;p49">
              <a:extLst>
                <a:ext uri="{FF2B5EF4-FFF2-40B4-BE49-F238E27FC236}">
                  <a16:creationId xmlns:a16="http://schemas.microsoft.com/office/drawing/2014/main" id="{11271F65-A923-875B-322C-CD9A38D2D00D}"/>
                </a:ext>
              </a:extLst>
            </p:cNvPr>
            <p:cNvSpPr/>
            <p:nvPr/>
          </p:nvSpPr>
          <p:spPr>
            <a:xfrm>
              <a:off x="8643528" y="3783937"/>
              <a:ext cx="2954755" cy="2824049"/>
            </a:xfrm>
            <a:prstGeom prst="roundRect">
              <a:avLst>
                <a:gd name="adj" fmla="val 0"/>
              </a:avLst>
            </a:prstGeom>
            <a:noFill/>
            <a:ln>
              <a:noFill/>
            </a:ln>
          </p:spPr>
          <p:txBody>
            <a:bodyPr spcFirstLastPara="1" wrap="square" lIns="132923" tIns="393877" rIns="132923" bIns="132923" anchor="t" anchorCtr="0">
              <a:noAutofit/>
            </a:bodyPr>
            <a:lstStyle/>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توافر جميع الوثائق المرجعية ذات العلاقة من الجهة المستفيدة.​</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مشاركة فعّالة من أصحاب المصلحة في ورش العمل والاجتماعات.​</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اعتماد الخطة والميثاق في الوقت المحدد دون تأخير.​</a:t>
              </a:r>
            </a:p>
            <a:p>
              <a:pPr marL="211021" lvl="1" indent="-211021" algn="justLow" rtl="1">
                <a:spcBef>
                  <a:spcPts val="738"/>
                </a:spcBef>
                <a:buClr>
                  <a:srgbClr val="005D85"/>
                </a:buClr>
                <a:buSzPts val="800"/>
                <a:buFont typeface="Readex Pro"/>
                <a:buChar char="¬"/>
              </a:pPr>
              <a:r>
                <a:rPr lang="ar-EG" sz="900" dirty="0">
                  <a:solidFill>
                    <a:schemeClr val="dk1"/>
                  </a:solidFill>
                  <a:latin typeface="Cairo" panose="020B0604020202020204" charset="-78"/>
                  <a:cs typeface="Cairo" panose="020B0604020202020204" charset="-78"/>
                  <a:sym typeface="Readex Pro"/>
                </a:rPr>
                <a:t>التزام فريق المشروع والجهة المستفيدة بالضوابط والمعايير المعتمدة.​</a:t>
              </a:r>
            </a:p>
          </p:txBody>
        </p:sp>
        <p:sp>
          <p:nvSpPr>
            <p:cNvPr id="9328" name="Google Shape;9328;p49">
              <a:extLst>
                <a:ext uri="{FF2B5EF4-FFF2-40B4-BE49-F238E27FC236}">
                  <a16:creationId xmlns:a16="http://schemas.microsoft.com/office/drawing/2014/main" id="{9FC3E0BA-A865-56A1-CE57-C375664B3A81}"/>
                </a:ext>
              </a:extLst>
            </p:cNvPr>
            <p:cNvSpPr/>
            <p:nvPr/>
          </p:nvSpPr>
          <p:spPr>
            <a:xfrm>
              <a:off x="8643528" y="3829704"/>
              <a:ext cx="2871354" cy="417615"/>
            </a:xfrm>
            <a:prstGeom prst="roundRect">
              <a:avLst>
                <a:gd name="adj" fmla="val 16667"/>
              </a:avLst>
            </a:prstGeom>
            <a:solidFill>
              <a:srgbClr val="4BC0B0">
                <a:alpha val="80000"/>
              </a:srgbClr>
            </a:solidFill>
            <a:ln>
              <a:noFill/>
            </a:ln>
          </p:spPr>
          <p:txBody>
            <a:bodyPr spcFirstLastPara="1" wrap="square" lIns="112523" tIns="56246" rIns="112523" bIns="56246" anchor="ctr" anchorCtr="0">
              <a:noAutofit/>
            </a:bodyPr>
            <a:lstStyle/>
            <a:p>
              <a:pPr algn="justLow">
                <a:buSzPts val="1800"/>
              </a:pPr>
              <a:endParaRPr lang="ar-EG" sz="1000" dirty="0">
                <a:solidFill>
                  <a:schemeClr val="lt1"/>
                </a:solidFill>
                <a:latin typeface="Cairo" panose="020B0604020202020204" charset="-78"/>
                <a:ea typeface="Readex Pro"/>
                <a:cs typeface="Cairo" panose="020B0604020202020204" charset="-78"/>
                <a:sym typeface="Readex Pro"/>
              </a:endParaRPr>
            </a:p>
          </p:txBody>
        </p:sp>
        <p:sp>
          <p:nvSpPr>
            <p:cNvPr id="9329" name="Google Shape;9329;p49">
              <a:extLst>
                <a:ext uri="{FF2B5EF4-FFF2-40B4-BE49-F238E27FC236}">
                  <a16:creationId xmlns:a16="http://schemas.microsoft.com/office/drawing/2014/main" id="{5FFCEFF8-6AFF-7CE5-6688-23F827CD7CDA}"/>
                </a:ext>
              </a:extLst>
            </p:cNvPr>
            <p:cNvSpPr txBox="1"/>
            <p:nvPr/>
          </p:nvSpPr>
          <p:spPr>
            <a:xfrm>
              <a:off x="8945955" y="3804913"/>
              <a:ext cx="2171617" cy="417615"/>
            </a:xfrm>
            <a:prstGeom prst="rect">
              <a:avLst/>
            </a:prstGeom>
            <a:noFill/>
            <a:ln>
              <a:noFill/>
            </a:ln>
          </p:spPr>
          <p:txBody>
            <a:bodyPr spcFirstLastPara="1" wrap="square" lIns="88615" tIns="88615" rIns="88615" bIns="88615" anchor="t" anchorCtr="0">
              <a:spAutoFit/>
            </a:bodyPr>
            <a:lstStyle/>
            <a:p>
              <a:pPr algn="justLow" rtl="1">
                <a:buSzPts val="1200"/>
              </a:pPr>
              <a:r>
                <a:rPr lang="ar-EG" sz="1000" b="1" dirty="0">
                  <a:solidFill>
                    <a:schemeClr val="bg1"/>
                  </a:solidFill>
                  <a:latin typeface="Cairo" panose="020B0604020202020204" charset="-78"/>
                  <a:ea typeface="Readex Pro"/>
                  <a:cs typeface="Cairo" panose="020B0604020202020204" charset="-78"/>
                  <a:sym typeface="Readex Pro"/>
                </a:rPr>
                <a:t>الافتراضات والمتطلبات</a:t>
              </a:r>
            </a:p>
          </p:txBody>
        </p:sp>
        <p:pic>
          <p:nvPicPr>
            <p:cNvPr id="9330" name="Google Shape;9330;p49" descr="Postit Notes 3 outline">
              <a:extLst>
                <a:ext uri="{FF2B5EF4-FFF2-40B4-BE49-F238E27FC236}">
                  <a16:creationId xmlns:a16="http://schemas.microsoft.com/office/drawing/2014/main" id="{433B3400-82BF-1292-D35E-BCD0AB0A9EA3}"/>
                </a:ext>
              </a:extLst>
            </p:cNvPr>
            <p:cNvPicPr preferRelativeResize="0"/>
            <p:nvPr/>
          </p:nvPicPr>
          <p:blipFill rotWithShape="1">
            <a:blip r:embed="rId3">
              <a:alphaModFix/>
              <a:duotone>
                <a:srgbClr val="9D90A0">
                  <a:shade val="45000"/>
                  <a:satMod val="135000"/>
                </a:srgbClr>
                <a:prstClr val="white"/>
              </a:duotone>
              <a:extLst>
                <a:ext uri="{BEBA8EAE-BF5A-486C-A8C5-ECC9F3942E4B}">
                  <a14:imgProps xmlns:a14="http://schemas.microsoft.com/office/drawing/2010/main">
                    <a14:imgLayer r:embed="rId4">
                      <a14:imgEffect>
                        <a14:artisticPhotocopy/>
                      </a14:imgEffect>
                    </a14:imgLayer>
                  </a14:imgProps>
                </a:ext>
              </a:extLst>
            </a:blip>
            <a:srcRect/>
            <a:stretch/>
          </p:blipFill>
          <p:spPr>
            <a:xfrm>
              <a:off x="11166320" y="3927656"/>
              <a:ext cx="260796" cy="260796"/>
            </a:xfrm>
            <a:prstGeom prst="rect">
              <a:avLst/>
            </a:prstGeom>
            <a:noFill/>
            <a:ln>
              <a:noFill/>
            </a:ln>
          </p:spPr>
        </p:pic>
      </p:grpSp>
      <p:sp>
        <p:nvSpPr>
          <p:cNvPr id="16" name="Google Shape;7891;p146">
            <a:extLst>
              <a:ext uri="{FF2B5EF4-FFF2-40B4-BE49-F238E27FC236}">
                <a16:creationId xmlns:a16="http://schemas.microsoft.com/office/drawing/2014/main" id="{A29A782F-DDC1-386B-AACA-B5C20CC24B8E}"/>
              </a:ext>
            </a:extLst>
          </p:cNvPr>
          <p:cNvSpPr txBox="1"/>
          <p:nvPr/>
        </p:nvSpPr>
        <p:spPr>
          <a:xfrm>
            <a:off x="3962400" y="793524"/>
            <a:ext cx="2732629" cy="338514"/>
          </a:xfrm>
          <a:prstGeom prst="rect">
            <a:avLst/>
          </a:prstGeom>
          <a:noFill/>
          <a:ln w="22225">
            <a:solidFill>
              <a:srgbClr val="4BC0B0"/>
            </a:solidFill>
            <a:prstDash val="dash"/>
          </a:ln>
          <a:effectLst>
            <a:reflection blurRad="6350" stA="25000" endPos="90000" dir="5400000" sy="-100000" algn="bl" rotWithShape="0"/>
          </a:effectLst>
        </p:spPr>
        <p:txBody>
          <a:bodyPr spcFirstLastPara="1" wrap="square" lIns="0" tIns="45700" rIns="0" bIns="45700" anchor="t" anchorCtr="0">
            <a:spAutoFit/>
          </a:bodyPr>
          <a:lstStyle/>
          <a:p>
            <a:pPr algn="ctr" rtl="1">
              <a:buClr>
                <a:srgbClr val="09AEF2"/>
              </a:buClr>
              <a:buSzPts val="2000"/>
            </a:pPr>
            <a:r>
              <a:rPr lang="ar-SA" sz="1600" b="1" dirty="0">
                <a:latin typeface="Cairo" panose="020B0604020202020204" charset="-78"/>
                <a:ea typeface="Readex Pro"/>
                <a:cs typeface="Cairo" panose="020B0604020202020204" charset="-78"/>
                <a:sym typeface="Readex Pro"/>
              </a:rPr>
              <a:t>ملخص </a:t>
            </a:r>
            <a:r>
              <a:rPr lang="ar-EG" sz="1600" b="1" dirty="0">
                <a:latin typeface="Cairo" panose="020B0604020202020204" charset="-78"/>
                <a:ea typeface="Readex Pro"/>
                <a:cs typeface="Cairo" panose="020B0604020202020204" charset="-78"/>
                <a:sym typeface="Readex Pro"/>
              </a:rPr>
              <a:t>المسار</a:t>
            </a:r>
            <a:r>
              <a:rPr lang="ar-SA" sz="1600" b="1" dirty="0">
                <a:latin typeface="Cairo" panose="020B0604020202020204" charset="-78"/>
                <a:ea typeface="Readex Pro"/>
                <a:cs typeface="Cairo" panose="020B0604020202020204" charset="-78"/>
                <a:sym typeface="Readex Pro"/>
              </a:rPr>
              <a:t> ال</a:t>
            </a:r>
            <a:r>
              <a:rPr lang="ar-EG" sz="1600" b="1" dirty="0">
                <a:latin typeface="Cairo" panose="020B0604020202020204" charset="-78"/>
                <a:ea typeface="Readex Pro"/>
                <a:cs typeface="Cairo" panose="020B0604020202020204" charset="-78"/>
                <a:sym typeface="Readex Pro"/>
              </a:rPr>
              <a:t>أول</a:t>
            </a:r>
            <a:endParaRPr lang="ar-SA" sz="1600" dirty="0">
              <a:latin typeface="Cairo" panose="020B0604020202020204" charset="-78"/>
              <a:cs typeface="Cairo" panose="020B0604020202020204" charset="-78"/>
            </a:endParaRPr>
          </a:p>
        </p:txBody>
      </p:sp>
      <p:grpSp>
        <p:nvGrpSpPr>
          <p:cNvPr id="15" name="Group 14">
            <a:extLst>
              <a:ext uri="{FF2B5EF4-FFF2-40B4-BE49-F238E27FC236}">
                <a16:creationId xmlns:a16="http://schemas.microsoft.com/office/drawing/2014/main" id="{CA5A77A9-0DC8-321E-A6F2-7E35589A7269}"/>
              </a:ext>
            </a:extLst>
          </p:cNvPr>
          <p:cNvGrpSpPr/>
          <p:nvPr/>
        </p:nvGrpSpPr>
        <p:grpSpPr>
          <a:xfrm>
            <a:off x="9797643" y="393043"/>
            <a:ext cx="2343035" cy="5101796"/>
            <a:chOff x="9797643" y="393043"/>
            <a:chExt cx="2343035" cy="5101796"/>
          </a:xfrm>
        </p:grpSpPr>
        <p:grpSp>
          <p:nvGrpSpPr>
            <p:cNvPr id="17" name="Group 16">
              <a:extLst>
                <a:ext uri="{FF2B5EF4-FFF2-40B4-BE49-F238E27FC236}">
                  <a16:creationId xmlns:a16="http://schemas.microsoft.com/office/drawing/2014/main" id="{D3CB3F7D-9CE5-EA2A-A860-1098B63189F7}"/>
                </a:ext>
              </a:extLst>
            </p:cNvPr>
            <p:cNvGrpSpPr/>
            <p:nvPr/>
          </p:nvGrpSpPr>
          <p:grpSpPr>
            <a:xfrm>
              <a:off x="10244234" y="393043"/>
              <a:ext cx="1896444" cy="5101796"/>
              <a:chOff x="10244234" y="393043"/>
              <a:chExt cx="1896444" cy="5101796"/>
            </a:xfrm>
          </p:grpSpPr>
          <p:sp>
            <p:nvSpPr>
              <p:cNvPr id="19" name="Rectangle 18">
                <a:extLst>
                  <a:ext uri="{FF2B5EF4-FFF2-40B4-BE49-F238E27FC236}">
                    <a16:creationId xmlns:a16="http://schemas.microsoft.com/office/drawing/2014/main" id="{714CDD5F-C4A7-61F3-69C8-2302AE944C85}"/>
                  </a:ext>
                </a:extLst>
              </p:cNvPr>
              <p:cNvSpPr/>
              <p:nvPr/>
            </p:nvSpPr>
            <p:spPr>
              <a:xfrm>
                <a:off x="10244234" y="393043"/>
                <a:ext cx="1896444" cy="5101796"/>
              </a:xfrm>
              <a:prstGeom prst="rect">
                <a:avLst/>
              </a:prstGeom>
              <a:solidFill>
                <a:schemeClr val="bg1"/>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latin typeface="Sakkal Majalla" panose="02000000000000000000" pitchFamily="2" charset="-78"/>
                  <a:cs typeface="Sakkal Majalla" panose="02000000000000000000" pitchFamily="2" charset="-78"/>
                </a:endParaRPr>
              </a:p>
            </p:txBody>
          </p:sp>
          <p:sp>
            <p:nvSpPr>
              <p:cNvPr id="20" name="Rectangle 19">
                <a:extLst>
                  <a:ext uri="{FF2B5EF4-FFF2-40B4-BE49-F238E27FC236}">
                    <a16:creationId xmlns:a16="http://schemas.microsoft.com/office/drawing/2014/main" id="{3E509208-7E91-CA4D-6804-FCAB7179A9DB}"/>
                  </a:ext>
                </a:extLst>
              </p:cNvPr>
              <p:cNvSpPr/>
              <p:nvPr/>
            </p:nvSpPr>
            <p:spPr>
              <a:xfrm>
                <a:off x="10331818" y="2048400"/>
                <a:ext cx="1711518" cy="988732"/>
              </a:xfrm>
              <a:prstGeom prst="rect">
                <a:avLst/>
              </a:prstGeom>
              <a:effectLst>
                <a:glow rad="254000">
                  <a:schemeClr val="accent4">
                    <a:satMod val="175000"/>
                    <a:alpha val="40000"/>
                  </a:schemeClr>
                </a:glow>
              </a:effectLst>
            </p:spPr>
            <p:txBody>
              <a:bodyPr wrap="square" lIns="0" tIns="0" rIns="0" bIns="0">
                <a:spAutoFit/>
              </a:bodyPr>
              <a:lstStyle/>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مواءمة نطاق المشروع مع الضوابط</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خطة عمل شاملة </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عقد اجتماع انطلاقة وتحديد أصحاب المصلحة</a:t>
                </a:r>
              </a:p>
              <a:p>
                <a:pPr marL="228600" indent="-228600" algn="r" rtl="1">
                  <a:lnSpc>
                    <a:spcPct val="150000"/>
                  </a:lnSpc>
                  <a:spcBef>
                    <a:spcPts val="600"/>
                  </a:spcBef>
                  <a:buAutoNum type="arabicPeriod"/>
                </a:pPr>
                <a:r>
                  <a:rPr lang="ar-EG" sz="600" b="1" dirty="0">
                    <a:solidFill>
                      <a:schemeClr val="bg2">
                        <a:lumMod val="75000"/>
                      </a:schemeClr>
                    </a:solidFill>
                    <a:latin typeface="Cairo" panose="020B0604020202020204" charset="-78"/>
                    <a:cs typeface="Cairo" panose="020B0604020202020204" charset="-78"/>
                  </a:rPr>
                  <a:t>إعداد وثيقة ميثاق المشروع واعتمادها</a:t>
                </a:r>
              </a:p>
              <a:p>
                <a:pPr marL="228600" indent="-228600" algn="r" rtl="1">
                  <a:lnSpc>
                    <a:spcPct val="150000"/>
                  </a:lnSpc>
                  <a:spcBef>
                    <a:spcPts val="600"/>
                  </a:spcBef>
                  <a:buAutoNum type="arabicPeriod"/>
                </a:pPr>
                <a:r>
                  <a:rPr lang="ar-EG" sz="600" b="1" dirty="0">
                    <a:latin typeface="Cairo" panose="020B0604020202020204" charset="-78"/>
                    <a:cs typeface="Cairo" panose="020B0604020202020204" charset="-78"/>
                  </a:rPr>
                  <a:t>ملخص المرحلة الأولى</a:t>
                </a:r>
              </a:p>
            </p:txBody>
          </p:sp>
        </p:grpSp>
        <p:sp>
          <p:nvSpPr>
            <p:cNvPr id="18" name="Callout: Left Arrow 17">
              <a:extLst>
                <a:ext uri="{FF2B5EF4-FFF2-40B4-BE49-F238E27FC236}">
                  <a16:creationId xmlns:a16="http://schemas.microsoft.com/office/drawing/2014/main" id="{7EE1A115-A607-9DD9-316C-80E1E9A08531}"/>
                </a:ext>
              </a:extLst>
            </p:cNvPr>
            <p:cNvSpPr/>
            <p:nvPr/>
          </p:nvSpPr>
          <p:spPr>
            <a:xfrm>
              <a:off x="9797643" y="722748"/>
              <a:ext cx="1809750" cy="451071"/>
            </a:xfrm>
            <a:prstGeom prst="leftArrowCallout">
              <a:avLst>
                <a:gd name="adj1" fmla="val 29809"/>
                <a:gd name="adj2" fmla="val 21943"/>
                <a:gd name="adj3" fmla="val 69139"/>
                <a:gd name="adj4" fmla="val 76205"/>
              </a:avLst>
            </a:prstGeom>
            <a:solidFill>
              <a:srgbClr val="4BC0B0"/>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95324" rtl="1"/>
              <a:r>
                <a:rPr lang="ar-EG" sz="1400" b="1" dirty="0">
                  <a:solidFill>
                    <a:schemeClr val="bg1"/>
                  </a:solidFill>
                  <a:latin typeface="Cairo" panose="020B0604020202020204" charset="-78"/>
                  <a:cs typeface="Cairo" panose="020B0604020202020204" charset="-78"/>
                </a:rPr>
                <a:t>المرحلة الأولى</a:t>
              </a:r>
              <a:endParaRPr lang="en-US" sz="1400" b="1" dirty="0">
                <a:solidFill>
                  <a:schemeClr val="bg1"/>
                </a:solidFill>
                <a:latin typeface="Cairo" panose="020B0604020202020204" charset="-78"/>
                <a:cs typeface="Cairo" panose="020B0604020202020204" charset="-78"/>
              </a:endParaRPr>
            </a:p>
          </p:txBody>
        </p:sp>
      </p:grpSp>
      <p:pic>
        <p:nvPicPr>
          <p:cNvPr id="2" name="Picture 1" descr="A black rectangular sign with blue text and numbers&#10;&#10;Description automatically generated">
            <a:extLst>
              <a:ext uri="{FF2B5EF4-FFF2-40B4-BE49-F238E27FC236}">
                <a16:creationId xmlns:a16="http://schemas.microsoft.com/office/drawing/2014/main" id="{6294A4DD-08AF-302D-AC08-E0162B5101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975028"/>
            <a:ext cx="1398445" cy="882971"/>
          </a:xfrm>
          <a:prstGeom prst="rect">
            <a:avLst/>
          </a:prstGeom>
        </p:spPr>
      </p:pic>
      <p:sp>
        <p:nvSpPr>
          <p:cNvPr id="10" name="Slide Number Placeholder 3">
            <a:extLst>
              <a:ext uri="{FF2B5EF4-FFF2-40B4-BE49-F238E27FC236}">
                <a16:creationId xmlns:a16="http://schemas.microsoft.com/office/drawing/2014/main" id="{7D930845-F22C-E466-DBE5-57EC3950BA50}"/>
              </a:ext>
            </a:extLst>
          </p:cNvPr>
          <p:cNvSpPr>
            <a:spLocks noGrp="1"/>
          </p:cNvSpPr>
          <p:nvPr>
            <p:ph type="sldNum" sz="quarter" idx="12"/>
          </p:nvPr>
        </p:nvSpPr>
        <p:spPr>
          <a:xfrm>
            <a:off x="8729197" y="6492875"/>
            <a:ext cx="2743200" cy="365125"/>
          </a:xfrm>
        </p:spPr>
        <p:txBody>
          <a:bodyPr/>
          <a:lstStyle/>
          <a:p>
            <a:fld id="{8DA4F446-54BD-47E9-8F45-E0EC829FD260}" type="slidenum">
              <a:rPr lang="en-US" b="1" smtClean="0">
                <a:latin typeface="Cairo" pitchFamily="2" charset="-78"/>
                <a:cs typeface="Cairo" pitchFamily="2" charset="-78"/>
              </a:rPr>
              <a:t>7</a:t>
            </a:fld>
            <a:endParaRPr lang="en-US" b="1" dirty="0">
              <a:latin typeface="Cairo" pitchFamily="2" charset="-78"/>
              <a:cs typeface="Cairo" pitchFamily="2" charset="-78"/>
            </a:endParaRPr>
          </a:p>
        </p:txBody>
      </p:sp>
      <p:sp>
        <p:nvSpPr>
          <p:cNvPr id="11" name="Rectangle 10">
            <a:extLst>
              <a:ext uri="{FF2B5EF4-FFF2-40B4-BE49-F238E27FC236}">
                <a16:creationId xmlns:a16="http://schemas.microsoft.com/office/drawing/2014/main" id="{88C47202-20E5-F9D2-6B10-6B3B421F17E7}"/>
              </a:ext>
            </a:extLst>
          </p:cNvPr>
          <p:cNvSpPr/>
          <p:nvPr/>
        </p:nvSpPr>
        <p:spPr>
          <a:xfrm>
            <a:off x="1981199" y="6734175"/>
            <a:ext cx="7648575" cy="123825"/>
          </a:xfrm>
          <a:prstGeom prst="rect">
            <a:avLst/>
          </a:prstGeom>
          <a:solidFill>
            <a:srgbClr val="007B8B"/>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12" name="Rectangle 11">
            <a:extLst>
              <a:ext uri="{FF2B5EF4-FFF2-40B4-BE49-F238E27FC236}">
                <a16:creationId xmlns:a16="http://schemas.microsoft.com/office/drawing/2014/main" id="{21AE0220-BAD9-B705-8A11-8D672B479775}"/>
              </a:ext>
            </a:extLst>
          </p:cNvPr>
          <p:cNvSpPr/>
          <p:nvPr/>
        </p:nvSpPr>
        <p:spPr>
          <a:xfrm>
            <a:off x="10210801" y="6734175"/>
            <a:ext cx="733424" cy="135196"/>
          </a:xfrm>
          <a:prstGeom prst="rect">
            <a:avLst/>
          </a:prstGeom>
          <a:solidFill>
            <a:srgbClr val="49BBB8"/>
          </a:solidFill>
          <a:ln>
            <a:noFill/>
          </a:ln>
        </p:spPr>
        <p:style>
          <a:lnRef idx="0">
            <a:scrgbClr r="0" g="0" b="0"/>
          </a:lnRef>
          <a:fillRef idx="0">
            <a:scrgbClr r="0" g="0" b="0"/>
          </a:fillRef>
          <a:effectRef idx="0">
            <a:scrgbClr r="0" g="0" b="0"/>
          </a:effectRef>
          <a:fontRef idx="minor">
            <a:schemeClr val="lt1"/>
          </a:fontRef>
        </p:style>
        <p:txBody>
          <a:bodyPr rtlCol="0" anchor="ctr"/>
          <a:lstStyle/>
          <a:p>
            <a:pPr algn="l" defTabSz="495324"/>
            <a:endParaRPr lang="en-US" sz="894" dirty="0">
              <a:latin typeface="Sakkal Majalla" panose="02000000000000000000" pitchFamily="2" charset="-78"/>
              <a:cs typeface="Sakkal Majalla" panose="02000000000000000000" pitchFamily="2" charset="-78"/>
            </a:endParaRPr>
          </a:p>
        </p:txBody>
      </p:sp>
      <p:sp>
        <p:nvSpPr>
          <p:cNvPr id="13" name="TextBox 12">
            <a:hlinkClick r:id="rId6" action="ppaction://hlinksldjump"/>
            <a:extLst>
              <a:ext uri="{FF2B5EF4-FFF2-40B4-BE49-F238E27FC236}">
                <a16:creationId xmlns:a16="http://schemas.microsoft.com/office/drawing/2014/main" id="{FD10761C-944B-EB8C-66E1-11A4F46FD7CD}"/>
              </a:ext>
            </a:extLst>
          </p:cNvPr>
          <p:cNvSpPr txBox="1"/>
          <p:nvPr/>
        </p:nvSpPr>
        <p:spPr>
          <a:xfrm>
            <a:off x="10158413" y="6395621"/>
            <a:ext cx="838199" cy="338554"/>
          </a:xfrm>
          <a:prstGeom prst="rect">
            <a:avLst/>
          </a:prstGeom>
          <a:noFill/>
        </p:spPr>
        <p:txBody>
          <a:bodyPr wrap="square" rtlCol="0">
            <a:spAutoFit/>
          </a:bodyPr>
          <a:lstStyle/>
          <a:p>
            <a:pPr algn="ctr" rtl="1"/>
            <a:r>
              <a:rPr lang="ar-EG" sz="800" b="1" dirty="0">
                <a:solidFill>
                  <a:srgbClr val="49BBB8"/>
                </a:solidFill>
                <a:latin typeface="Cairo" pitchFamily="2" charset="-78"/>
                <a:cs typeface="Cairo" pitchFamily="2" charset="-78"/>
              </a:rPr>
              <a:t>العودة</a:t>
            </a:r>
            <a:r>
              <a:rPr lang="en-US" sz="800" b="1" dirty="0">
                <a:solidFill>
                  <a:srgbClr val="49BBB8"/>
                </a:solidFill>
                <a:latin typeface="Cairo" pitchFamily="2" charset="-78"/>
                <a:cs typeface="Cairo" pitchFamily="2" charset="-78"/>
              </a:rPr>
              <a:t> </a:t>
            </a:r>
            <a:r>
              <a:rPr lang="ar-EG" sz="800" b="1" dirty="0">
                <a:solidFill>
                  <a:srgbClr val="49BBB8"/>
                </a:solidFill>
                <a:latin typeface="Cairo" pitchFamily="2" charset="-78"/>
                <a:cs typeface="Cairo" pitchFamily="2" charset="-78"/>
              </a:rPr>
              <a:t>لصفحة  المحتويات</a:t>
            </a:r>
            <a:endParaRPr lang="en-US" sz="800" b="1" dirty="0">
              <a:solidFill>
                <a:srgbClr val="49BBB8"/>
              </a:solidFill>
              <a:latin typeface="Cairo" pitchFamily="2" charset="-78"/>
              <a:cs typeface="Cairo" pitchFamily="2" charset="-78"/>
            </a:endParaRPr>
          </a:p>
        </p:txBody>
      </p:sp>
      <p:sp>
        <p:nvSpPr>
          <p:cNvPr id="22" name="Slide Number Placeholder 3">
            <a:extLst>
              <a:ext uri="{FF2B5EF4-FFF2-40B4-BE49-F238E27FC236}">
                <a16:creationId xmlns:a16="http://schemas.microsoft.com/office/drawing/2014/main" id="{09AB1D83-2F94-4727-ED49-339D47F5648F}"/>
              </a:ext>
            </a:extLst>
          </p:cNvPr>
          <p:cNvSpPr txBox="1">
            <a:spLocks/>
          </p:cNvSpPr>
          <p:nvPr/>
        </p:nvSpPr>
        <p:spPr>
          <a:xfrm>
            <a:off x="9258085" y="6503115"/>
            <a:ext cx="356721" cy="22119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8DA4F446-54BD-47E9-8F45-E0EC829FD260}" type="slidenum">
              <a:rPr lang="en-US" sz="1000" b="1" smtClean="0">
                <a:latin typeface="Cairo" pitchFamily="2" charset="-78"/>
                <a:cs typeface="Cairo" pitchFamily="2" charset="-78"/>
              </a:rPr>
              <a:pPr algn="ctr"/>
              <a:t>7</a:t>
            </a:fld>
            <a:endParaRPr lang="en-US" sz="1000" b="1" dirty="0">
              <a:latin typeface="Cairo" pitchFamily="2" charset="-78"/>
              <a:cs typeface="Cairo" pitchFamily="2" charset="-78"/>
            </a:endParaRPr>
          </a:p>
        </p:txBody>
      </p:sp>
    </p:spTree>
    <p:extLst>
      <p:ext uri="{BB962C8B-B14F-4D97-AF65-F5344CB8AC3E}">
        <p14:creationId xmlns:p14="http://schemas.microsoft.com/office/powerpoint/2010/main" val="15455734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rotWithShape="1">
          <a:blip xmlns:r="http://schemas.openxmlformats.org/officeDocument/2006/relationships" r:embed="rId1">
            <a:alphaModFix amt="50000"/>
          </a:blip>
          <a:stretch>
            <a:fillRect l="-98902"/>
          </a:stretch>
        </a:blipFill>
        <a:ln>
          <a:noFill/>
        </a:ln>
        <a:effectLst>
          <a:innerShdw blurRad="63500" dist="50800" dir="13500000">
            <a:prstClr val="black">
              <a:alpha val="50000"/>
            </a:prstClr>
          </a:innerShdw>
        </a:effectLst>
      </a:spPr>
      <a:bodyPr/>
      <a:lstStyle>
        <a:defPPr algn="l" defTabSz="495324">
          <a:defRPr sz="894" dirty="0">
            <a:latin typeface="Sakkal Majalla" panose="02000000000000000000" pitchFamily="2" charset="-78"/>
            <a:cs typeface="Sakkal Majalla" panose="02000000000000000000" pitchFamily="2" charset="-78"/>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415EA0A1C59346BCAF8C0E038F3677" ma:contentTypeVersion="3" ma:contentTypeDescription="Create a new document." ma:contentTypeScope="" ma:versionID="1945876f77e5036746465e3b1e4a31da">
  <xsd:schema xmlns:xsd="http://www.w3.org/2001/XMLSchema" xmlns:xs="http://www.w3.org/2001/XMLSchema" xmlns:p="http://schemas.microsoft.com/office/2006/metadata/properties" xmlns:ns2="fc69462c-4dd8-41ee-a4f7-a595d1f86463" targetNamespace="http://schemas.microsoft.com/office/2006/metadata/properties" ma:root="true" ma:fieldsID="7192f327539780e06d3b127804f3e5c0" ns2:_="">
    <xsd:import namespace="fc69462c-4dd8-41ee-a4f7-a595d1f8646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69462c-4dd8-41ee-a4f7-a595d1f864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29E586-7F20-4233-B60D-1B9327362B86}">
  <ds:schemaRefs>
    <ds:schemaRef ds:uri="http://schemas.microsoft.com/sharepoint/v3/contenttype/forms"/>
  </ds:schemaRefs>
</ds:datastoreItem>
</file>

<file path=customXml/itemProps2.xml><?xml version="1.0" encoding="utf-8"?>
<ds:datastoreItem xmlns:ds="http://schemas.openxmlformats.org/officeDocument/2006/customXml" ds:itemID="{B947E5CD-A2E7-4EE0-9E96-032A68049752}">
  <ds:schemaRefs>
    <ds:schemaRef ds:uri="http://www.w3.org/XML/1998/namespace"/>
    <ds:schemaRef ds:uri="http://purl.org/dc/dcmitype/"/>
    <ds:schemaRef ds:uri="http://schemas.microsoft.com/office/2006/metadata/properties"/>
    <ds:schemaRef ds:uri="127b55ff-80c1-4c72-8809-d671d74014e2"/>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adddba99-53a2-4e73-878c-b3e100fa1543"/>
  </ds:schemaRefs>
</ds:datastoreItem>
</file>

<file path=customXml/itemProps3.xml><?xml version="1.0" encoding="utf-8"?>
<ds:datastoreItem xmlns:ds="http://schemas.openxmlformats.org/officeDocument/2006/customXml" ds:itemID="{74E3DD72-FEC1-4680-9DBE-0A39FF20DE74}"/>
</file>

<file path=docProps/app.xml><?xml version="1.0" encoding="utf-8"?>
<Properties xmlns="http://schemas.openxmlformats.org/officeDocument/2006/extended-properties" xmlns:vt="http://schemas.openxmlformats.org/officeDocument/2006/docPropsVTypes">
  <Template>Office Theme</Template>
  <TotalTime>19927</TotalTime>
  <Words>1372</Words>
  <Application>Microsoft Office PowerPoint</Application>
  <PresentationFormat>Widescreen</PresentationFormat>
  <Paragraphs>193</Paragraphs>
  <Slides>7</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Cascadia Code</vt:lpstr>
      <vt:lpstr>Aptos</vt:lpstr>
      <vt:lpstr>Readex Pro SemiBold</vt:lpstr>
      <vt:lpstr>Cairo</vt:lpstr>
      <vt:lpstr>Wingdings</vt:lpstr>
      <vt:lpstr>Sakkal Majalla</vt:lpstr>
      <vt:lpstr>Readex Pro</vt:lpstr>
      <vt:lpstr>Arial</vt:lpstr>
      <vt:lpstr>Aptos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CHOKRI</dc:creator>
  <cp:lastModifiedBy>Mohamed Ali</cp:lastModifiedBy>
  <cp:revision>117</cp:revision>
  <cp:lastPrinted>2025-08-11T07:46:47Z</cp:lastPrinted>
  <dcterms:created xsi:type="dcterms:W3CDTF">2021-02-18T15:50:05Z</dcterms:created>
  <dcterms:modified xsi:type="dcterms:W3CDTF">2025-09-02T10:45:11Z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0x01010032415EA0A1C59346BCAF8C0E038F3677</vt:lpwstr>
  </property>
  <property fmtid="{D5CDD505-2E9C-101B-9397-08002B2CF9AE}" pid="3" name="MediaServiceImageTags">
    <vt:lpwstr/>
  </property>
</Properties>
</file>